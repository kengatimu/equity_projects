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2/16/24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2/16/24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7DBDAC-BF2F-CBC1-89B4-B913C1FB6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230051"/>
              </p:ext>
            </p:extLst>
          </p:nvPr>
        </p:nvGraphicFramePr>
        <p:xfrm>
          <a:off x="131323" y="1242410"/>
          <a:ext cx="10074220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Finacle Automation Production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Development completed. Change request initiated.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Waiting for approvals on the CR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EazzyPay Merchant Nofification Production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Currently, MFS is calling OAG for E</a:t>
                      </a:r>
                      <a:r>
                        <a:rPr lang="en-GB" sz="1200" dirty="0"/>
                        <a:t>a</a:t>
                      </a:r>
                      <a:r>
                        <a:rPr lang="en-KE" sz="1200" dirty="0"/>
                        <a:t>zzypay merchant notification.</a:t>
                      </a:r>
                    </a:p>
                    <a:p>
                      <a:r>
                        <a:rPr lang="en-KE" sz="1200" dirty="0"/>
                        <a:t>With this service, MFS will not be required to go throw OAG.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John folllowing up with network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Dynatrace custom metrics for mobile 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Problem Statement</a:t>
                      </a:r>
                    </a:p>
                    <a:p>
                      <a:r>
                        <a:rPr lang="en-GB" sz="1200" dirty="0"/>
                        <a:t>Dynatrace is currently reading HTTP status codes for Mobile money service.</a:t>
                      </a:r>
                    </a:p>
                    <a:p>
                      <a:r>
                        <a:rPr lang="en-GB" sz="1200" dirty="0"/>
                        <a:t>This can, sometimes, be misleading especially when it gets status code 200 and yet many transactions are either failing or having a pending status.</a:t>
                      </a:r>
                    </a:p>
                    <a:p>
                      <a:endParaRPr lang="en-GB" sz="1200" dirty="0"/>
                    </a:p>
                    <a:p>
                      <a:r>
                        <a:rPr lang="en-GB" sz="1200" b="1" dirty="0"/>
                        <a:t>Solution</a:t>
                      </a:r>
                    </a:p>
                    <a:p>
                      <a:r>
                        <a:rPr lang="en-GB" sz="1200" dirty="0"/>
                        <a:t>Query DB for the actual transaction statuses and send the count to Dynatrace, as a custom metric.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Deployed on 15/02/2024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36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Thunes IMT Drc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Drc want to integrate with the existing thunes service. We needed to expose below APIs based on business requirements:</a:t>
                      </a:r>
                    </a:p>
                    <a:p>
                      <a:endParaRPr lang="en-KE" sz="1200" dirty="0"/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service type based on country iso code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list of payers based on the service type and country iso code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KE" sz="1200" dirty="0"/>
                        <a:t>Get Payer details based on the service type, country iso code, and transaction type(C2C, C2B, and B2B)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Dev Completed on 16/02/2024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726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2703E4-E44E-1705-D4AC-AF2EB050D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513089"/>
              </p:ext>
            </p:extLst>
          </p:nvPr>
        </p:nvGraphicFramePr>
        <p:xfrm>
          <a:off x="131323" y="1242410"/>
          <a:ext cx="1007422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4844">
                  <a:extLst>
                    <a:ext uri="{9D8B030D-6E8A-4147-A177-3AD203B41FA5}">
                      <a16:colId xmlns:a16="http://schemas.microsoft.com/office/drawing/2014/main" val="1637354491"/>
                    </a:ext>
                  </a:extLst>
                </a:gridCol>
                <a:gridCol w="1122550">
                  <a:extLst>
                    <a:ext uri="{9D8B030D-6E8A-4147-A177-3AD203B41FA5}">
                      <a16:colId xmlns:a16="http://schemas.microsoft.com/office/drawing/2014/main" val="203789047"/>
                    </a:ext>
                  </a:extLst>
                </a:gridCol>
                <a:gridCol w="4382814">
                  <a:extLst>
                    <a:ext uri="{9D8B030D-6E8A-4147-A177-3AD203B41FA5}">
                      <a16:colId xmlns:a16="http://schemas.microsoft.com/office/drawing/2014/main" val="350735066"/>
                    </a:ext>
                  </a:extLst>
                </a:gridCol>
                <a:gridCol w="840828">
                  <a:extLst>
                    <a:ext uri="{9D8B030D-6E8A-4147-A177-3AD203B41FA5}">
                      <a16:colId xmlns:a16="http://schemas.microsoft.com/office/drawing/2014/main" val="3223589992"/>
                    </a:ext>
                  </a:extLst>
                </a:gridCol>
                <a:gridCol w="1713184">
                  <a:extLst>
                    <a:ext uri="{9D8B030D-6E8A-4147-A177-3AD203B41FA5}">
                      <a16:colId xmlns:a16="http://schemas.microsoft.com/office/drawing/2014/main" val="1726089082"/>
                    </a:ext>
                  </a:extLst>
                </a:gridCol>
              </a:tblGrid>
              <a:tr h="21814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 </a:t>
                      </a:r>
                      <a:r>
                        <a:rPr lang="en-US" sz="14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lang="en-US" sz="14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Responsible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RAG Current Status %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KE" sz="1400" dirty="0">
                          <a:solidFill>
                            <a:schemeClr val="bg1"/>
                          </a:solidFill>
                        </a:rPr>
                        <a:t>Expected Closure Date</a:t>
                      </a:r>
                    </a:p>
                  </a:txBody>
                  <a:tcPr>
                    <a:solidFill>
                      <a:srgbClr val="68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8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Refactoring of the EazzyPay Merchant Nofification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Improve on the existing services. John </a:t>
                      </a:r>
                      <a:r>
                        <a:rPr lang="en-US" sz="1200" b="0" i="0" u="none" strike="noStrike" noProof="0" dirty="0" err="1">
                          <a:sym typeface="Arial"/>
                        </a:rPr>
                        <a:t>Muli</a:t>
                      </a:r>
                      <a:r>
                        <a:rPr lang="en-US" sz="1200" b="0" i="0" u="none" strike="noStrike" noProof="0" dirty="0">
                          <a:sym typeface="Arial"/>
                        </a:rPr>
                        <a:t> to give more requirements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23-Feb-2024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3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Adding more services to the Dynatrace custom metrics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0" i="0" u="none" strike="noStrike" noProof="0" dirty="0">
                          <a:sym typeface="Arial"/>
                        </a:rPr>
                        <a:t>Currently supporting mobile money. John </a:t>
                      </a:r>
                      <a:r>
                        <a:rPr lang="en-US" sz="1200" b="0" i="0" u="none" strike="noStrike" noProof="0" dirty="0" err="1">
                          <a:sym typeface="Arial"/>
                        </a:rPr>
                        <a:t>Muli</a:t>
                      </a:r>
                      <a:r>
                        <a:rPr lang="en-US" sz="1200" b="0" i="0" u="none" strike="noStrike" noProof="0" dirty="0">
                          <a:sym typeface="Arial"/>
                        </a:rPr>
                        <a:t> to give more details on which other service to monitor</a:t>
                      </a:r>
                      <a:endParaRPr lang="en-KE" sz="1200" dirty="0"/>
                    </a:p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23-Feb-2024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9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KE" sz="1200" dirty="0"/>
                        <a:t>DR Automation – B2C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Autmate B2C DR in UAT.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KE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Planned meeting with John Karanja on Monday</a:t>
                      </a:r>
                    </a:p>
                    <a:p>
                      <a:r>
                        <a:rPr lang="en-KE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KE" sz="1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200" dirty="0"/>
                        <a:t>28-March-2024</a:t>
                      </a:r>
                    </a:p>
                    <a:p>
                      <a:endParaRPr lang="en-K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02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55869-43C8-F1CA-ED47-A0269F996EB4}"/>
              </a:ext>
            </a:extLst>
          </p:cNvPr>
          <p:cNvSpPr txBox="1"/>
          <p:nvPr/>
        </p:nvSpPr>
        <p:spPr>
          <a:xfrm>
            <a:off x="2343807" y="2659117"/>
            <a:ext cx="46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KE" dirty="0"/>
              <a:t>Finacle support team – James K. Irungu</a:t>
            </a:r>
          </a:p>
          <a:p>
            <a:pPr marL="342900" indent="-342900">
              <a:buAutoNum type="arabicPeriod"/>
            </a:pPr>
            <a:r>
              <a:rPr lang="en-KE" dirty="0"/>
              <a:t>Application support team – John Karanja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10002</TotalTime>
  <Words>397</Words>
  <Application>Microsoft Macintosh PowerPoint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342</cp:revision>
  <dcterms:modified xsi:type="dcterms:W3CDTF">2024-02-16T11:10:58Z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