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83" r:id="rId2"/>
    <p:sldMasterId id="2147483662" r:id="rId3"/>
  </p:sldMasterIdLst>
  <p:notesMasterIdLst>
    <p:notesMasterId r:id="rId10"/>
  </p:notesMasterIdLst>
  <p:sldIdLst>
    <p:sldId id="256" r:id="rId4"/>
    <p:sldId id="265" r:id="rId5"/>
    <p:sldId id="288" r:id="rId6"/>
    <p:sldId id="289" r:id="rId7"/>
    <p:sldId id="263" r:id="rId8"/>
    <p:sldId id="261" r:id="rId9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8000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414"/>
    <p:restoredTop sz="94761"/>
  </p:normalViewPr>
  <p:slideViewPr>
    <p:cSldViewPr snapToGrid="0">
      <p:cViewPr>
        <p:scale>
          <a:sx n="150" d="100"/>
          <a:sy n="150" d="100"/>
        </p:scale>
        <p:origin x="640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presProps" Target="presProps.xml"/><Relationship Id="rId5" Type="http://schemas.openxmlformats.org/officeDocument/2006/relationships/slide" Target="slides/slide2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hape 20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01" name="Shape 20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582F1-2C1E-48F1-94EB-31012217B6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128CD2-9DF6-4572-9A3B-DC55A7C40F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E82AEA-FF91-4D43-91AE-D34CABE73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662A-058E-4DBF-9FC1-4B99E3F95CDE}" type="datetimeFigureOut">
              <a:rPr lang="en-US" smtClean="0"/>
              <a:t>4/12/24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9FFF5-5556-4D87-9942-D5FA2FF57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623832-A66E-4CAF-A085-B8CB24D3F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0B4CE-4044-48F8-8762-E1C5DEE3A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245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88BCE-75B7-4678-B745-3CDFDD750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80EDD7-493F-4062-9B37-40A24BA9AF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374C1B-145D-4FFC-A51A-E8D805840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662A-058E-4DBF-9FC1-4B99E3F95CDE}" type="datetimeFigureOut">
              <a:rPr lang="en-US" smtClean="0"/>
              <a:t>4/12/24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F64DD-06D8-4AA1-9449-368CAE325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B0CA60-CF88-41AC-BFDB-B48C450FF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0B4CE-4044-48F8-8762-E1C5DEE3A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8076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A3DFB-48DF-49A0-AC37-CEC37CB1C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EEDE67-30C6-4860-9A0E-85BC525D27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F383B0-F8EC-41B0-B39C-669DC240D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662A-058E-4DBF-9FC1-4B99E3F95CDE}" type="datetimeFigureOut">
              <a:rPr lang="en-US" smtClean="0"/>
              <a:t>4/12/24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539AD7-193E-471E-BE57-C7D8FE585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3DEB61-43A6-406F-BA06-AB961960F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0B4CE-4044-48F8-8762-E1C5DEE3A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861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3605C-16C1-4F6D-8F07-6B149B2D8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D6538-930A-48DE-9307-E770ACF7EC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A8CCC1-D70E-4E68-A935-F07940AAE6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E90CE-E9E1-42D2-B7A0-1784C8A2F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662A-058E-4DBF-9FC1-4B99E3F95CDE}" type="datetimeFigureOut">
              <a:rPr lang="en-US" smtClean="0"/>
              <a:t>4/12/24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F16741-C0C2-4C86-A862-8BA8983BA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289014-F286-4138-957A-E9C5F3B67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0B4CE-4044-48F8-8762-E1C5DEE3A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3008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2DB8E-B8B1-4729-BF4D-399095DE2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C2869E-6222-41FA-BF7E-E44B003260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92B384-7A6F-4BA3-842F-41BD2D5D44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F3CF18-C050-4D08-BDAE-E3556A9B55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3D21F6-6E78-4726-BCE5-6F0B946C7F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9509C6-5CDE-44BD-A15C-C79F31332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662A-058E-4DBF-9FC1-4B99E3F95CDE}" type="datetimeFigureOut">
              <a:rPr lang="en-US" smtClean="0"/>
              <a:t>4/12/24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A3A370-861B-4F5E-A57B-31F1E036D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A86F9F-676E-4179-81A8-F89E687FE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0B4CE-4044-48F8-8762-E1C5DEE3A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349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10945-965F-4AEE-9734-844047B18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4939F4-9F30-48FD-A9D9-DEFC024AB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662A-058E-4DBF-9FC1-4B99E3F95CDE}" type="datetimeFigureOut">
              <a:rPr lang="en-US" smtClean="0"/>
              <a:t>4/12/24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551F35-D034-440A-B379-ECC97D101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49C929-A8A0-43FA-85E7-48210FA8E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0B4CE-4044-48F8-8762-E1C5DEE3A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572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2E5D9D-EE49-4D64-B28E-1A45F43A5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662A-058E-4DBF-9FC1-4B99E3F95CDE}" type="datetimeFigureOut">
              <a:rPr lang="en-US" smtClean="0"/>
              <a:t>4/12/24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49283A-592B-4156-B063-A486F12BF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0753B2-AED0-4B9B-9610-7CFF65D20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0B4CE-4044-48F8-8762-E1C5DEE3A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4441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368A9-3E5B-4D90-BB16-34E7E8664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E4D1A4-5DC3-406B-B31A-871BE63FEB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F4E963-94BD-4802-A50A-901F31AF3E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05D3B2-8233-45C6-AD3A-729BF59DE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662A-058E-4DBF-9FC1-4B99E3F95CDE}" type="datetimeFigureOut">
              <a:rPr lang="en-US" smtClean="0"/>
              <a:t>4/12/24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C90784-9441-4B5B-AB2E-FA97E847E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585902-E463-47E2-A2A2-FE47F6E0F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0B4CE-4044-48F8-8762-E1C5DEE3A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840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D6814-6294-4071-9133-F9134384E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0AFF54-9487-4A67-AEC4-9BFA40915E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A3471B-6A61-4EA7-866D-45C1140297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D9EC0D-1639-4B5E-922D-D381E37AE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662A-058E-4DBF-9FC1-4B99E3F95CDE}" type="datetimeFigureOut">
              <a:rPr lang="en-US" smtClean="0"/>
              <a:t>4/12/24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E75E3D-713C-46B4-949E-0EA2D3D1B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A5854D-1E90-49B9-9308-4A5A04616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0B4CE-4044-48F8-8762-E1C5DEE3A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578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03BDD-659A-4586-9DD9-C659F4812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0C3BEE-6252-4591-9779-1D35052085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36C781-E07C-46BE-BE4E-C67A898F2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662A-058E-4DBF-9FC1-4B99E3F95CDE}" type="datetimeFigureOut">
              <a:rPr lang="en-US" smtClean="0"/>
              <a:t>4/12/24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AF4BB1-F4FC-4711-B387-CC6F2275B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8C6A4C-0804-4FEA-BEA9-1ACDCEC6B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0B4CE-4044-48F8-8762-E1C5DEE3A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851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F69F28-3B94-4998-B4DA-B2B2B69F27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4EB551-BB58-4F5F-8FFD-81EDDBC09B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D5B33B-D6FB-4EF0-A2B3-46F5F02B7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662A-058E-4DBF-9FC1-4B99E3F95CDE}" type="datetimeFigureOut">
              <a:rPr lang="en-US" smtClean="0"/>
              <a:t>4/12/24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5E9112-88BD-49AD-A45C-F49E71F02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B32DD5-D506-4819-B7A6-DE5DC2585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0B4CE-4044-48F8-8762-E1C5DEE3A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5450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33F62DAB-76D4-144E-BB06-273ED6D8484C}"/>
              </a:ext>
            </a:extLst>
          </p:cNvPr>
          <p:cNvSpPr txBox="1">
            <a:spLocks/>
          </p:cNvSpPr>
          <p:nvPr userDrawn="1"/>
        </p:nvSpPr>
        <p:spPr>
          <a:xfrm>
            <a:off x="1209662" y="6356353"/>
            <a:ext cx="473392" cy="365125"/>
          </a:xfrm>
          <a:prstGeom prst="rect">
            <a:avLst/>
          </a:prstGeom>
          <a:ln>
            <a:noFill/>
          </a:ln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DIN-Regular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5EF5EDB-5532-9D4A-8748-6257A1DB1255}" type="slidenum">
              <a:rPr lang="en-US" sz="1000" smtClean="0"/>
              <a:pPr/>
              <a:t>‹#›</a:t>
            </a:fld>
            <a:endParaRPr lang="en-US" sz="100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8205EE4-F6E7-8740-9AD4-8A4A5D25D8D4}"/>
              </a:ext>
            </a:extLst>
          </p:cNvPr>
          <p:cNvCxnSpPr/>
          <p:nvPr userDrawn="1"/>
        </p:nvCxnSpPr>
        <p:spPr>
          <a:xfrm>
            <a:off x="1693193" y="6343136"/>
            <a:ext cx="0" cy="387179"/>
          </a:xfrm>
          <a:prstGeom prst="line">
            <a:avLst/>
          </a:prstGeom>
          <a:ln>
            <a:solidFill>
              <a:srgbClr val="A32A2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bject 89">
            <a:extLst>
              <a:ext uri="{FF2B5EF4-FFF2-40B4-BE49-F238E27FC236}">
                <a16:creationId xmlns:a16="http://schemas.microsoft.com/office/drawing/2014/main" id="{77720A7A-3000-4E4F-BD6C-B3F0E736F8AE}"/>
              </a:ext>
            </a:extLst>
          </p:cNvPr>
          <p:cNvSpPr txBox="1"/>
          <p:nvPr userDrawn="1"/>
        </p:nvSpPr>
        <p:spPr>
          <a:xfrm>
            <a:off x="1" y="0"/>
            <a:ext cx="10191169" cy="1114924"/>
          </a:xfrm>
          <a:prstGeom prst="rect">
            <a:avLst/>
          </a:prstGeom>
          <a:solidFill>
            <a:srgbClr val="A22929"/>
          </a:solidFill>
        </p:spPr>
        <p:txBody>
          <a:bodyPr vert="horz" wrap="square" lIns="0" tIns="110489" rIns="0" bIns="0" rtlCol="0" anchor="ctr">
            <a:noAutofit/>
          </a:bodyPr>
          <a:lstStyle/>
          <a:p>
            <a:pPr marL="793115">
              <a:lnSpc>
                <a:spcPct val="100000"/>
              </a:lnSpc>
              <a:spcBef>
                <a:spcPts val="869"/>
              </a:spcBef>
              <a:tabLst>
                <a:tab pos="1698625" algn="l"/>
                <a:tab pos="3335654" algn="l"/>
                <a:tab pos="4228465" algn="l"/>
              </a:tabLst>
            </a:pPr>
            <a:endParaRPr sz="1000">
              <a:latin typeface="DIN-Medium"/>
              <a:cs typeface="DIN-Medium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3CECB0D-07ED-2B4F-B566-3C8E76EEAD1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84514" y="147154"/>
            <a:ext cx="1411130" cy="748457"/>
          </a:xfrm>
          <a:prstGeom prst="rect">
            <a:avLst/>
          </a:prstGeom>
        </p:spPr>
      </p:pic>
      <p:sp>
        <p:nvSpPr>
          <p:cNvPr id="10" name="Content Placeholder 13">
            <a:extLst>
              <a:ext uri="{FF2B5EF4-FFF2-40B4-BE49-F238E27FC236}">
                <a16:creationId xmlns:a16="http://schemas.microsoft.com/office/drawing/2014/main" id="{64A41C5A-A62B-FF4B-BE7A-448F4E679161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22996" y="256900"/>
            <a:ext cx="8708293" cy="4143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bg1"/>
                </a:solidFill>
                <a:latin typeface="DIN" pitchFamily="2" charset="77"/>
              </a:defRPr>
            </a:lvl1pPr>
            <a:lvl2pPr marL="457200" indent="0">
              <a:buNone/>
              <a:defRPr sz="2000">
                <a:solidFill>
                  <a:schemeClr val="bg1"/>
                </a:solidFill>
              </a:defRPr>
            </a:lvl2pPr>
            <a:lvl3pPr marL="914400" indent="0">
              <a:buNone/>
              <a:defRPr sz="2000">
                <a:solidFill>
                  <a:schemeClr val="bg1"/>
                </a:solidFill>
              </a:defRPr>
            </a:lvl3pPr>
            <a:lvl4pPr marL="1371600" indent="0">
              <a:buNone/>
              <a:defRPr sz="2000">
                <a:solidFill>
                  <a:schemeClr val="bg1"/>
                </a:solidFill>
              </a:defRPr>
            </a:lvl4pPr>
            <a:lvl5pPr marL="1828800" indent="0">
              <a:buNone/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YOUR HEADLINE GOES HERE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8E576E46-B6A7-DD4E-AA04-9F04A0E66BF2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723478" y="702519"/>
            <a:ext cx="8707328" cy="21645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000" b="0" i="0">
                <a:solidFill>
                  <a:schemeClr val="bg1"/>
                </a:solidFill>
                <a:latin typeface="DIN Medium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YOUR LONGER SUBHEAD GOES HERE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CB494D70-468E-7E48-925C-54F2FDEB534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440000" y="1915200"/>
            <a:ext cx="9309046" cy="41796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 anchor="ctr" anchorCtr="0">
            <a:normAutofit/>
          </a:bodyPr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</a:lstStyle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CLICK TO PLACE YOUR IMAGE</a:t>
            </a:r>
          </a:p>
        </p:txBody>
      </p:sp>
    </p:spTree>
    <p:extLst>
      <p:ext uri="{BB962C8B-B14F-4D97-AF65-F5344CB8AC3E}">
        <p14:creationId xmlns:p14="http://schemas.microsoft.com/office/powerpoint/2010/main" val="27796939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half" idx="13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IMAG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9662" y="6356353"/>
            <a:ext cx="245403" cy="243841"/>
          </a:xfrm>
          <a:prstGeom prst="rect">
            <a:avLst/>
          </a:prstGeom>
        </p:spPr>
        <p:txBody>
          <a:bodyPr anchor="t"/>
          <a:lstStyle>
            <a:lvl1pPr algn="l">
              <a:defRPr sz="1000">
                <a:solidFill>
                  <a:srgbClr val="000000"/>
                </a:solidFill>
                <a:latin typeface="DIN-Regular"/>
                <a:ea typeface="DIN-Regular"/>
                <a:cs typeface="DIN-Regular"/>
                <a:sym typeface="DIN-Regula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93" name="Straight Connector 6"/>
          <p:cNvSpPr/>
          <p:nvPr/>
        </p:nvSpPr>
        <p:spPr>
          <a:xfrm>
            <a:off x="1693192" y="6343136"/>
            <a:ext cx="1" cy="387180"/>
          </a:xfrm>
          <a:prstGeom prst="line">
            <a:avLst/>
          </a:prstGeom>
          <a:ln w="6350">
            <a:solidFill>
              <a:srgbClr val="A32A29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4" name="object 89"/>
          <p:cNvSpPr/>
          <p:nvPr/>
        </p:nvSpPr>
        <p:spPr>
          <a:xfrm>
            <a:off x="1" y="-1"/>
            <a:ext cx="10191169" cy="1114926"/>
          </a:xfrm>
          <a:prstGeom prst="rect">
            <a:avLst/>
          </a:prstGeom>
          <a:solidFill>
            <a:srgbClr val="A2292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800"/>
              </a:spcBef>
              <a:tabLst>
                <a:tab pos="1689100" algn="l"/>
                <a:tab pos="3327400" algn="l"/>
                <a:tab pos="4216400" algn="l"/>
              </a:tabLst>
              <a:defRPr sz="1000">
                <a:latin typeface="DIN-Medium"/>
                <a:ea typeface="DIN-Medium"/>
                <a:cs typeface="DIN-Medium"/>
                <a:sym typeface="DIN-Medium"/>
              </a:defRPr>
            </a:pPr>
            <a:endParaRPr/>
          </a:p>
        </p:txBody>
      </p:sp>
      <p:pic>
        <p:nvPicPr>
          <p:cNvPr id="95" name="Picture 8" descr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4514" y="147154"/>
            <a:ext cx="1411131" cy="748457"/>
          </a:xfrm>
          <a:prstGeom prst="rect">
            <a:avLst/>
          </a:prstGeom>
          <a:ln w="12700">
            <a:miter lim="400000"/>
          </a:ln>
        </p:spPr>
      </p:pic>
      <p:sp>
        <p:nvSpPr>
          <p:cNvPr id="96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722995" y="256899"/>
            <a:ext cx="8708295" cy="414339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000" b="1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lvl1pPr>
            <a:lvl2pPr marL="0" indent="457200">
              <a:buSzTx/>
              <a:buFontTx/>
              <a:buNone/>
              <a:defRPr sz="2000" b="1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lvl2pPr>
            <a:lvl3pPr marL="0" indent="914400">
              <a:buSzTx/>
              <a:buFontTx/>
              <a:buNone/>
              <a:defRPr sz="2000" b="1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lvl3pPr>
            <a:lvl4pPr marL="0" indent="1371600">
              <a:buSzTx/>
              <a:buFontTx/>
              <a:buNone/>
              <a:defRPr sz="2000" b="1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lvl4pPr>
            <a:lvl5pPr marL="0" indent="1828800">
              <a:buSzTx/>
              <a:buFontTx/>
              <a:buNone/>
              <a:defRPr sz="2000" b="1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7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723477" y="702518"/>
            <a:ext cx="8707330" cy="216452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000">
                <a:solidFill>
                  <a:srgbClr val="FFFFFF"/>
                </a:solidFill>
                <a:latin typeface="DIN Medium"/>
                <a:ea typeface="DIN Medium"/>
                <a:cs typeface="DIN Medium"/>
                <a:sym typeface="DIN Medium"/>
              </a:defRPr>
            </a:pPr>
            <a:endParaRPr/>
          </a:p>
        </p:txBody>
      </p:sp>
      <p:sp>
        <p:nvSpPr>
          <p:cNvPr id="98" name="Picture Placeholder 13"/>
          <p:cNvSpPr>
            <a:spLocks noGrp="1"/>
          </p:cNvSpPr>
          <p:nvPr>
            <p:ph type="pic" idx="14"/>
          </p:nvPr>
        </p:nvSpPr>
        <p:spPr>
          <a:xfrm>
            <a:off x="1439999" y="1915199"/>
            <a:ext cx="9309047" cy="41796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</p:spTree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itle 1"/>
          <p:cNvSpPr txBox="1"/>
          <p:nvPr/>
        </p:nvSpPr>
        <p:spPr>
          <a:xfrm>
            <a:off x="3223460" y="1480919"/>
            <a:ext cx="5745423" cy="10083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b">
            <a:spAutoFit/>
          </a:bodyPr>
          <a:lstStyle/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YOUR		</a:t>
            </a:r>
            <a:r>
              <a:rPr spc="419"/>
              <a:t>HEADLINE </a:t>
            </a:r>
            <a:endParaRPr sz="6000" spc="675">
              <a:latin typeface="Calibri Light"/>
              <a:ea typeface="Calibri Light"/>
              <a:cs typeface="Calibri Light"/>
              <a:sym typeface="Calibri Light"/>
            </a:endParaRPr>
          </a:p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WILL </a:t>
            </a:r>
            <a:r>
              <a:rPr spc="320"/>
              <a:t>SIT </a:t>
            </a:r>
            <a:r>
              <a:t>HERE</a:t>
            </a:r>
            <a:r>
              <a:rPr spc="-220"/>
              <a:t> </a:t>
            </a:r>
          </a:p>
        </p:txBody>
      </p:sp>
      <p:sp>
        <p:nvSpPr>
          <p:cNvPr id="10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45133" y="6356353"/>
            <a:ext cx="245404" cy="243841"/>
          </a:xfrm>
          <a:prstGeom prst="rect">
            <a:avLst/>
          </a:prstGeom>
        </p:spPr>
        <p:txBody>
          <a:bodyPr anchor="t"/>
          <a:lstStyle>
            <a:lvl1pPr algn="l">
              <a:defRPr sz="1000">
                <a:solidFill>
                  <a:srgbClr val="000000"/>
                </a:solidFill>
                <a:latin typeface="DIN-Regular"/>
                <a:ea typeface="DIN-Regular"/>
                <a:cs typeface="DIN-Regular"/>
                <a:sym typeface="DIN-Regula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07" name="object 89"/>
          <p:cNvSpPr/>
          <p:nvPr/>
        </p:nvSpPr>
        <p:spPr>
          <a:xfrm>
            <a:off x="1" y="-1"/>
            <a:ext cx="10191169" cy="1114926"/>
          </a:xfrm>
          <a:prstGeom prst="rect">
            <a:avLst/>
          </a:prstGeom>
          <a:solidFill>
            <a:srgbClr val="A2292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800"/>
              </a:spcBef>
              <a:tabLst>
                <a:tab pos="1689100" algn="l"/>
                <a:tab pos="3327400" algn="l"/>
                <a:tab pos="4216400" algn="l"/>
              </a:tabLst>
              <a:defRPr sz="1000">
                <a:latin typeface="DIN-Medium"/>
                <a:ea typeface="DIN-Medium"/>
                <a:cs typeface="DIN-Medium"/>
                <a:sym typeface="DIN-Medium"/>
              </a:defRPr>
            </a:pPr>
            <a:endParaRPr/>
          </a:p>
        </p:txBody>
      </p:sp>
      <p:pic>
        <p:nvPicPr>
          <p:cNvPr id="108" name="Picture 10" descr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4514" y="147154"/>
            <a:ext cx="1411131" cy="748457"/>
          </a:xfrm>
          <a:prstGeom prst="rect">
            <a:avLst/>
          </a:prstGeom>
          <a:ln w="12700">
            <a:miter lim="400000"/>
          </a:ln>
        </p:spPr>
      </p:pic>
      <p:sp>
        <p:nvSpPr>
          <p:cNvPr id="109" name="Straight Connector 13"/>
          <p:cNvSpPr/>
          <p:nvPr/>
        </p:nvSpPr>
        <p:spPr>
          <a:xfrm flipH="1">
            <a:off x="628665" y="6343136"/>
            <a:ext cx="1" cy="387180"/>
          </a:xfrm>
          <a:prstGeom prst="line">
            <a:avLst/>
          </a:prstGeom>
          <a:ln w="6350">
            <a:solidFill>
              <a:srgbClr val="A32A29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0" name="object 3"/>
          <p:cNvSpPr/>
          <p:nvPr/>
        </p:nvSpPr>
        <p:spPr>
          <a:xfrm>
            <a:off x="1" y="-1"/>
            <a:ext cx="12191520" cy="5663913"/>
          </a:xfrm>
          <a:prstGeom prst="rect">
            <a:avLst/>
          </a:prstGeom>
          <a:solidFill>
            <a:srgbClr val="A32A29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1" name="Title Text"/>
          <p:cNvSpPr txBox="1">
            <a:spLocks noGrp="1"/>
          </p:cNvSpPr>
          <p:nvPr>
            <p:ph type="title"/>
          </p:nvPr>
        </p:nvSpPr>
        <p:spPr>
          <a:xfrm>
            <a:off x="2195126" y="2397911"/>
            <a:ext cx="7801752" cy="489740"/>
          </a:xfrm>
          <a:prstGeom prst="rect">
            <a:avLst/>
          </a:prstGeom>
        </p:spPr>
        <p:txBody>
          <a:bodyPr anchor="b"/>
          <a:lstStyle>
            <a:lvl1pPr marR="5080" indent="129539">
              <a:lnSpc>
                <a:spcPct val="100000"/>
              </a:lnSpc>
              <a:tabLst>
                <a:tab pos="1409700" algn="l"/>
                <a:tab pos="1485900" algn="l"/>
                <a:tab pos="2311400" algn="l"/>
              </a:tabLst>
              <a:defRPr sz="3200" b="1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lvl1pPr>
          </a:lstStyle>
          <a:p>
            <a:r>
              <a:t>Title Text</a:t>
            </a:r>
          </a:p>
        </p:txBody>
      </p:sp>
      <p:sp>
        <p:nvSpPr>
          <p:cNvPr id="1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043491" y="2909878"/>
            <a:ext cx="3933495" cy="356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800">
                <a:solidFill>
                  <a:srgbClr val="FFFFFF"/>
                </a:solidFill>
                <a:latin typeface="DIN Medium"/>
                <a:ea typeface="DIN Medium"/>
                <a:cs typeface="DIN Medium"/>
                <a:sym typeface="DIN Medium"/>
              </a:defRPr>
            </a:lvl1pPr>
            <a:lvl2pPr marL="0" indent="457200">
              <a:buSzTx/>
              <a:buFontTx/>
              <a:buNone/>
              <a:defRPr sz="1800">
                <a:solidFill>
                  <a:srgbClr val="FFFFFF"/>
                </a:solidFill>
                <a:latin typeface="DIN Medium"/>
                <a:ea typeface="DIN Medium"/>
                <a:cs typeface="DIN Medium"/>
                <a:sym typeface="DIN Medium"/>
              </a:defRPr>
            </a:lvl2pPr>
            <a:lvl3pPr marL="0" indent="914400">
              <a:buSzTx/>
              <a:buFontTx/>
              <a:buNone/>
              <a:defRPr sz="1800">
                <a:solidFill>
                  <a:srgbClr val="FFFFFF"/>
                </a:solidFill>
                <a:latin typeface="DIN Medium"/>
                <a:ea typeface="DIN Medium"/>
                <a:cs typeface="DIN Medium"/>
                <a:sym typeface="DIN Medium"/>
              </a:defRPr>
            </a:lvl3pPr>
            <a:lvl4pPr marL="0" indent="1371600">
              <a:buSzTx/>
              <a:buFontTx/>
              <a:buNone/>
              <a:defRPr sz="1800">
                <a:solidFill>
                  <a:srgbClr val="FFFFFF"/>
                </a:solidFill>
                <a:latin typeface="DIN Medium"/>
                <a:ea typeface="DIN Medium"/>
                <a:cs typeface="DIN Medium"/>
                <a:sym typeface="DIN Medium"/>
              </a:defRPr>
            </a:lvl4pPr>
            <a:lvl5pPr marL="0" indent="1828800">
              <a:buSzTx/>
              <a:buFontTx/>
              <a:buNone/>
              <a:defRPr sz="1800">
                <a:solidFill>
                  <a:srgbClr val="FFFFFF"/>
                </a:solidFill>
                <a:latin typeface="DIN Medium"/>
                <a:ea typeface="DIN Medium"/>
                <a:cs typeface="DIN Medium"/>
                <a:sym typeface="DIN Medium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3" name="object 4"/>
          <p:cNvSpPr/>
          <p:nvPr/>
        </p:nvSpPr>
        <p:spPr>
          <a:xfrm>
            <a:off x="1" y="5663975"/>
            <a:ext cx="12191520" cy="119318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4" name="object 7"/>
          <p:cNvSpPr/>
          <p:nvPr/>
        </p:nvSpPr>
        <p:spPr>
          <a:xfrm>
            <a:off x="9129662" y="5065772"/>
            <a:ext cx="2364635" cy="6794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995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10995" y="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15" name="Picture 9" descr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6576" y="5446857"/>
            <a:ext cx="1788573" cy="94865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ex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itle 1"/>
          <p:cNvSpPr txBox="1"/>
          <p:nvPr/>
        </p:nvSpPr>
        <p:spPr>
          <a:xfrm>
            <a:off x="3223460" y="1480919"/>
            <a:ext cx="5745423" cy="10083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b">
            <a:spAutoFit/>
          </a:bodyPr>
          <a:lstStyle/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YOUR		</a:t>
            </a:r>
            <a:r>
              <a:rPr spc="419"/>
              <a:t>HEADLINE </a:t>
            </a:r>
            <a:endParaRPr sz="6000" spc="675">
              <a:latin typeface="Calibri Light"/>
              <a:ea typeface="Calibri Light"/>
              <a:cs typeface="Calibri Light"/>
              <a:sym typeface="Calibri Light"/>
            </a:endParaRPr>
          </a:p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WILL </a:t>
            </a:r>
            <a:r>
              <a:rPr spc="320"/>
              <a:t>SIT </a:t>
            </a:r>
            <a:r>
              <a:t>HERE</a:t>
            </a:r>
            <a:r>
              <a:rPr spc="-220"/>
              <a:t> </a:t>
            </a:r>
          </a:p>
        </p:txBody>
      </p:sp>
      <p:sp>
        <p:nvSpPr>
          <p:cNvPr id="12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45133" y="6356353"/>
            <a:ext cx="245404" cy="243841"/>
          </a:xfrm>
          <a:prstGeom prst="rect">
            <a:avLst/>
          </a:prstGeom>
        </p:spPr>
        <p:txBody>
          <a:bodyPr anchor="t"/>
          <a:lstStyle>
            <a:lvl1pPr algn="l">
              <a:defRPr sz="1000">
                <a:solidFill>
                  <a:srgbClr val="000000"/>
                </a:solidFill>
                <a:latin typeface="DIN-Regular"/>
                <a:ea typeface="DIN-Regular"/>
                <a:cs typeface="DIN-Regular"/>
                <a:sym typeface="DIN-Regula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24" name="object 89"/>
          <p:cNvSpPr/>
          <p:nvPr/>
        </p:nvSpPr>
        <p:spPr>
          <a:xfrm>
            <a:off x="1" y="-1"/>
            <a:ext cx="10191169" cy="1114926"/>
          </a:xfrm>
          <a:prstGeom prst="rect">
            <a:avLst/>
          </a:prstGeom>
          <a:solidFill>
            <a:srgbClr val="A2292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800"/>
              </a:spcBef>
              <a:tabLst>
                <a:tab pos="1689100" algn="l"/>
                <a:tab pos="3327400" algn="l"/>
                <a:tab pos="4216400" algn="l"/>
              </a:tabLst>
              <a:defRPr sz="1000">
                <a:latin typeface="DIN-Medium"/>
                <a:ea typeface="DIN-Medium"/>
                <a:cs typeface="DIN-Medium"/>
                <a:sym typeface="DIN-Medium"/>
              </a:defRPr>
            </a:pPr>
            <a:endParaRPr/>
          </a:p>
        </p:txBody>
      </p:sp>
      <p:pic>
        <p:nvPicPr>
          <p:cNvPr id="125" name="Picture 10" descr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4514" y="147154"/>
            <a:ext cx="1411131" cy="748457"/>
          </a:xfrm>
          <a:prstGeom prst="rect">
            <a:avLst/>
          </a:prstGeom>
          <a:ln w="12700">
            <a:miter lim="400000"/>
          </a:ln>
        </p:spPr>
      </p:pic>
      <p:sp>
        <p:nvSpPr>
          <p:cNvPr id="126" name="Straight Connector 13"/>
          <p:cNvSpPr/>
          <p:nvPr/>
        </p:nvSpPr>
        <p:spPr>
          <a:xfrm flipH="1">
            <a:off x="628665" y="6343136"/>
            <a:ext cx="1" cy="387180"/>
          </a:xfrm>
          <a:prstGeom prst="line">
            <a:avLst/>
          </a:prstGeom>
          <a:ln w="6350">
            <a:solidFill>
              <a:srgbClr val="A32A29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7" name="Body Level One…"/>
          <p:cNvSpPr txBox="1">
            <a:spLocks noGrp="1"/>
          </p:cNvSpPr>
          <p:nvPr>
            <p:ph type="body" idx="1"/>
          </p:nvPr>
        </p:nvSpPr>
        <p:spPr>
          <a:xfrm>
            <a:off x="838200" y="1214650"/>
            <a:ext cx="10515600" cy="4962313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8" name="Title Text"/>
          <p:cNvSpPr txBox="1">
            <a:spLocks noGrp="1"/>
          </p:cNvSpPr>
          <p:nvPr>
            <p:ph type="title"/>
          </p:nvPr>
        </p:nvSpPr>
        <p:spPr>
          <a:xfrm>
            <a:off x="838200" y="68558"/>
            <a:ext cx="9343030" cy="612480"/>
          </a:xfrm>
          <a:prstGeom prst="rect">
            <a:avLst/>
          </a:prstGeom>
        </p:spPr>
        <p:txBody>
          <a:bodyPr anchor="t"/>
          <a:lstStyle>
            <a:lvl1pPr marR="5080" indent="129539">
              <a:tabLst>
                <a:tab pos="1409700" algn="l"/>
                <a:tab pos="1485900" algn="l"/>
                <a:tab pos="2311400" algn="l"/>
              </a:tabLst>
              <a:defRPr sz="2800" b="1">
                <a:solidFill>
                  <a:srgbClr val="FFFFFF"/>
                </a:solidFill>
                <a:latin typeface="Candara"/>
                <a:ea typeface="Candara"/>
                <a:cs typeface="Candara"/>
                <a:sym typeface="Candara"/>
              </a:defRPr>
            </a:lvl1pPr>
          </a:lstStyle>
          <a:p>
            <a:r>
              <a:t>Title Text</a:t>
            </a:r>
          </a:p>
        </p:txBody>
      </p:sp>
    </p:spTree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Tex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itle 1"/>
          <p:cNvSpPr txBox="1"/>
          <p:nvPr/>
        </p:nvSpPr>
        <p:spPr>
          <a:xfrm>
            <a:off x="3223460" y="1480919"/>
            <a:ext cx="5745423" cy="10083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b">
            <a:spAutoFit/>
          </a:bodyPr>
          <a:lstStyle/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YOUR		</a:t>
            </a:r>
            <a:r>
              <a:rPr spc="419"/>
              <a:t>HEADLINE </a:t>
            </a:r>
            <a:endParaRPr sz="6000" spc="675">
              <a:latin typeface="Calibri Light"/>
              <a:ea typeface="Calibri Light"/>
              <a:cs typeface="Calibri Light"/>
              <a:sym typeface="Calibri Light"/>
            </a:endParaRPr>
          </a:p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WILL </a:t>
            </a:r>
            <a:r>
              <a:rPr spc="320"/>
              <a:t>SIT </a:t>
            </a:r>
            <a:r>
              <a:t>HERE</a:t>
            </a:r>
            <a:r>
              <a:rPr spc="-220"/>
              <a:t> </a:t>
            </a:r>
          </a:p>
        </p:txBody>
      </p:sp>
      <p:sp>
        <p:nvSpPr>
          <p:cNvPr id="13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45133" y="6356353"/>
            <a:ext cx="245404" cy="243841"/>
          </a:xfrm>
          <a:prstGeom prst="rect">
            <a:avLst/>
          </a:prstGeom>
        </p:spPr>
        <p:txBody>
          <a:bodyPr anchor="t"/>
          <a:lstStyle>
            <a:lvl1pPr algn="l">
              <a:defRPr sz="1000">
                <a:solidFill>
                  <a:srgbClr val="000000"/>
                </a:solidFill>
                <a:latin typeface="DIN-Regular"/>
                <a:ea typeface="DIN-Regular"/>
                <a:cs typeface="DIN-Regular"/>
                <a:sym typeface="DIN-Regula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37" name="object 89"/>
          <p:cNvSpPr/>
          <p:nvPr/>
        </p:nvSpPr>
        <p:spPr>
          <a:xfrm>
            <a:off x="1" y="-1"/>
            <a:ext cx="10191169" cy="1114926"/>
          </a:xfrm>
          <a:prstGeom prst="rect">
            <a:avLst/>
          </a:prstGeom>
          <a:solidFill>
            <a:srgbClr val="A2292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800"/>
              </a:spcBef>
              <a:tabLst>
                <a:tab pos="1689100" algn="l"/>
                <a:tab pos="3327400" algn="l"/>
                <a:tab pos="4216400" algn="l"/>
              </a:tabLst>
              <a:defRPr sz="1000">
                <a:latin typeface="DIN-Medium"/>
                <a:ea typeface="DIN-Medium"/>
                <a:cs typeface="DIN-Medium"/>
                <a:sym typeface="DIN-Medium"/>
              </a:defRPr>
            </a:pPr>
            <a:endParaRPr/>
          </a:p>
        </p:txBody>
      </p:sp>
      <p:pic>
        <p:nvPicPr>
          <p:cNvPr id="138" name="Picture 10" descr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4514" y="147154"/>
            <a:ext cx="1411131" cy="748457"/>
          </a:xfrm>
          <a:prstGeom prst="rect">
            <a:avLst/>
          </a:prstGeom>
          <a:ln w="12700">
            <a:miter lim="400000"/>
          </a:ln>
        </p:spPr>
      </p:pic>
      <p:sp>
        <p:nvSpPr>
          <p:cNvPr id="139" name="Straight Connector 13"/>
          <p:cNvSpPr/>
          <p:nvPr/>
        </p:nvSpPr>
        <p:spPr>
          <a:xfrm flipH="1">
            <a:off x="628665" y="6343136"/>
            <a:ext cx="1" cy="387180"/>
          </a:xfrm>
          <a:prstGeom prst="line">
            <a:avLst/>
          </a:prstGeom>
          <a:ln w="6350">
            <a:solidFill>
              <a:srgbClr val="A32A29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0" name="Straight Connector 3"/>
          <p:cNvSpPr/>
          <p:nvPr/>
        </p:nvSpPr>
        <p:spPr>
          <a:xfrm>
            <a:off x="507999" y="609600"/>
            <a:ext cx="9612002" cy="0"/>
          </a:xfrm>
          <a:prstGeom prst="line">
            <a:avLst/>
          </a:prstGeom>
          <a:ln w="19050">
            <a:solidFill>
              <a:schemeClr val="accent3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1" name="Title Text"/>
          <p:cNvSpPr txBox="1">
            <a:spLocks noGrp="1"/>
          </p:cNvSpPr>
          <p:nvPr>
            <p:ph type="title"/>
          </p:nvPr>
        </p:nvSpPr>
        <p:spPr>
          <a:xfrm>
            <a:off x="838200" y="68558"/>
            <a:ext cx="9343030" cy="612480"/>
          </a:xfrm>
          <a:prstGeom prst="rect">
            <a:avLst/>
          </a:prstGeom>
        </p:spPr>
        <p:txBody>
          <a:bodyPr anchor="t"/>
          <a:lstStyle>
            <a:lvl1pPr marR="5080" indent="129539">
              <a:tabLst>
                <a:tab pos="1409700" algn="l"/>
                <a:tab pos="1485900" algn="l"/>
                <a:tab pos="2311400" algn="l"/>
              </a:tabLst>
              <a:defRPr sz="2800" b="1">
                <a:solidFill>
                  <a:srgbClr val="FFFFFF"/>
                </a:solidFill>
                <a:latin typeface="Candara"/>
                <a:ea typeface="Candara"/>
                <a:cs typeface="Candara"/>
                <a:sym typeface="Candara"/>
              </a:defRPr>
            </a:lvl1pPr>
          </a:lstStyle>
          <a:p>
            <a:r>
              <a:t>Title Text</a:t>
            </a:r>
          </a:p>
        </p:txBody>
      </p:sp>
    </p:spTree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Tex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Title 1"/>
          <p:cNvSpPr txBox="1"/>
          <p:nvPr/>
        </p:nvSpPr>
        <p:spPr>
          <a:xfrm>
            <a:off x="3223460" y="1480919"/>
            <a:ext cx="5745423" cy="10083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b">
            <a:spAutoFit/>
          </a:bodyPr>
          <a:lstStyle/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YOUR		</a:t>
            </a:r>
            <a:r>
              <a:rPr spc="419"/>
              <a:t>HEADLINE </a:t>
            </a:r>
            <a:endParaRPr sz="6000" spc="675">
              <a:latin typeface="Calibri Light"/>
              <a:ea typeface="Calibri Light"/>
              <a:cs typeface="Calibri Light"/>
              <a:sym typeface="Calibri Light"/>
            </a:endParaRPr>
          </a:p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WILL </a:t>
            </a:r>
            <a:r>
              <a:rPr spc="320"/>
              <a:t>SIT </a:t>
            </a:r>
            <a:r>
              <a:t>HERE</a:t>
            </a:r>
            <a:r>
              <a:rPr spc="-220"/>
              <a:t> </a:t>
            </a:r>
          </a:p>
        </p:txBody>
      </p:sp>
      <p:sp>
        <p:nvSpPr>
          <p:cNvPr id="14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45133" y="6356353"/>
            <a:ext cx="245404" cy="243841"/>
          </a:xfrm>
          <a:prstGeom prst="rect">
            <a:avLst/>
          </a:prstGeom>
        </p:spPr>
        <p:txBody>
          <a:bodyPr anchor="t"/>
          <a:lstStyle>
            <a:lvl1pPr algn="l">
              <a:defRPr sz="1000">
                <a:solidFill>
                  <a:srgbClr val="000000"/>
                </a:solidFill>
                <a:latin typeface="DIN-Regular"/>
                <a:ea typeface="DIN-Regular"/>
                <a:cs typeface="DIN-Regular"/>
                <a:sym typeface="DIN-Regula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50" name="object 89"/>
          <p:cNvSpPr/>
          <p:nvPr/>
        </p:nvSpPr>
        <p:spPr>
          <a:xfrm>
            <a:off x="1" y="-1"/>
            <a:ext cx="10191169" cy="1114926"/>
          </a:xfrm>
          <a:prstGeom prst="rect">
            <a:avLst/>
          </a:prstGeom>
          <a:solidFill>
            <a:srgbClr val="A2292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800"/>
              </a:spcBef>
              <a:tabLst>
                <a:tab pos="1689100" algn="l"/>
                <a:tab pos="3327400" algn="l"/>
                <a:tab pos="4216400" algn="l"/>
              </a:tabLst>
              <a:defRPr sz="1000">
                <a:latin typeface="DIN-Medium"/>
                <a:ea typeface="DIN-Medium"/>
                <a:cs typeface="DIN-Medium"/>
                <a:sym typeface="DIN-Medium"/>
              </a:defRPr>
            </a:pPr>
            <a:endParaRPr/>
          </a:p>
        </p:txBody>
      </p:sp>
      <p:pic>
        <p:nvPicPr>
          <p:cNvPr id="151" name="Picture 10" descr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4514" y="147154"/>
            <a:ext cx="1411131" cy="748457"/>
          </a:xfrm>
          <a:prstGeom prst="rect">
            <a:avLst/>
          </a:prstGeom>
          <a:ln w="12700">
            <a:miter lim="400000"/>
          </a:ln>
        </p:spPr>
      </p:pic>
      <p:sp>
        <p:nvSpPr>
          <p:cNvPr id="152" name="Straight Connector 13"/>
          <p:cNvSpPr/>
          <p:nvPr/>
        </p:nvSpPr>
        <p:spPr>
          <a:xfrm flipH="1">
            <a:off x="628665" y="6343136"/>
            <a:ext cx="1" cy="387180"/>
          </a:xfrm>
          <a:prstGeom prst="line">
            <a:avLst/>
          </a:prstGeom>
          <a:ln w="6350">
            <a:solidFill>
              <a:srgbClr val="A32A29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</p:spTree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Title 1"/>
          <p:cNvSpPr txBox="1"/>
          <p:nvPr/>
        </p:nvSpPr>
        <p:spPr>
          <a:xfrm>
            <a:off x="3223460" y="1480919"/>
            <a:ext cx="5745423" cy="10083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b">
            <a:spAutoFit/>
          </a:bodyPr>
          <a:lstStyle/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YOUR		</a:t>
            </a:r>
            <a:r>
              <a:rPr spc="419"/>
              <a:t>HEADLINE </a:t>
            </a:r>
            <a:endParaRPr sz="6000" spc="675">
              <a:latin typeface="Calibri Light"/>
              <a:ea typeface="Calibri Light"/>
              <a:cs typeface="Calibri Light"/>
              <a:sym typeface="Calibri Light"/>
            </a:endParaRPr>
          </a:p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WILL </a:t>
            </a:r>
            <a:r>
              <a:rPr spc="320"/>
              <a:t>SIT </a:t>
            </a:r>
            <a:r>
              <a:t>HERE</a:t>
            </a:r>
            <a:r>
              <a:rPr spc="-220"/>
              <a:t> </a:t>
            </a:r>
          </a:p>
        </p:txBody>
      </p:sp>
      <p:sp>
        <p:nvSpPr>
          <p:cNvPr id="16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45133" y="6356353"/>
            <a:ext cx="245404" cy="243841"/>
          </a:xfrm>
          <a:prstGeom prst="rect">
            <a:avLst/>
          </a:prstGeom>
        </p:spPr>
        <p:txBody>
          <a:bodyPr anchor="t"/>
          <a:lstStyle>
            <a:lvl1pPr algn="l">
              <a:defRPr sz="1000">
                <a:solidFill>
                  <a:srgbClr val="000000"/>
                </a:solidFill>
                <a:latin typeface="DIN-Regular"/>
                <a:ea typeface="DIN-Regular"/>
                <a:cs typeface="DIN-Regular"/>
                <a:sym typeface="DIN-Regula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61" name="object 89"/>
          <p:cNvSpPr/>
          <p:nvPr/>
        </p:nvSpPr>
        <p:spPr>
          <a:xfrm>
            <a:off x="1" y="-1"/>
            <a:ext cx="10191169" cy="1114926"/>
          </a:xfrm>
          <a:prstGeom prst="rect">
            <a:avLst/>
          </a:prstGeom>
          <a:solidFill>
            <a:srgbClr val="A2292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800"/>
              </a:spcBef>
              <a:tabLst>
                <a:tab pos="1689100" algn="l"/>
                <a:tab pos="3327400" algn="l"/>
                <a:tab pos="4216400" algn="l"/>
              </a:tabLst>
              <a:defRPr sz="1000">
                <a:latin typeface="DIN-Medium"/>
                <a:ea typeface="DIN-Medium"/>
                <a:cs typeface="DIN-Medium"/>
                <a:sym typeface="DIN-Medium"/>
              </a:defRPr>
            </a:pPr>
            <a:endParaRPr/>
          </a:p>
        </p:txBody>
      </p:sp>
      <p:pic>
        <p:nvPicPr>
          <p:cNvPr id="162" name="Picture 10" descr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4514" y="147154"/>
            <a:ext cx="1411131" cy="748457"/>
          </a:xfrm>
          <a:prstGeom prst="rect">
            <a:avLst/>
          </a:prstGeom>
          <a:ln w="12700">
            <a:miter lim="400000"/>
          </a:ln>
        </p:spPr>
      </p:pic>
      <p:sp>
        <p:nvSpPr>
          <p:cNvPr id="163" name="Straight Connector 13"/>
          <p:cNvSpPr/>
          <p:nvPr/>
        </p:nvSpPr>
        <p:spPr>
          <a:xfrm flipH="1">
            <a:off x="628665" y="6343136"/>
            <a:ext cx="1" cy="387180"/>
          </a:xfrm>
          <a:prstGeom prst="line">
            <a:avLst/>
          </a:prstGeom>
          <a:ln w="6350">
            <a:solidFill>
              <a:srgbClr val="A32A29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4" name="object 3"/>
          <p:cNvSpPr/>
          <p:nvPr/>
        </p:nvSpPr>
        <p:spPr>
          <a:xfrm>
            <a:off x="1" y="-1"/>
            <a:ext cx="12191520" cy="5663913"/>
          </a:xfrm>
          <a:prstGeom prst="rect">
            <a:avLst/>
          </a:prstGeom>
          <a:solidFill>
            <a:srgbClr val="A32A29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5" name="object 4"/>
          <p:cNvSpPr/>
          <p:nvPr/>
        </p:nvSpPr>
        <p:spPr>
          <a:xfrm>
            <a:off x="1" y="5663975"/>
            <a:ext cx="12191520" cy="119318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6" name="object 7"/>
          <p:cNvSpPr/>
          <p:nvPr/>
        </p:nvSpPr>
        <p:spPr>
          <a:xfrm>
            <a:off x="9129662" y="5065772"/>
            <a:ext cx="2364635" cy="6794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995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10995" y="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67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6576" y="5446857"/>
            <a:ext cx="1788573" cy="94865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Title 1"/>
          <p:cNvSpPr txBox="1"/>
          <p:nvPr/>
        </p:nvSpPr>
        <p:spPr>
          <a:xfrm>
            <a:off x="3223460" y="1480919"/>
            <a:ext cx="5745423" cy="10083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b">
            <a:spAutoFit/>
          </a:bodyPr>
          <a:lstStyle/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YOUR		</a:t>
            </a:r>
            <a:r>
              <a:rPr spc="419"/>
              <a:t>HEADLINE </a:t>
            </a:r>
            <a:endParaRPr sz="6000" spc="675">
              <a:latin typeface="Calibri Light"/>
              <a:ea typeface="Calibri Light"/>
              <a:cs typeface="Calibri Light"/>
              <a:sym typeface="Calibri Light"/>
            </a:endParaRPr>
          </a:p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WILL </a:t>
            </a:r>
            <a:r>
              <a:rPr spc="320"/>
              <a:t>SIT </a:t>
            </a:r>
            <a:r>
              <a:t>HERE</a:t>
            </a:r>
            <a:r>
              <a:rPr spc="-220"/>
              <a:t> </a:t>
            </a:r>
          </a:p>
        </p:txBody>
      </p:sp>
      <p:sp>
        <p:nvSpPr>
          <p:cNvPr id="17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45133" y="6356353"/>
            <a:ext cx="245404" cy="243841"/>
          </a:xfrm>
          <a:prstGeom prst="rect">
            <a:avLst/>
          </a:prstGeom>
        </p:spPr>
        <p:txBody>
          <a:bodyPr anchor="t"/>
          <a:lstStyle>
            <a:lvl1pPr algn="l">
              <a:defRPr sz="1000">
                <a:solidFill>
                  <a:srgbClr val="000000"/>
                </a:solidFill>
                <a:latin typeface="DIN-Regular"/>
                <a:ea typeface="DIN-Regular"/>
                <a:cs typeface="DIN-Regular"/>
                <a:sym typeface="DIN-Regula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76" name="object 89"/>
          <p:cNvSpPr/>
          <p:nvPr/>
        </p:nvSpPr>
        <p:spPr>
          <a:xfrm>
            <a:off x="1" y="-1"/>
            <a:ext cx="10191169" cy="1114926"/>
          </a:xfrm>
          <a:prstGeom prst="rect">
            <a:avLst/>
          </a:prstGeom>
          <a:solidFill>
            <a:srgbClr val="A2292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800"/>
              </a:spcBef>
              <a:tabLst>
                <a:tab pos="1689100" algn="l"/>
                <a:tab pos="3327400" algn="l"/>
                <a:tab pos="4216400" algn="l"/>
              </a:tabLst>
              <a:defRPr sz="1000">
                <a:latin typeface="DIN-Medium"/>
                <a:ea typeface="DIN-Medium"/>
                <a:cs typeface="DIN-Medium"/>
                <a:sym typeface="DIN-Medium"/>
              </a:defRPr>
            </a:pPr>
            <a:endParaRPr/>
          </a:p>
        </p:txBody>
      </p:sp>
      <p:pic>
        <p:nvPicPr>
          <p:cNvPr id="177" name="Picture 10" descr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4514" y="147154"/>
            <a:ext cx="1411131" cy="748457"/>
          </a:xfrm>
          <a:prstGeom prst="rect">
            <a:avLst/>
          </a:prstGeom>
          <a:ln w="12700">
            <a:miter lim="400000"/>
          </a:ln>
        </p:spPr>
      </p:pic>
      <p:sp>
        <p:nvSpPr>
          <p:cNvPr id="178" name="Straight Connector 13"/>
          <p:cNvSpPr/>
          <p:nvPr/>
        </p:nvSpPr>
        <p:spPr>
          <a:xfrm flipH="1">
            <a:off x="628665" y="6343136"/>
            <a:ext cx="1" cy="387180"/>
          </a:xfrm>
          <a:prstGeom prst="line">
            <a:avLst/>
          </a:prstGeom>
          <a:ln w="6350">
            <a:solidFill>
              <a:srgbClr val="A32A29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79" name="object 3"/>
          <p:cNvSpPr/>
          <p:nvPr/>
        </p:nvSpPr>
        <p:spPr>
          <a:xfrm>
            <a:off x="2" y="-1"/>
            <a:ext cx="12191520" cy="5663913"/>
          </a:xfrm>
          <a:prstGeom prst="rect">
            <a:avLst/>
          </a:prstGeom>
          <a:solidFill>
            <a:srgbClr val="A32A29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80" name="object 4"/>
          <p:cNvSpPr/>
          <p:nvPr/>
        </p:nvSpPr>
        <p:spPr>
          <a:xfrm>
            <a:off x="2" y="5663977"/>
            <a:ext cx="12191520" cy="119318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81" name="object 7"/>
          <p:cNvSpPr/>
          <p:nvPr/>
        </p:nvSpPr>
        <p:spPr>
          <a:xfrm>
            <a:off x="9129662" y="5065774"/>
            <a:ext cx="2364635" cy="6794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995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10995" y="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82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6576" y="5446860"/>
            <a:ext cx="1788574" cy="948652"/>
          </a:xfrm>
          <a:prstGeom prst="rect">
            <a:avLst/>
          </a:prstGeom>
          <a:ln w="12700">
            <a:miter lim="400000"/>
          </a:ln>
        </p:spPr>
      </p:pic>
      <p:sp>
        <p:nvSpPr>
          <p:cNvPr id="183" name="TextBox 1"/>
          <p:cNvSpPr txBox="1"/>
          <p:nvPr/>
        </p:nvSpPr>
        <p:spPr>
          <a:xfrm>
            <a:off x="4615189" y="2539838"/>
            <a:ext cx="2961622" cy="57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3200">
                <a:solidFill>
                  <a:srgbClr val="FFFFFF"/>
                </a:solidFill>
                <a:latin typeface="DIN-Regular"/>
                <a:ea typeface="DIN-Regular"/>
                <a:cs typeface="DIN-Regular"/>
                <a:sym typeface="DIN-Regular"/>
              </a:defRPr>
            </a:lvl1pPr>
          </a:lstStyle>
          <a:p>
            <a:r>
              <a:t>THANK YOU</a:t>
            </a:r>
          </a:p>
        </p:txBody>
      </p:sp>
    </p:spTree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Title 1"/>
          <p:cNvSpPr txBox="1"/>
          <p:nvPr/>
        </p:nvSpPr>
        <p:spPr>
          <a:xfrm>
            <a:off x="3223460" y="1480919"/>
            <a:ext cx="5745423" cy="10083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b">
            <a:spAutoFit/>
          </a:bodyPr>
          <a:lstStyle/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YOUR		</a:t>
            </a:r>
            <a:r>
              <a:rPr spc="419"/>
              <a:t>HEADLINE </a:t>
            </a:r>
            <a:endParaRPr sz="6000" spc="675">
              <a:latin typeface="Calibri Light"/>
              <a:ea typeface="Calibri Light"/>
              <a:cs typeface="Calibri Light"/>
              <a:sym typeface="Calibri Light"/>
            </a:endParaRPr>
          </a:p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WILL </a:t>
            </a:r>
            <a:r>
              <a:rPr spc="320"/>
              <a:t>SIT </a:t>
            </a:r>
            <a:r>
              <a:t>HERE</a:t>
            </a:r>
            <a:r>
              <a:rPr spc="-220"/>
              <a:t> </a:t>
            </a:r>
          </a:p>
        </p:txBody>
      </p:sp>
      <p:sp>
        <p:nvSpPr>
          <p:cNvPr id="19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45133" y="6356353"/>
            <a:ext cx="245404" cy="243841"/>
          </a:xfrm>
          <a:prstGeom prst="rect">
            <a:avLst/>
          </a:prstGeom>
        </p:spPr>
        <p:txBody>
          <a:bodyPr anchor="t"/>
          <a:lstStyle>
            <a:lvl1pPr algn="l">
              <a:defRPr sz="1000">
                <a:solidFill>
                  <a:srgbClr val="000000"/>
                </a:solidFill>
                <a:latin typeface="DIN-Regular"/>
                <a:ea typeface="DIN-Regular"/>
                <a:cs typeface="DIN-Regular"/>
                <a:sym typeface="DIN-Regula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92" name="object 89"/>
          <p:cNvSpPr/>
          <p:nvPr/>
        </p:nvSpPr>
        <p:spPr>
          <a:xfrm>
            <a:off x="1" y="-1"/>
            <a:ext cx="10191169" cy="1114926"/>
          </a:xfrm>
          <a:prstGeom prst="rect">
            <a:avLst/>
          </a:prstGeom>
          <a:solidFill>
            <a:srgbClr val="A2292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800"/>
              </a:spcBef>
              <a:tabLst>
                <a:tab pos="1689100" algn="l"/>
                <a:tab pos="3327400" algn="l"/>
                <a:tab pos="4216400" algn="l"/>
              </a:tabLst>
              <a:defRPr sz="1000">
                <a:latin typeface="DIN-Medium"/>
                <a:ea typeface="DIN-Medium"/>
                <a:cs typeface="DIN-Medium"/>
                <a:sym typeface="DIN-Medium"/>
              </a:defRPr>
            </a:pPr>
            <a:endParaRPr/>
          </a:p>
        </p:txBody>
      </p:sp>
      <p:pic>
        <p:nvPicPr>
          <p:cNvPr id="193" name="Picture 10" descr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4514" y="147154"/>
            <a:ext cx="1411131" cy="748457"/>
          </a:xfrm>
          <a:prstGeom prst="rect">
            <a:avLst/>
          </a:prstGeom>
          <a:ln w="12700">
            <a:miter lim="400000"/>
          </a:ln>
        </p:spPr>
      </p:pic>
      <p:sp>
        <p:nvSpPr>
          <p:cNvPr id="194" name="Straight Connector 13"/>
          <p:cNvSpPr/>
          <p:nvPr/>
        </p:nvSpPr>
        <p:spPr>
          <a:xfrm flipH="1">
            <a:off x="628665" y="6343136"/>
            <a:ext cx="1" cy="387180"/>
          </a:xfrm>
          <a:prstGeom prst="line">
            <a:avLst/>
          </a:prstGeom>
          <a:ln w="6350">
            <a:solidFill>
              <a:srgbClr val="A32A29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</p:spTree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3">
            <a:extLst>
              <a:ext uri="{FF2B5EF4-FFF2-40B4-BE49-F238E27FC236}">
                <a16:creationId xmlns:a16="http://schemas.microsoft.com/office/drawing/2014/main" id="{CFB6CA7C-6734-EE43-B554-8309CE393AB8}"/>
              </a:ext>
            </a:extLst>
          </p:cNvPr>
          <p:cNvSpPr/>
          <p:nvPr userDrawn="1"/>
        </p:nvSpPr>
        <p:spPr>
          <a:xfrm>
            <a:off x="1" y="0"/>
            <a:ext cx="12192343" cy="5664452"/>
          </a:xfrm>
          <a:custGeom>
            <a:avLst/>
            <a:gdLst/>
            <a:ahLst/>
            <a:cxnLst/>
            <a:rect l="l" t="t" r="r" b="b"/>
            <a:pathLst>
              <a:path w="7159625" h="3594735">
                <a:moveTo>
                  <a:pt x="0" y="3594392"/>
                </a:moveTo>
                <a:lnTo>
                  <a:pt x="7159142" y="3594392"/>
                </a:lnTo>
                <a:lnTo>
                  <a:pt x="7159142" y="0"/>
                </a:lnTo>
                <a:lnTo>
                  <a:pt x="0" y="0"/>
                </a:lnTo>
                <a:lnTo>
                  <a:pt x="0" y="3594392"/>
                </a:lnTo>
                <a:close/>
              </a:path>
            </a:pathLst>
          </a:custGeom>
          <a:solidFill>
            <a:srgbClr val="A32A29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 kern="0">
              <a:solidFill>
                <a:prstClr val="black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195126" y="2397912"/>
            <a:ext cx="7801751" cy="489739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100000"/>
              </a:lnSpc>
              <a:defRPr sz="3200" b="1" i="0" spc="0">
                <a:solidFill>
                  <a:schemeClr val="bg1"/>
                </a:solidFill>
                <a:latin typeface="DIN" pitchFamily="2" charset="77"/>
              </a:defRPr>
            </a:lvl1pPr>
          </a:lstStyle>
          <a:p>
            <a:r>
              <a:rPr lang="en-US"/>
              <a:t>YOUR HEADLINE WILL SIT HERE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043492" y="2909879"/>
            <a:ext cx="3933494" cy="3561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850" b="0" i="0">
                <a:solidFill>
                  <a:schemeClr val="bg1"/>
                </a:solidFill>
                <a:latin typeface="DIN Medium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YOUR SUBHEAD GOES HERE</a:t>
            </a: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E1AF54BB-897E-B34A-92A6-D5F5758BBCA7}"/>
              </a:ext>
            </a:extLst>
          </p:cNvPr>
          <p:cNvSpPr/>
          <p:nvPr userDrawn="1"/>
        </p:nvSpPr>
        <p:spPr>
          <a:xfrm>
            <a:off x="1" y="5663976"/>
            <a:ext cx="12192343" cy="1194025"/>
          </a:xfrm>
          <a:custGeom>
            <a:avLst/>
            <a:gdLst/>
            <a:ahLst/>
            <a:cxnLst/>
            <a:rect l="l" t="t" r="r" b="b"/>
            <a:pathLst>
              <a:path w="7159625" h="862964">
                <a:moveTo>
                  <a:pt x="7159142" y="862355"/>
                </a:moveTo>
                <a:lnTo>
                  <a:pt x="0" y="862355"/>
                </a:lnTo>
                <a:lnTo>
                  <a:pt x="0" y="0"/>
                </a:lnTo>
                <a:lnTo>
                  <a:pt x="7159142" y="0"/>
                </a:lnTo>
                <a:lnTo>
                  <a:pt x="7159142" y="86235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 kern="0">
              <a:solidFill>
                <a:prstClr val="black"/>
              </a:solidFill>
            </a:endParaRPr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FE381B8E-77FC-D047-84DA-A9212F9AD495}"/>
              </a:ext>
            </a:extLst>
          </p:cNvPr>
          <p:cNvSpPr/>
          <p:nvPr userDrawn="1"/>
        </p:nvSpPr>
        <p:spPr>
          <a:xfrm>
            <a:off x="9129662" y="5065773"/>
            <a:ext cx="2364937" cy="680041"/>
          </a:xfrm>
          <a:custGeom>
            <a:avLst/>
            <a:gdLst/>
            <a:ahLst/>
            <a:cxnLst/>
            <a:rect l="l" t="t" r="r" b="b"/>
            <a:pathLst>
              <a:path w="1388745" h="491489">
                <a:moveTo>
                  <a:pt x="706793" y="0"/>
                </a:moveTo>
                <a:lnTo>
                  <a:pt x="0" y="491045"/>
                </a:lnTo>
                <a:lnTo>
                  <a:pt x="1388567" y="491045"/>
                </a:lnTo>
                <a:lnTo>
                  <a:pt x="70679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 kern="0">
              <a:solidFill>
                <a:prstClr val="black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368A366-A561-B648-B070-1EE7C47AD69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46576" y="5446858"/>
            <a:ext cx="1788572" cy="948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33567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838200" y="1214651"/>
            <a:ext cx="10515600" cy="49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F93F7E-7527-4F41-B38C-791501DC3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559"/>
            <a:ext cx="9343030" cy="612478"/>
          </a:xfrm>
          <a:prstGeom prst="rect">
            <a:avLst/>
          </a:prstGeom>
        </p:spPr>
        <p:txBody>
          <a:bodyPr/>
          <a:lstStyle>
            <a:lvl1pPr algn="l">
              <a:defRPr sz="2800" b="1">
                <a:solidFill>
                  <a:schemeClr val="bg1"/>
                </a:solidFill>
                <a:latin typeface="Candara" panose="020E0502030303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44146882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>
            <a:off x="508000" y="609600"/>
            <a:ext cx="9612000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BDC7C993-77E7-49AE-96B7-56ECCEC05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559"/>
            <a:ext cx="9343030" cy="612478"/>
          </a:xfrm>
          <a:prstGeom prst="rect">
            <a:avLst/>
          </a:prstGeom>
        </p:spPr>
        <p:txBody>
          <a:bodyPr/>
          <a:lstStyle>
            <a:lvl1pPr algn="l">
              <a:defRPr sz="2800" b="1">
                <a:solidFill>
                  <a:schemeClr val="bg1"/>
                </a:solidFill>
                <a:latin typeface="Candara" panose="020E0502030303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64744198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104162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>
            <a:extLst>
              <a:ext uri="{FF2B5EF4-FFF2-40B4-BE49-F238E27FC236}">
                <a16:creationId xmlns:a16="http://schemas.microsoft.com/office/drawing/2014/main" id="{BCB30C3D-3668-D547-9032-9A97D6F673F1}"/>
              </a:ext>
            </a:extLst>
          </p:cNvPr>
          <p:cNvSpPr/>
          <p:nvPr userDrawn="1"/>
        </p:nvSpPr>
        <p:spPr>
          <a:xfrm>
            <a:off x="1" y="0"/>
            <a:ext cx="12192343" cy="5664452"/>
          </a:xfrm>
          <a:custGeom>
            <a:avLst/>
            <a:gdLst/>
            <a:ahLst/>
            <a:cxnLst/>
            <a:rect l="l" t="t" r="r" b="b"/>
            <a:pathLst>
              <a:path w="7159625" h="3594735">
                <a:moveTo>
                  <a:pt x="0" y="3594392"/>
                </a:moveTo>
                <a:lnTo>
                  <a:pt x="7159142" y="3594392"/>
                </a:lnTo>
                <a:lnTo>
                  <a:pt x="7159142" y="0"/>
                </a:lnTo>
                <a:lnTo>
                  <a:pt x="0" y="0"/>
                </a:lnTo>
                <a:lnTo>
                  <a:pt x="0" y="3594392"/>
                </a:lnTo>
                <a:close/>
              </a:path>
            </a:pathLst>
          </a:custGeom>
          <a:solidFill>
            <a:srgbClr val="A32A29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 kern="0">
              <a:solidFill>
                <a:prstClr val="black"/>
              </a:solidFill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E6B91E90-D840-D94E-B413-E85FDD7CDCAD}"/>
              </a:ext>
            </a:extLst>
          </p:cNvPr>
          <p:cNvSpPr/>
          <p:nvPr userDrawn="1"/>
        </p:nvSpPr>
        <p:spPr>
          <a:xfrm>
            <a:off x="1" y="5663976"/>
            <a:ext cx="12192343" cy="1194025"/>
          </a:xfrm>
          <a:custGeom>
            <a:avLst/>
            <a:gdLst/>
            <a:ahLst/>
            <a:cxnLst/>
            <a:rect l="l" t="t" r="r" b="b"/>
            <a:pathLst>
              <a:path w="7159625" h="862964">
                <a:moveTo>
                  <a:pt x="7159142" y="862355"/>
                </a:moveTo>
                <a:lnTo>
                  <a:pt x="0" y="862355"/>
                </a:lnTo>
                <a:lnTo>
                  <a:pt x="0" y="0"/>
                </a:lnTo>
                <a:lnTo>
                  <a:pt x="7159142" y="0"/>
                </a:lnTo>
                <a:lnTo>
                  <a:pt x="7159142" y="86235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 kern="0">
              <a:solidFill>
                <a:prstClr val="black"/>
              </a:solidFill>
            </a:endParaRPr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918D2FE6-78D6-394B-8E03-A2CBE4722755}"/>
              </a:ext>
            </a:extLst>
          </p:cNvPr>
          <p:cNvSpPr/>
          <p:nvPr userDrawn="1"/>
        </p:nvSpPr>
        <p:spPr>
          <a:xfrm>
            <a:off x="9129662" y="5065773"/>
            <a:ext cx="2364937" cy="680041"/>
          </a:xfrm>
          <a:custGeom>
            <a:avLst/>
            <a:gdLst/>
            <a:ahLst/>
            <a:cxnLst/>
            <a:rect l="l" t="t" r="r" b="b"/>
            <a:pathLst>
              <a:path w="1388745" h="491489">
                <a:moveTo>
                  <a:pt x="706793" y="0"/>
                </a:moveTo>
                <a:lnTo>
                  <a:pt x="0" y="491045"/>
                </a:lnTo>
                <a:lnTo>
                  <a:pt x="1388567" y="491045"/>
                </a:lnTo>
                <a:lnTo>
                  <a:pt x="70679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 kern="0">
              <a:solidFill>
                <a:prstClr val="black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7E3A3A-AE22-3D44-96D5-1DC8A1467F5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46576" y="5446858"/>
            <a:ext cx="1788572" cy="948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47717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>
            <a:extLst>
              <a:ext uri="{FF2B5EF4-FFF2-40B4-BE49-F238E27FC236}">
                <a16:creationId xmlns:a16="http://schemas.microsoft.com/office/drawing/2014/main" id="{BCB30C3D-3668-D547-9032-9A97D6F673F1}"/>
              </a:ext>
            </a:extLst>
          </p:cNvPr>
          <p:cNvSpPr/>
          <p:nvPr userDrawn="1"/>
        </p:nvSpPr>
        <p:spPr>
          <a:xfrm>
            <a:off x="2" y="0"/>
            <a:ext cx="12192343" cy="5664452"/>
          </a:xfrm>
          <a:custGeom>
            <a:avLst/>
            <a:gdLst/>
            <a:ahLst/>
            <a:cxnLst/>
            <a:rect l="l" t="t" r="r" b="b"/>
            <a:pathLst>
              <a:path w="7159625" h="3594735">
                <a:moveTo>
                  <a:pt x="0" y="3594392"/>
                </a:moveTo>
                <a:lnTo>
                  <a:pt x="7159142" y="3594392"/>
                </a:lnTo>
                <a:lnTo>
                  <a:pt x="7159142" y="0"/>
                </a:lnTo>
                <a:lnTo>
                  <a:pt x="0" y="0"/>
                </a:lnTo>
                <a:lnTo>
                  <a:pt x="0" y="3594392"/>
                </a:lnTo>
                <a:close/>
              </a:path>
            </a:pathLst>
          </a:custGeom>
          <a:solidFill>
            <a:srgbClr val="A32A29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 kern="0">
              <a:solidFill>
                <a:prstClr val="black"/>
              </a:solidFill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E6B91E90-D840-D94E-B413-E85FDD7CDCAD}"/>
              </a:ext>
            </a:extLst>
          </p:cNvPr>
          <p:cNvSpPr/>
          <p:nvPr userDrawn="1"/>
        </p:nvSpPr>
        <p:spPr>
          <a:xfrm>
            <a:off x="2" y="5663978"/>
            <a:ext cx="12192343" cy="1194025"/>
          </a:xfrm>
          <a:custGeom>
            <a:avLst/>
            <a:gdLst/>
            <a:ahLst/>
            <a:cxnLst/>
            <a:rect l="l" t="t" r="r" b="b"/>
            <a:pathLst>
              <a:path w="7159625" h="862964">
                <a:moveTo>
                  <a:pt x="7159142" y="862355"/>
                </a:moveTo>
                <a:lnTo>
                  <a:pt x="0" y="862355"/>
                </a:lnTo>
                <a:lnTo>
                  <a:pt x="0" y="0"/>
                </a:lnTo>
                <a:lnTo>
                  <a:pt x="7159142" y="0"/>
                </a:lnTo>
                <a:lnTo>
                  <a:pt x="7159142" y="86235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 kern="0">
              <a:solidFill>
                <a:prstClr val="black"/>
              </a:solidFill>
            </a:endParaRPr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918D2FE6-78D6-394B-8E03-A2CBE4722755}"/>
              </a:ext>
            </a:extLst>
          </p:cNvPr>
          <p:cNvSpPr/>
          <p:nvPr userDrawn="1"/>
        </p:nvSpPr>
        <p:spPr>
          <a:xfrm>
            <a:off x="9129663" y="5065775"/>
            <a:ext cx="2364937" cy="680041"/>
          </a:xfrm>
          <a:custGeom>
            <a:avLst/>
            <a:gdLst/>
            <a:ahLst/>
            <a:cxnLst/>
            <a:rect l="l" t="t" r="r" b="b"/>
            <a:pathLst>
              <a:path w="1388745" h="491489">
                <a:moveTo>
                  <a:pt x="706793" y="0"/>
                </a:moveTo>
                <a:lnTo>
                  <a:pt x="0" y="491045"/>
                </a:lnTo>
                <a:lnTo>
                  <a:pt x="1388567" y="491045"/>
                </a:lnTo>
                <a:lnTo>
                  <a:pt x="70679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 kern="0">
              <a:solidFill>
                <a:prstClr val="black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7E3A3A-AE22-3D44-96D5-1DC8A1467F5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46577" y="5446860"/>
            <a:ext cx="1788572" cy="94865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4E3B060-FC77-7A4B-9A52-EB4225DA3D0C}"/>
              </a:ext>
            </a:extLst>
          </p:cNvPr>
          <p:cNvSpPr txBox="1"/>
          <p:nvPr userDrawn="1"/>
        </p:nvSpPr>
        <p:spPr>
          <a:xfrm>
            <a:off x="4615190" y="2539839"/>
            <a:ext cx="29616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prstClr val="white"/>
                </a:solidFill>
                <a:latin typeface="DIN-Regular" pitchFamily="2" charset="77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87501919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CF1797-67C6-4982-AE03-071DB435EE3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51D45D-B824-41F6-A177-91459DD050E1}" type="datetimeFigureOut">
              <a:rPr lang="en-US">
                <a:solidFill>
                  <a:prstClr val="black"/>
                </a:solidFill>
              </a:rPr>
              <a:pPr/>
              <a:t>4/12/24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6FE418-DA22-4367-861F-43D6ADD50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7AFF6C-9833-4A92-B45B-7D4063688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1356179-D1BE-4368-869B-267F2EB5153C}" type="slidenum">
              <a:rPr lang="en-US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784424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IMAG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9662" y="6356353"/>
            <a:ext cx="245403" cy="243841"/>
          </a:xfrm>
          <a:prstGeom prst="rect">
            <a:avLst/>
          </a:prstGeom>
        </p:spPr>
        <p:txBody>
          <a:bodyPr anchor="t"/>
          <a:lstStyle>
            <a:lvl1pPr algn="l">
              <a:defRPr sz="1000">
                <a:solidFill>
                  <a:srgbClr val="000000"/>
                </a:solidFill>
                <a:latin typeface="DIN-Regular"/>
                <a:ea typeface="DIN-Regular"/>
                <a:cs typeface="DIN-Regular"/>
                <a:sym typeface="DIN-Regula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93" name="Straight Connector 6"/>
          <p:cNvSpPr/>
          <p:nvPr/>
        </p:nvSpPr>
        <p:spPr>
          <a:xfrm>
            <a:off x="1693192" y="6343136"/>
            <a:ext cx="1" cy="387180"/>
          </a:xfrm>
          <a:prstGeom prst="line">
            <a:avLst/>
          </a:prstGeom>
          <a:ln w="6350">
            <a:solidFill>
              <a:srgbClr val="A32A29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4" name="object 89"/>
          <p:cNvSpPr/>
          <p:nvPr/>
        </p:nvSpPr>
        <p:spPr>
          <a:xfrm>
            <a:off x="1" y="-1"/>
            <a:ext cx="10191169" cy="1114926"/>
          </a:xfrm>
          <a:prstGeom prst="rect">
            <a:avLst/>
          </a:prstGeom>
          <a:solidFill>
            <a:srgbClr val="A2292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800"/>
              </a:spcBef>
              <a:tabLst>
                <a:tab pos="1689100" algn="l"/>
                <a:tab pos="3327400" algn="l"/>
                <a:tab pos="4216400" algn="l"/>
              </a:tabLst>
              <a:defRPr sz="1000">
                <a:latin typeface="DIN-Medium"/>
                <a:ea typeface="DIN-Medium"/>
                <a:cs typeface="DIN-Medium"/>
                <a:sym typeface="DIN-Medium"/>
              </a:defRPr>
            </a:pPr>
            <a:endParaRPr/>
          </a:p>
        </p:txBody>
      </p:sp>
      <p:pic>
        <p:nvPicPr>
          <p:cNvPr id="95" name="Picture 8" descr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4514" y="147154"/>
            <a:ext cx="1411131" cy="748457"/>
          </a:xfrm>
          <a:prstGeom prst="rect">
            <a:avLst/>
          </a:prstGeom>
          <a:ln w="12700">
            <a:miter lim="400000"/>
          </a:ln>
        </p:spPr>
      </p:pic>
      <p:sp>
        <p:nvSpPr>
          <p:cNvPr id="96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722995" y="256899"/>
            <a:ext cx="8708295" cy="414339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000" b="1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lvl1pPr>
            <a:lvl2pPr marL="0" indent="457200">
              <a:buSzTx/>
              <a:buFontTx/>
              <a:buNone/>
              <a:defRPr sz="2000" b="1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lvl2pPr>
            <a:lvl3pPr marL="0" indent="914400">
              <a:buSzTx/>
              <a:buFontTx/>
              <a:buNone/>
              <a:defRPr sz="2000" b="1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lvl3pPr>
            <a:lvl4pPr marL="0" indent="1371600">
              <a:buSzTx/>
              <a:buFontTx/>
              <a:buNone/>
              <a:defRPr sz="2000" b="1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lvl4pPr>
            <a:lvl5pPr marL="0" indent="1828800">
              <a:buSzTx/>
              <a:buFontTx/>
              <a:buNone/>
              <a:defRPr sz="2000" b="1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7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723477" y="702518"/>
            <a:ext cx="8707330" cy="216452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000">
                <a:solidFill>
                  <a:srgbClr val="FFFFFF"/>
                </a:solidFill>
                <a:latin typeface="DIN Medium"/>
                <a:ea typeface="DIN Medium"/>
                <a:cs typeface="DIN Medium"/>
                <a:sym typeface="DIN Medium"/>
              </a:defRPr>
            </a:pPr>
            <a:endParaRPr/>
          </a:p>
        </p:txBody>
      </p:sp>
      <p:sp>
        <p:nvSpPr>
          <p:cNvPr id="98" name="Picture Placeholder 13"/>
          <p:cNvSpPr>
            <a:spLocks noGrp="1"/>
          </p:cNvSpPr>
          <p:nvPr>
            <p:ph type="pic" idx="14"/>
          </p:nvPr>
        </p:nvSpPr>
        <p:spPr>
          <a:xfrm>
            <a:off x="1439999" y="1915199"/>
            <a:ext cx="9309047" cy="41796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03189046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5" Type="http://schemas.openxmlformats.org/officeDocument/2006/relationships/slideLayout" Target="../slideLayouts/slideLayout34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33.xml"/><Relationship Id="rId9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C76BF5-C052-4273-8E54-C377808FD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C3BF6B-2472-4104-82AB-B059BCBFBB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C046B6-C29F-4DAB-8BA7-14092CB2FD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B0662A-058E-4DBF-9FC1-4B99E3F95CDE}" type="datetimeFigureOut">
              <a:rPr lang="en-US" smtClean="0"/>
              <a:t>4/12/24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EE62D3-B848-4FDD-81FC-DDA99276AD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1057B2-2C92-4D25-B4C6-A6D26FD57C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20B4CE-4044-48F8-8762-E1C5DEE3ABE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58F781-884B-90B9-AC4B-9C58BC2CD27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50662" y="6705600"/>
            <a:ext cx="111918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1241705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89818" y="6404292"/>
            <a:ext cx="263983" cy="2692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61" r:id="rId13"/>
    <p:sldLayoutId id="2147483679" r:id="rId14"/>
    <p:sldLayoutId id="2147483680" r:id="rId15"/>
    <p:sldLayoutId id="2147483681" r:id="rId16"/>
    <p:sldLayoutId id="2147483682" r:id="rId17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5456C5C3-FCB8-F540-BAF4-07EB2FA690A9}"/>
              </a:ext>
            </a:extLst>
          </p:cNvPr>
          <p:cNvSpPr txBox="1">
            <a:spLocks/>
          </p:cNvSpPr>
          <p:nvPr userDrawn="1"/>
        </p:nvSpPr>
        <p:spPr>
          <a:xfrm>
            <a:off x="3223460" y="1409386"/>
            <a:ext cx="5745422" cy="1079913"/>
          </a:xfrm>
          <a:prstGeom prst="rect">
            <a:avLst/>
          </a:prstGeom>
        </p:spPr>
        <p:txBody>
          <a:bodyPr anchor="b"/>
          <a:lstStyle>
            <a:lvl1pPr marL="129539" marR="5080" indent="0" algn="ctr" defTabSz="914400" rtl="0" eaLnBrk="1" fontAlgn="auto" latinLnBrk="0" hangingPunct="1">
              <a:lnSpc>
                <a:spcPct val="9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>
                <a:tab pos="1418590" algn="l"/>
                <a:tab pos="1493520" algn="l"/>
                <a:tab pos="2312035" algn="l"/>
              </a:tabLst>
              <a:defRPr sz="60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3200" b="1" kern="0" spc="360">
                <a:solidFill>
                  <a:sysClr val="window" lastClr="FFFFFF"/>
                </a:solidFill>
                <a:latin typeface="DIN"/>
              </a:rPr>
              <a:t>YOUR		</a:t>
            </a:r>
            <a:r>
              <a:rPr lang="en-US" sz="3200" b="1" kern="0" spc="420">
                <a:solidFill>
                  <a:sysClr val="window" lastClr="FFFFFF"/>
                </a:solidFill>
                <a:latin typeface="DIN"/>
              </a:rPr>
              <a:t>HEADLINE </a:t>
            </a:r>
          </a:p>
          <a:p>
            <a:pPr>
              <a:defRPr/>
            </a:pPr>
            <a:r>
              <a:rPr lang="en-US" sz="3200" b="1" kern="0" spc="360">
                <a:solidFill>
                  <a:sysClr val="window" lastClr="FFFFFF"/>
                </a:solidFill>
                <a:latin typeface="DIN"/>
              </a:rPr>
              <a:t>WILL </a:t>
            </a:r>
            <a:r>
              <a:rPr lang="en-US" sz="3200" b="1" kern="0" spc="320">
                <a:solidFill>
                  <a:sysClr val="window" lastClr="FFFFFF"/>
                </a:solidFill>
                <a:latin typeface="DIN"/>
              </a:rPr>
              <a:t>SIT </a:t>
            </a:r>
            <a:r>
              <a:rPr lang="en-US" sz="3200" b="1" kern="0" spc="360">
                <a:solidFill>
                  <a:sysClr val="window" lastClr="FFFFFF"/>
                </a:solidFill>
                <a:latin typeface="DIN"/>
              </a:rPr>
              <a:t>HERE</a:t>
            </a:r>
            <a:r>
              <a:rPr lang="en-US" sz="3200" b="1" kern="0" spc="-220">
                <a:solidFill>
                  <a:sysClr val="window" lastClr="FFFFFF"/>
                </a:solidFill>
                <a:latin typeface="DIN"/>
              </a:rPr>
              <a:t>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E6FCEA-CB09-D24A-816E-9A5DE85C9CAF}"/>
              </a:ext>
            </a:extLst>
          </p:cNvPr>
          <p:cNvSpPr txBox="1">
            <a:spLocks/>
          </p:cNvSpPr>
          <p:nvPr userDrawn="1"/>
        </p:nvSpPr>
        <p:spPr>
          <a:xfrm>
            <a:off x="145134" y="6356353"/>
            <a:ext cx="473392" cy="365125"/>
          </a:xfrm>
          <a:prstGeom prst="rect">
            <a:avLst/>
          </a:prstGeom>
          <a:ln>
            <a:noFill/>
          </a:ln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DIN-Regular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5EF5EDB-5532-9D4A-8748-6257A1DB1255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object 89">
            <a:extLst>
              <a:ext uri="{FF2B5EF4-FFF2-40B4-BE49-F238E27FC236}">
                <a16:creationId xmlns:a16="http://schemas.microsoft.com/office/drawing/2014/main" id="{F3D26A24-F5A2-A249-A327-1332C3D106F6}"/>
              </a:ext>
            </a:extLst>
          </p:cNvPr>
          <p:cNvSpPr txBox="1"/>
          <p:nvPr userDrawn="1"/>
        </p:nvSpPr>
        <p:spPr>
          <a:xfrm>
            <a:off x="1" y="0"/>
            <a:ext cx="10191169" cy="1114924"/>
          </a:xfrm>
          <a:prstGeom prst="rect">
            <a:avLst/>
          </a:prstGeom>
          <a:solidFill>
            <a:srgbClr val="A22929"/>
          </a:solidFill>
        </p:spPr>
        <p:txBody>
          <a:bodyPr vert="horz" wrap="square" lIns="0" tIns="110489" rIns="0" bIns="0" rtlCol="0" anchor="ctr">
            <a:noAutofit/>
          </a:bodyPr>
          <a:lstStyle/>
          <a:p>
            <a:pPr marL="793115">
              <a:spcBef>
                <a:spcPts val="869"/>
              </a:spcBef>
              <a:tabLst>
                <a:tab pos="1698625" algn="l"/>
                <a:tab pos="3335654" algn="l"/>
                <a:tab pos="4228465" algn="l"/>
              </a:tabLst>
            </a:pPr>
            <a:endParaRPr sz="1000">
              <a:solidFill>
                <a:prstClr val="black"/>
              </a:solidFill>
              <a:latin typeface="DIN-Medium"/>
              <a:cs typeface="DIN-Medium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3F07B4B-D725-2F48-873A-A038DC9C22E4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0484514" y="147154"/>
            <a:ext cx="1411130" cy="748457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446B06E-D3CB-DB41-A3E0-0036A36A8518}"/>
              </a:ext>
            </a:extLst>
          </p:cNvPr>
          <p:cNvCxnSpPr/>
          <p:nvPr userDrawn="1"/>
        </p:nvCxnSpPr>
        <p:spPr>
          <a:xfrm>
            <a:off x="628665" y="6343136"/>
            <a:ext cx="0" cy="387179"/>
          </a:xfrm>
          <a:prstGeom prst="line">
            <a:avLst/>
          </a:prstGeom>
          <a:ln>
            <a:solidFill>
              <a:srgbClr val="A32A2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37EEC24E-505E-831C-D618-3B3383CEC67F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50662" y="6705600"/>
            <a:ext cx="111918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289050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87" r:id="rId8"/>
  </p:sldLayoutIdLst>
  <p:txStyles>
    <p:titleStyle>
      <a:lvl1pPr marL="129539" marR="5080" indent="0" algn="ctr" defTabSz="914400" rtl="0" eaLnBrk="1" fontAlgn="auto" latinLnBrk="0" hangingPunct="1">
        <a:lnSpc>
          <a:spcPct val="90000"/>
        </a:lnSpc>
        <a:spcBef>
          <a:spcPts val="95"/>
        </a:spcBef>
        <a:spcAft>
          <a:spcPts val="0"/>
        </a:spcAft>
        <a:buClrTx/>
        <a:buSzTx/>
        <a:buFontTx/>
        <a:buNone/>
        <a:tabLst>
          <a:tab pos="1418590" algn="l"/>
          <a:tab pos="1493520" algn="l"/>
          <a:tab pos="2312035" algn="l"/>
        </a:tabLst>
        <a:defRPr sz="32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DIN-Regular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DIN-Regular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DIN-Regular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DIN-Regular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DIN-Regular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Slide Number Placeholder 8"/>
          <p:cNvSpPr txBox="1">
            <a:spLocks noGrp="1"/>
          </p:cNvSpPr>
          <p:nvPr>
            <p:ph type="sldNum" sz="quarter" idx="2"/>
          </p:nvPr>
        </p:nvSpPr>
        <p:spPr>
          <a:xfrm>
            <a:off x="145134" y="6356353"/>
            <a:ext cx="174772" cy="2438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</a:t>
            </a:fld>
            <a:endParaRPr/>
          </a:p>
        </p:txBody>
      </p:sp>
      <p:sp>
        <p:nvSpPr>
          <p:cNvPr id="204" name="Title 1"/>
          <p:cNvSpPr txBox="1">
            <a:spLocks noGrp="1"/>
          </p:cNvSpPr>
          <p:nvPr>
            <p:ph type="title"/>
          </p:nvPr>
        </p:nvSpPr>
        <p:spPr>
          <a:xfrm>
            <a:off x="1566473" y="2372515"/>
            <a:ext cx="7801752" cy="489740"/>
          </a:xfrm>
          <a:prstGeom prst="rect">
            <a:avLst/>
          </a:prstGeom>
        </p:spPr>
        <p:txBody>
          <a:bodyPr lIns="45719" tIns="45720" rIns="45719" bIns="45720" anchor="b">
            <a:normAutofit fontScale="90000"/>
          </a:bodyPr>
          <a:lstStyle>
            <a:lvl1pPr marR="4419" indent="112698" algn="ctr" defTabSz="795527">
              <a:tabLst>
                <a:tab pos="1219200" algn="l"/>
                <a:tab pos="1282700" algn="l"/>
                <a:tab pos="2006600" algn="l"/>
              </a:tabLst>
              <a:defRPr sz="2784"/>
            </a:lvl1pPr>
          </a:lstStyle>
          <a:p>
            <a:pPr marR="3810" indent="112395"/>
            <a:r>
              <a:rPr lang="en-US" sz="2750" dirty="0"/>
              <a:t>SRE</a:t>
            </a:r>
            <a:r>
              <a:rPr sz="2750" dirty="0"/>
              <a:t> –</a:t>
            </a:r>
            <a:r>
              <a:rPr lang="en-US" sz="2750" dirty="0"/>
              <a:t> </a:t>
            </a:r>
            <a:r>
              <a:rPr sz="2750" dirty="0"/>
              <a:t>Weekly </a:t>
            </a:r>
            <a:r>
              <a:rPr lang="en-US" sz="2750" dirty="0"/>
              <a:t>Meeting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ABC2656-3951-0C4E-9FD2-339E62967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8559"/>
            <a:ext cx="10181230" cy="612478"/>
          </a:xfrm>
        </p:spPr>
        <p:txBody>
          <a:bodyPr lIns="91440" tIns="45720" rIns="91440" bIns="45720" anchor="t"/>
          <a:lstStyle/>
          <a:p>
            <a:pPr marL="128905"/>
            <a:r>
              <a:rPr lang="en-GB" sz="2400" dirty="0">
                <a:latin typeface="Calibri"/>
                <a:cs typeface="Calibri"/>
              </a:rPr>
              <a:t>WEEK IN SUMMARY</a:t>
            </a:r>
            <a:endParaRPr lang="en-US">
              <a:latin typeface="Calibri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BDFBFB-4DBE-60A6-B904-826925B852BF}"/>
              </a:ext>
            </a:extLst>
          </p:cNvPr>
          <p:cNvSpPr txBox="1"/>
          <p:nvPr/>
        </p:nvSpPr>
        <p:spPr>
          <a:xfrm>
            <a:off x="203790" y="1240464"/>
            <a:ext cx="27432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 b="1" dirty="0">
                <a:cs typeface="Calibri"/>
              </a:rPr>
              <a:t>SLO Performance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BECF257-83FD-3B7A-C24F-3A48C697BF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5235102"/>
              </p:ext>
            </p:extLst>
          </p:nvPr>
        </p:nvGraphicFramePr>
        <p:xfrm>
          <a:off x="294273" y="1850736"/>
          <a:ext cx="10783338" cy="311673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36537">
                  <a:extLst>
                    <a:ext uri="{9D8B030D-6E8A-4147-A177-3AD203B41FA5}">
                      <a16:colId xmlns:a16="http://schemas.microsoft.com/office/drawing/2014/main" val="1644863965"/>
                    </a:ext>
                  </a:extLst>
                </a:gridCol>
                <a:gridCol w="5031486">
                  <a:extLst>
                    <a:ext uri="{9D8B030D-6E8A-4147-A177-3AD203B41FA5}">
                      <a16:colId xmlns:a16="http://schemas.microsoft.com/office/drawing/2014/main" val="188746991"/>
                    </a:ext>
                  </a:extLst>
                </a:gridCol>
                <a:gridCol w="1850545">
                  <a:extLst>
                    <a:ext uri="{9D8B030D-6E8A-4147-A177-3AD203B41FA5}">
                      <a16:colId xmlns:a16="http://schemas.microsoft.com/office/drawing/2014/main" val="3968042688"/>
                    </a:ext>
                  </a:extLst>
                </a:gridCol>
                <a:gridCol w="1664770">
                  <a:extLst>
                    <a:ext uri="{9D8B030D-6E8A-4147-A177-3AD203B41FA5}">
                      <a16:colId xmlns:a16="http://schemas.microsoft.com/office/drawing/2014/main" val="1222729353"/>
                    </a:ext>
                  </a:extLst>
                </a:gridCol>
              </a:tblGrid>
              <a:tr h="445249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dirty="0">
                          <a:effectLst/>
                          <a:latin typeface="Calibri"/>
                        </a:rPr>
                        <a:t>Service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GB" sz="1600" b="1" dirty="0">
                          <a:effectLst/>
                          <a:latin typeface="Calibri"/>
                        </a:rPr>
                        <a:t>Metric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>
                          <a:effectLst/>
                          <a:latin typeface="Calibri"/>
                        </a:rPr>
                        <a:t>Target for 2024</a:t>
                      </a:r>
                      <a:endParaRPr lang="en-GB" sz="1600" b="1" dirty="0"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600" b="1">
                          <a:effectLst/>
                          <a:latin typeface="Calibri"/>
                        </a:rPr>
                        <a:t>Week {No} - Actual</a:t>
                      </a:r>
                      <a:endParaRPr lang="en-GB" sz="1600" b="1" dirty="0">
                        <a:effectLst/>
                        <a:latin typeface="Calibri"/>
                      </a:endParaRPr>
                    </a:p>
                  </a:txBody>
                  <a:tcPr marL="9524" marR="9524" marT="9524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5145103"/>
                  </a:ext>
                </a:extLst>
              </a:tr>
              <a:tr h="445249">
                <a:tc rowSpan="3">
                  <a:txBody>
                    <a:bodyPr/>
                    <a:lstStyle/>
                    <a:p>
                      <a:pPr algn="ctr" fontAlgn="b"/>
                      <a:r>
                        <a:rPr lang="en-GB" sz="1600" b="1" dirty="0">
                          <a:effectLst/>
                          <a:latin typeface="Calibri"/>
                        </a:rPr>
                        <a:t>{Service Name}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GB" sz="1600" dirty="0">
                          <a:effectLst/>
                          <a:latin typeface="Calibri"/>
                        </a:rPr>
                        <a:t>% failure rate (timeouts)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dirty="0">
                          <a:effectLst/>
                          <a:latin typeface="Calibri"/>
                        </a:rPr>
                        <a:t>0.01%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600">
                          <a:effectLst/>
                          <a:latin typeface="Calibri"/>
                        </a:rPr>
                        <a:t>0.02%</a:t>
                      </a:r>
                      <a:endParaRPr lang="en-GB" sz="1600" dirty="0">
                        <a:effectLst/>
                        <a:latin typeface="Calibri"/>
                      </a:endParaRPr>
                    </a:p>
                  </a:txBody>
                  <a:tcPr marL="9524" marR="9524" marT="9524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6293315"/>
                  </a:ext>
                </a:extLst>
              </a:tr>
              <a:tr h="445249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GB" sz="1600" dirty="0">
                          <a:effectLst/>
                          <a:latin typeface="Calibri"/>
                        </a:rPr>
                        <a:t>% Uptime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dirty="0">
                          <a:effectLst/>
                          <a:latin typeface="Calibri"/>
                        </a:rPr>
                        <a:t>99.90%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600">
                          <a:effectLst/>
                          <a:latin typeface="Calibri"/>
                        </a:rPr>
                        <a:t>99.98</a:t>
                      </a:r>
                      <a:endParaRPr lang="en-GB" sz="1600" dirty="0">
                        <a:effectLst/>
                        <a:latin typeface="Calibri"/>
                      </a:endParaRPr>
                    </a:p>
                  </a:txBody>
                  <a:tcPr marL="9524" marR="9524" marT="9524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2040851"/>
                  </a:ext>
                </a:extLst>
              </a:tr>
              <a:tr h="445249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GB" sz="1600" dirty="0">
                          <a:effectLst/>
                          <a:latin typeface="Calibri"/>
                        </a:rPr>
                        <a:t>Latency (seconds)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dirty="0"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600">
                          <a:effectLst/>
                          <a:latin typeface="Calibri"/>
                        </a:rPr>
                        <a:t>3</a:t>
                      </a:r>
                      <a:endParaRPr lang="en-GB" sz="1600" dirty="0">
                        <a:effectLst/>
                        <a:latin typeface="Calibri"/>
                      </a:endParaRPr>
                    </a:p>
                  </a:txBody>
                  <a:tcPr marL="9524" marR="9524" marT="9524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7688768"/>
                  </a:ext>
                </a:extLst>
              </a:tr>
              <a:tr h="445248">
                <a:tc rowSpan="3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600" b="1" dirty="0">
                          <a:effectLst/>
                          <a:latin typeface="Calibri"/>
                        </a:rPr>
                        <a:t>{Service Name}</a:t>
                      </a:r>
                    </a:p>
                  </a:txBody>
                  <a:tcPr marL="9524" marR="9524" marT="9524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600" dirty="0">
                          <a:effectLst/>
                          <a:latin typeface="Calibri"/>
                        </a:rPr>
                        <a:t>% failure rate (timeouts)</a:t>
                      </a:r>
                      <a:endParaRPr lang="en-US"/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600" dirty="0">
                          <a:effectLst/>
                          <a:latin typeface="Calibri"/>
                        </a:rPr>
                        <a:t>0.01%</a:t>
                      </a:r>
                      <a:endParaRPr lang="en-US"/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600">
                          <a:effectLst/>
                          <a:latin typeface="Calibri"/>
                        </a:rPr>
                        <a:t>0.03%</a:t>
                      </a:r>
                      <a:endParaRPr lang="en-GB" sz="1600" dirty="0">
                        <a:effectLst/>
                        <a:latin typeface="Calibri"/>
                      </a:endParaRPr>
                    </a:p>
                  </a:txBody>
                  <a:tcPr marL="9524" marR="9524" marT="9524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1673176"/>
                  </a:ext>
                </a:extLst>
              </a:tr>
              <a:tr h="44524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L="9524" marR="9524" marT="9524" anchor="b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600" dirty="0">
                          <a:effectLst/>
                          <a:latin typeface="Calibri"/>
                        </a:rPr>
                        <a:t>% Uptime</a:t>
                      </a:r>
                      <a:endParaRPr lang="en-US"/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600" dirty="0">
                          <a:effectLst/>
                          <a:latin typeface="Calibri"/>
                        </a:rPr>
                        <a:t>99.90%</a:t>
                      </a:r>
                      <a:endParaRPr lang="en-US"/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600">
                          <a:effectLst/>
                          <a:latin typeface="Calibri"/>
                        </a:rPr>
                        <a:t>99.9%</a:t>
                      </a:r>
                      <a:endParaRPr lang="en-GB" sz="1600" dirty="0">
                        <a:effectLst/>
                        <a:latin typeface="Calibri"/>
                      </a:endParaRPr>
                    </a:p>
                  </a:txBody>
                  <a:tcPr marL="9524" marR="9524" marT="9524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6010954"/>
                  </a:ext>
                </a:extLst>
              </a:tr>
              <a:tr h="44524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L="9524" marR="9524" marT="9524" anchor="b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600" dirty="0">
                          <a:effectLst/>
                          <a:latin typeface="Calibri"/>
                        </a:rPr>
                        <a:t>Latency (seconds)</a:t>
                      </a:r>
                      <a:endParaRPr lang="en-US"/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600" dirty="0">
                          <a:effectLst/>
                          <a:latin typeface="Calibri"/>
                        </a:rPr>
                        <a:t>2</a:t>
                      </a:r>
                      <a:endParaRPr lang="en-US"/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600">
                          <a:effectLst/>
                          <a:latin typeface="Calibri"/>
                        </a:rPr>
                        <a:t>2</a:t>
                      </a:r>
                      <a:endParaRPr lang="en-GB" sz="1600" dirty="0">
                        <a:effectLst/>
                        <a:latin typeface="Calibri"/>
                      </a:endParaRPr>
                    </a:p>
                  </a:txBody>
                  <a:tcPr marL="9524" marR="9524" marT="9524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52519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64776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Slide Number Placeholder 8"/>
          <p:cNvSpPr txBox="1">
            <a:spLocks noGrp="1"/>
          </p:cNvSpPr>
          <p:nvPr>
            <p:ph type="sldNum" sz="quarter" idx="2"/>
          </p:nvPr>
        </p:nvSpPr>
        <p:spPr>
          <a:xfrm>
            <a:off x="1209662" y="6356353"/>
            <a:ext cx="174772" cy="2438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3</a:t>
            </a:fld>
            <a:endParaRPr/>
          </a:p>
        </p:txBody>
      </p:sp>
      <p:sp>
        <p:nvSpPr>
          <p:cNvPr id="212" name="Content Placeholder 1"/>
          <p:cNvSpPr txBox="1"/>
          <p:nvPr/>
        </p:nvSpPr>
        <p:spPr>
          <a:xfrm>
            <a:off x="131324" y="377924"/>
            <a:ext cx="9994312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tIns="45720" rIns="45719" bIns="45720" anchor="t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defRPr sz="11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sz="2000" dirty="0"/>
              <a:t>ONGOING INITIATIVE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D2E6D29-9559-7344-142F-E9427995FA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0243541"/>
              </p:ext>
            </p:extLst>
          </p:nvPr>
        </p:nvGraphicFramePr>
        <p:xfrm>
          <a:off x="0" y="1155346"/>
          <a:ext cx="10185400" cy="5488985"/>
        </p:xfrm>
        <a:graphic>
          <a:graphicData uri="http://schemas.openxmlformats.org/drawingml/2006/table">
            <a:tbl>
              <a:tblPr/>
              <a:tblGrid>
                <a:gridCol w="572785">
                  <a:extLst>
                    <a:ext uri="{9D8B030D-6E8A-4147-A177-3AD203B41FA5}">
                      <a16:colId xmlns:a16="http://schemas.microsoft.com/office/drawing/2014/main" val="2187623167"/>
                    </a:ext>
                  </a:extLst>
                </a:gridCol>
                <a:gridCol w="922562">
                  <a:extLst>
                    <a:ext uri="{9D8B030D-6E8A-4147-A177-3AD203B41FA5}">
                      <a16:colId xmlns:a16="http://schemas.microsoft.com/office/drawing/2014/main" val="250943800"/>
                    </a:ext>
                  </a:extLst>
                </a:gridCol>
                <a:gridCol w="795867">
                  <a:extLst>
                    <a:ext uri="{9D8B030D-6E8A-4147-A177-3AD203B41FA5}">
                      <a16:colId xmlns:a16="http://schemas.microsoft.com/office/drawing/2014/main" val="940576415"/>
                    </a:ext>
                  </a:extLst>
                </a:gridCol>
                <a:gridCol w="4936066">
                  <a:extLst>
                    <a:ext uri="{9D8B030D-6E8A-4147-A177-3AD203B41FA5}">
                      <a16:colId xmlns:a16="http://schemas.microsoft.com/office/drawing/2014/main" val="4081500899"/>
                    </a:ext>
                  </a:extLst>
                </a:gridCol>
                <a:gridCol w="778934">
                  <a:extLst>
                    <a:ext uri="{9D8B030D-6E8A-4147-A177-3AD203B41FA5}">
                      <a16:colId xmlns:a16="http://schemas.microsoft.com/office/drawing/2014/main" val="4046509656"/>
                    </a:ext>
                  </a:extLst>
                </a:gridCol>
                <a:gridCol w="762622">
                  <a:extLst>
                    <a:ext uri="{9D8B030D-6E8A-4147-A177-3AD203B41FA5}">
                      <a16:colId xmlns:a16="http://schemas.microsoft.com/office/drawing/2014/main" val="3503428351"/>
                    </a:ext>
                  </a:extLst>
                </a:gridCol>
                <a:gridCol w="1416564">
                  <a:extLst>
                    <a:ext uri="{9D8B030D-6E8A-4147-A177-3AD203B41FA5}">
                      <a16:colId xmlns:a16="http://schemas.microsoft.com/office/drawing/2014/main" val="4035662134"/>
                    </a:ext>
                  </a:extLst>
                </a:gridCol>
              </a:tblGrid>
              <a:tr h="288986">
                <a:tc>
                  <a:txBody>
                    <a:bodyPr/>
                    <a:lstStyle/>
                    <a:p>
                      <a:pPr algn="ctr" fontAlgn="ctr"/>
                      <a:r>
                        <a:rPr lang="en-K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#</a:t>
                      </a:r>
                    </a:p>
                  </a:txBody>
                  <a:tcPr marL="6088" marR="6088" marT="60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lvl="0" algn="ctr" fontAlgn="b"/>
                      <a:r>
                        <a:rPr lang="en-GB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Key Initiative</a:t>
                      </a:r>
                    </a:p>
                  </a:txBody>
                  <a:tcPr marL="6088" marR="6088" marT="60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1" algn="l" fontAlgn="b"/>
                      <a:r>
                        <a:rPr lang="en-GB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Description</a:t>
                      </a:r>
                    </a:p>
                  </a:txBody>
                  <a:tcPr marL="6088" marR="6088" marT="60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fontAlgn="b"/>
                      <a:r>
                        <a:rPr lang="en-GB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Responsible</a:t>
                      </a:r>
                    </a:p>
                  </a:txBody>
                  <a:tcPr marL="6088" marR="6088" marT="60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GB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Status</a:t>
                      </a:r>
                    </a:p>
                  </a:txBody>
                  <a:tcPr marL="6088" marR="6088" marT="60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GB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Expected Closure Date</a:t>
                      </a:r>
                    </a:p>
                  </a:txBody>
                  <a:tcPr marL="6088" marR="6088" marT="60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2555398"/>
                  </a:ext>
                </a:extLst>
              </a:tr>
              <a:tr h="722465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K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088" marR="6088" marT="60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lvl="0" algn="l" fontAlgn="ctr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Thunes</a:t>
                      </a:r>
                    </a:p>
                  </a:txBody>
                  <a:tcPr marL="6088" marR="6088" marT="60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 fontAlgn="ctr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New Apis</a:t>
                      </a:r>
                    </a:p>
                  </a:txBody>
                  <a:tcPr marL="6088" marR="6088" marT="60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1" algn="l" fontAlgn="ctr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a. Created API call for purpose of payments </a:t>
                      </a:r>
                      <a:b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b. Created API call for purpose of payments china corridor</a:t>
                      </a:r>
                      <a:b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c. Created API call for Bank account type</a:t>
                      </a:r>
                      <a:b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d. Created API call for ID types </a:t>
                      </a:r>
                      <a:b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e. Created new API call to Finacle to get USD/CDF rates</a:t>
                      </a:r>
                    </a:p>
                  </a:txBody>
                  <a:tcPr marL="6088" marR="6088" marT="60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7">
                  <a:txBody>
                    <a:bodyPr/>
                    <a:lstStyle/>
                    <a:p>
                      <a:pPr lvl="0" algn="ctr" fontAlgn="ctr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Gatimu</a:t>
                      </a:r>
                    </a:p>
                  </a:txBody>
                  <a:tcPr marL="6088" marR="6088" marT="60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fontAlgn="ctr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Done</a:t>
                      </a:r>
                    </a:p>
                  </a:txBody>
                  <a:tcPr marL="6088" marR="6088" marT="60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fontAlgn="ctr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Done</a:t>
                      </a:r>
                    </a:p>
                  </a:txBody>
                  <a:tcPr marL="6088" marR="6088" marT="60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3979044"/>
                  </a:ext>
                </a:extLst>
              </a:tr>
              <a:tr h="618346">
                <a:tc v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 fontAlgn="ctr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Updated Apis</a:t>
                      </a:r>
                    </a:p>
                  </a:txBody>
                  <a:tcPr marL="6088" marR="6088" marT="60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1" algn="l" fontAlgn="ctr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a. Added new narration field for </a:t>
                      </a:r>
                      <a:r>
                        <a:rPr lang="en-GB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finacle</a:t>
                      </a:r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narrations. Narrations passed on field 125 of ISO Finacle request</a:t>
                      </a:r>
                      <a:b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b. Added new charge object fields on quote response </a:t>
                      </a:r>
                      <a:r>
                        <a:rPr lang="en-GB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dto</a:t>
                      </a:r>
                      <a:b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c. Added new limit checks for DRC bank 43: Per Transactions: Min=1$, Max=1000$</a:t>
                      </a:r>
                    </a:p>
                  </a:txBody>
                  <a:tcPr marL="6088" marR="6088" marT="60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 fontAlgn="ctr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Done</a:t>
                      </a:r>
                    </a:p>
                  </a:txBody>
                  <a:tcPr marL="6088" marR="6088" marT="60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fontAlgn="ctr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Done</a:t>
                      </a:r>
                    </a:p>
                  </a:txBody>
                  <a:tcPr marL="6088" marR="6088" marT="60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3120707"/>
                  </a:ext>
                </a:extLst>
              </a:tr>
              <a:tr h="863133">
                <a:tc>
                  <a:txBody>
                    <a:bodyPr/>
                    <a:lstStyle/>
                    <a:p>
                      <a:pPr algn="ctr" fontAlgn="ctr"/>
                      <a:r>
                        <a:rPr lang="en-K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088" marR="6088" marT="60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 fontAlgn="ctr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Finacle UAT Pipelines</a:t>
                      </a:r>
                    </a:p>
                  </a:txBody>
                  <a:tcPr marL="6088" marR="6088" marT="60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 fontAlgn="ctr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Updates</a:t>
                      </a:r>
                    </a:p>
                  </a:txBody>
                  <a:tcPr marL="6088" marR="6088" marT="60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1" algn="l" fontAlgn="ctr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a. Azure agent home directory is currently dynamic, something like home/</a:t>
                      </a:r>
                      <a:r>
                        <a:rPr lang="en-GB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azureuser</a:t>
                      </a:r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/self-hosted-agent-v3/_work/4/s</a:t>
                      </a:r>
                      <a:b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The /4/s is changing periodically. This affects </a:t>
                      </a:r>
                      <a:r>
                        <a:rPr lang="en-GB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finacle</a:t>
                      </a:r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deployments.</a:t>
                      </a:r>
                      <a:b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 Updated azure pipelines to ignore the absolute path and only work with actual files.</a:t>
                      </a:r>
                    </a:p>
                  </a:txBody>
                  <a:tcPr marL="6088" marR="6088" marT="60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 fontAlgn="ctr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Done</a:t>
                      </a:r>
                    </a:p>
                  </a:txBody>
                  <a:tcPr marL="6088" marR="6088" marT="60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fontAlgn="ctr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Done</a:t>
                      </a:r>
                    </a:p>
                  </a:txBody>
                  <a:tcPr marL="6088" marR="6088" marT="60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9264537"/>
                  </a:ext>
                </a:extLst>
              </a:tr>
              <a:tr h="618346">
                <a:tc>
                  <a:txBody>
                    <a:bodyPr/>
                    <a:lstStyle/>
                    <a:p>
                      <a:pPr algn="ctr" fontAlgn="ctr"/>
                      <a:r>
                        <a:rPr lang="en-K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088" marR="6088" marT="60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 fontAlgn="ctr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Billers PWE Service</a:t>
                      </a:r>
                    </a:p>
                  </a:txBody>
                  <a:tcPr marL="6088" marR="6088" marT="60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 fontAlgn="ctr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Refactor</a:t>
                      </a:r>
                    </a:p>
                  </a:txBody>
                  <a:tcPr marL="6088" marR="6088" marT="60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1" algn="l" fontAlgn="ctr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a. Added application insight logs on </a:t>
                      </a:r>
                      <a:r>
                        <a:rPr lang="en-GB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Eazzy</a:t>
                      </a:r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Notification Biller service</a:t>
                      </a:r>
                      <a:b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b. Added close function on the </a:t>
                      </a:r>
                      <a:r>
                        <a:rPr lang="en-GB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httpcloseable</a:t>
                      </a:r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client.</a:t>
                      </a:r>
                      <a:b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c. Supported QA with testing the </a:t>
                      </a:r>
                      <a:r>
                        <a:rPr lang="en-GB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Eazzy</a:t>
                      </a:r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Notification Biller service</a:t>
                      </a:r>
                    </a:p>
                  </a:txBody>
                  <a:tcPr marL="6088" marR="6088" marT="60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 fontAlgn="ctr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Done</a:t>
                      </a:r>
                    </a:p>
                  </a:txBody>
                  <a:tcPr marL="6088" marR="6088" marT="60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fontAlgn="ctr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Done</a:t>
                      </a:r>
                    </a:p>
                  </a:txBody>
                  <a:tcPr marL="6088" marR="6088" marT="60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8624354"/>
                  </a:ext>
                </a:extLst>
              </a:tr>
              <a:tr h="288986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K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6088" marR="6088" marT="60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lvl="0" algn="l" fontAlgn="ctr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DR Readiness</a:t>
                      </a:r>
                    </a:p>
                  </a:txBody>
                  <a:tcPr marL="6088" marR="6088" marT="60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 fontAlgn="ctr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DR Pipelines</a:t>
                      </a:r>
                    </a:p>
                  </a:txBody>
                  <a:tcPr marL="6088" marR="6088" marT="60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1" algn="l" fontAlgn="ctr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a. B2C</a:t>
                      </a:r>
                      <a:b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b. B2C-SUB</a:t>
                      </a:r>
                    </a:p>
                  </a:txBody>
                  <a:tcPr marL="6088" marR="6088" marT="60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 fontAlgn="ctr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Done</a:t>
                      </a:r>
                    </a:p>
                  </a:txBody>
                  <a:tcPr marL="6088" marR="6088" marT="60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fontAlgn="ctr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Done</a:t>
                      </a:r>
                    </a:p>
                  </a:txBody>
                  <a:tcPr marL="6088" marR="6088" marT="60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0952725"/>
                  </a:ext>
                </a:extLst>
              </a:tr>
              <a:tr h="866958">
                <a:tc v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 fontAlgn="ctr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uat Pipelines</a:t>
                      </a:r>
                    </a:p>
                  </a:txBody>
                  <a:tcPr marL="6088" marR="6088" marT="60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1" algn="l" fontAlgn="ctr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a. </a:t>
                      </a:r>
                      <a:r>
                        <a:rPr lang="en-GB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Hakikisha</a:t>
                      </a:r>
                      <a:b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b. ImtV2 Outbound Gateway</a:t>
                      </a:r>
                      <a:b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c. ImtV2 Outbound Core</a:t>
                      </a:r>
                      <a:b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d. Plv2 Registry</a:t>
                      </a:r>
                      <a:b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e. Plv2 Gateway</a:t>
                      </a:r>
                      <a:b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f. Plv2 Inbound</a:t>
                      </a:r>
                    </a:p>
                    <a:p>
                      <a:pPr lvl="1" algn="l" fontAlgn="ctr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g. B2C</a:t>
                      </a:r>
                    </a:p>
                    <a:p>
                      <a:pPr lvl="1" algn="l" fontAlgn="ctr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h. B2C-Sub</a:t>
                      </a:r>
                    </a:p>
                  </a:txBody>
                  <a:tcPr marL="6088" marR="6088" marT="60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 fontAlgn="ctr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Done</a:t>
                      </a:r>
                    </a:p>
                  </a:txBody>
                  <a:tcPr marL="6088" marR="6088" marT="60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fontAlgn="ctr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Done</a:t>
                      </a:r>
                    </a:p>
                  </a:txBody>
                  <a:tcPr marL="6088" marR="6088" marT="60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7381411"/>
                  </a:ext>
                </a:extLst>
              </a:tr>
              <a:tr h="288986">
                <a:tc>
                  <a:txBody>
                    <a:bodyPr/>
                    <a:lstStyle/>
                    <a:p>
                      <a:pPr algn="ctr" fontAlgn="ctr"/>
                      <a:r>
                        <a:rPr lang="en-K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6088" marR="6088" marT="60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ORS </a:t>
                      </a:r>
                    </a:p>
                  </a:txBody>
                  <a:tcPr marL="6088" marR="6088" marT="60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 fontAlgn="ctr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New Channel ID</a:t>
                      </a:r>
                    </a:p>
                  </a:txBody>
                  <a:tcPr marL="6088" marR="6088" marT="60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1" algn="l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Testing ongoing</a:t>
                      </a:r>
                    </a:p>
                  </a:txBody>
                  <a:tcPr marL="6088" marR="6088" marT="60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Open</a:t>
                      </a:r>
                    </a:p>
                  </a:txBody>
                  <a:tcPr marL="6088" marR="6088" marT="60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fontAlgn="b"/>
                      <a:r>
                        <a:rPr lang="en-K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19/04/2024</a:t>
                      </a:r>
                    </a:p>
                  </a:txBody>
                  <a:tcPr marL="6088" marR="6088" marT="60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78270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6796532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DA2507E-C5A8-ACB2-9EE2-ECA0DB297DF4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sz="2000" dirty="0"/>
              <a:t>PLANNED INITIATIVES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13D4676-04B3-547C-1843-4C371D2217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0678189"/>
              </p:ext>
            </p:extLst>
          </p:nvPr>
        </p:nvGraphicFramePr>
        <p:xfrm>
          <a:off x="66991" y="1326515"/>
          <a:ext cx="10020301" cy="2318385"/>
        </p:xfrm>
        <a:graphic>
          <a:graphicData uri="http://schemas.openxmlformats.org/drawingml/2006/table">
            <a:tbl>
              <a:tblPr/>
              <a:tblGrid>
                <a:gridCol w="545852">
                  <a:extLst>
                    <a:ext uri="{9D8B030D-6E8A-4147-A177-3AD203B41FA5}">
                      <a16:colId xmlns:a16="http://schemas.microsoft.com/office/drawing/2014/main" val="1157733571"/>
                    </a:ext>
                  </a:extLst>
                </a:gridCol>
                <a:gridCol w="2047302">
                  <a:extLst>
                    <a:ext uri="{9D8B030D-6E8A-4147-A177-3AD203B41FA5}">
                      <a16:colId xmlns:a16="http://schemas.microsoft.com/office/drawing/2014/main" val="3004808563"/>
                    </a:ext>
                  </a:extLst>
                </a:gridCol>
                <a:gridCol w="4354720">
                  <a:extLst>
                    <a:ext uri="{9D8B030D-6E8A-4147-A177-3AD203B41FA5}">
                      <a16:colId xmlns:a16="http://schemas.microsoft.com/office/drawing/2014/main" val="1898410378"/>
                    </a:ext>
                  </a:extLst>
                </a:gridCol>
                <a:gridCol w="660191">
                  <a:extLst>
                    <a:ext uri="{9D8B030D-6E8A-4147-A177-3AD203B41FA5}">
                      <a16:colId xmlns:a16="http://schemas.microsoft.com/office/drawing/2014/main" val="2601245972"/>
                    </a:ext>
                  </a:extLst>
                </a:gridCol>
                <a:gridCol w="660191">
                  <a:extLst>
                    <a:ext uri="{9D8B030D-6E8A-4147-A177-3AD203B41FA5}">
                      <a16:colId xmlns:a16="http://schemas.microsoft.com/office/drawing/2014/main" val="2565133481"/>
                    </a:ext>
                  </a:extLst>
                </a:gridCol>
                <a:gridCol w="1752045">
                  <a:extLst>
                    <a:ext uri="{9D8B030D-6E8A-4147-A177-3AD203B41FA5}">
                      <a16:colId xmlns:a16="http://schemas.microsoft.com/office/drawing/2014/main" val="1126200717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ctr" fontAlgn="ctr"/>
                      <a:r>
                        <a:rPr lang="en-KE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#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Initiative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Description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Responsible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Status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Expected Closure Date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7813391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r" fontAlgn="ctr"/>
                      <a:r>
                        <a:rPr lang="en-K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Plv2 Business Service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8">
                  <a:txBody>
                    <a:bodyPr/>
                    <a:lstStyle/>
                    <a:p>
                      <a:pPr algn="ctr" fontAlgn="ctr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UAT Pipelines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8">
                  <a:txBody>
                    <a:bodyPr/>
                    <a:lstStyle/>
                    <a:p>
                      <a:pPr algn="ctr" fontAlgn="ctr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Gatimu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8">
                  <a:txBody>
                    <a:bodyPr/>
                    <a:lstStyle/>
                    <a:p>
                      <a:pPr algn="ctr" fontAlgn="ctr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Open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8">
                  <a:txBody>
                    <a:bodyPr/>
                    <a:lstStyle/>
                    <a:p>
                      <a:pPr algn="ctr" fontAlgn="ctr"/>
                      <a:r>
                        <a:rPr lang="en-K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19 - 04 2024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603297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r" fontAlgn="ctr"/>
                      <a:r>
                        <a:rPr lang="en-K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Plv2 Outbound Service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2790607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r" fontAlgn="ctr"/>
                      <a:r>
                        <a:rPr lang="en-K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Plv2 </a:t>
                      </a:r>
                      <a:r>
                        <a:rPr lang="en-GB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Tranprocessor</a:t>
                      </a:r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Service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1448273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r" fontAlgn="ctr"/>
                      <a:r>
                        <a:rPr lang="en-K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Airtime Top Up Service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1163383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r" fontAlgn="ctr"/>
                      <a:r>
                        <a:rPr lang="en-K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Paybill C2B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1386427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r" fontAlgn="ctr"/>
                      <a:r>
                        <a:rPr lang="en-K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Airtel Money UG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8613411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r" fontAlgn="ctr"/>
                      <a:r>
                        <a:rPr lang="en-K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M-Kesho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8768463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r" fontAlgn="ctr"/>
                      <a:r>
                        <a:rPr lang="en-K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Atm</a:t>
                      </a:r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Cardless Withdrawal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K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2157759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r" fontAlgn="ctr"/>
                      <a:r>
                        <a:rPr lang="en-K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Plv2 Crone Job MS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KE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76990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8428018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B43B5EFB-089E-4861-8A94-9988E8806112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1767458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 i="0" kern="1200">
                <a:solidFill>
                  <a:schemeClr val="bg1"/>
                </a:solidFill>
                <a:latin typeface="DIN" pitchFamily="2" charset="77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2400" dirty="0">
                <a:latin typeface="DIN"/>
                <a:ea typeface="+mj-ea"/>
                <a:cs typeface="+mj-cs"/>
              </a:rPr>
              <a:t>Support Required</a:t>
            </a:r>
            <a:endParaRPr lang="en-US" dirty="0">
              <a:ea typeface="+mj-ea"/>
              <a:cs typeface="+mj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FC3040-7DA1-4187-E656-176C5C961166}"/>
              </a:ext>
            </a:extLst>
          </p:cNvPr>
          <p:cNvSpPr txBox="1"/>
          <p:nvPr/>
        </p:nvSpPr>
        <p:spPr>
          <a:xfrm>
            <a:off x="2290354" y="2804160"/>
            <a:ext cx="52806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E" dirty="0"/>
              <a:t>J</a:t>
            </a:r>
            <a:r>
              <a:rPr lang="en-GB" dirty="0"/>
              <a:t>m</a:t>
            </a:r>
            <a:r>
              <a:rPr lang="en-KE" dirty="0"/>
              <a:t>uli: New Azure Agent to complement te current one</a:t>
            </a:r>
          </a:p>
        </p:txBody>
      </p:sp>
    </p:spTree>
    <p:extLst>
      <p:ext uri="{BB962C8B-B14F-4D97-AF65-F5344CB8AC3E}">
        <p14:creationId xmlns:p14="http://schemas.microsoft.com/office/powerpoint/2010/main" val="14575961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Slide Number Placeholder 8"/>
          <p:cNvSpPr txBox="1">
            <a:spLocks noGrp="1"/>
          </p:cNvSpPr>
          <p:nvPr>
            <p:ph type="sldNum" sz="quarter" idx="2"/>
          </p:nvPr>
        </p:nvSpPr>
        <p:spPr>
          <a:xfrm>
            <a:off x="145134" y="6356353"/>
            <a:ext cx="174772" cy="243841"/>
          </a:xfrm>
          <a:prstGeom prst="rect">
            <a:avLst/>
          </a:prstGeom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6</a:t>
            </a:fld>
            <a:endParaRPr/>
          </a:p>
        </p:txBody>
      </p:sp>
      <p:sp>
        <p:nvSpPr>
          <p:cNvPr id="204" name="Title 1"/>
          <p:cNvSpPr txBox="1">
            <a:spLocks noGrp="1"/>
          </p:cNvSpPr>
          <p:nvPr>
            <p:ph type="title"/>
          </p:nvPr>
        </p:nvSpPr>
        <p:spPr>
          <a:xfrm>
            <a:off x="1566473" y="2372515"/>
            <a:ext cx="7801752" cy="489740"/>
          </a:xfrm>
          <a:prstGeom prst="rect">
            <a:avLst/>
          </a:prstGeom>
        </p:spPr>
        <p:txBody>
          <a:bodyPr lIns="45719" tIns="45720" rIns="45719" bIns="45720" anchor="b">
            <a:normAutofit fontScale="90000"/>
          </a:bodyPr>
          <a:lstStyle>
            <a:lvl1pPr marR="4419" indent="112698" algn="ctr" defTabSz="795527">
              <a:tabLst>
                <a:tab pos="1219200" algn="l"/>
                <a:tab pos="1282700" algn="l"/>
                <a:tab pos="2006600" algn="l"/>
              </a:tabLst>
              <a:defRPr sz="2784"/>
            </a:lvl1pPr>
          </a:lstStyle>
          <a:p>
            <a:pPr marR="3810" indent="112395"/>
            <a:r>
              <a:rPr lang="en-US" sz="275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872924948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2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Metadata/LabelInfo.xml><?xml version="1.0" encoding="utf-8"?>
<clbl:labelList xmlns:clbl="http://schemas.microsoft.com/office/2020/mipLabelMetadata">
  <clbl:label id="{f886ab1d-51ff-47ab-9e3e-b20b22f1c1b7}" enabled="1" method="Privileged" siteId="{2d65fea0-8478-44f2-ac0f-1a58b1382aa2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20259</TotalTime>
  <Words>443</Words>
  <Application>Microsoft Macintosh PowerPoint</Application>
  <PresentationFormat>Widescreen</PresentationFormat>
  <Paragraphs>110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6</vt:i4>
      </vt:variant>
    </vt:vector>
  </HeadingPairs>
  <TitlesOfParts>
    <vt:vector size="17" baseType="lpstr">
      <vt:lpstr>Arial</vt:lpstr>
      <vt:lpstr>Calibri</vt:lpstr>
      <vt:lpstr>Calibri Light</vt:lpstr>
      <vt:lpstr>Candara</vt:lpstr>
      <vt:lpstr>DIN</vt:lpstr>
      <vt:lpstr>DIN Medium</vt:lpstr>
      <vt:lpstr>DIN-Medium</vt:lpstr>
      <vt:lpstr>DIN-Regular</vt:lpstr>
      <vt:lpstr>Office Theme</vt:lpstr>
      <vt:lpstr>Office Theme</vt:lpstr>
      <vt:lpstr>2_Office Theme</vt:lpstr>
      <vt:lpstr>SRE – Weekly Meeting</vt:lpstr>
      <vt:lpstr>WEEK IN SUMMARY</vt:lpstr>
      <vt:lpstr>PowerPoint Presentation</vt:lpstr>
      <vt:lpstr>PowerPoint Presentation</vt:lpstr>
      <vt:lpstr>PowerPoint Presentation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 – L1 Weekly Update</dc:title>
  <cp:lastModifiedBy>Kennedy Gatimu</cp:lastModifiedBy>
  <cp:revision>366</cp:revision>
  <dcterms:modified xsi:type="dcterms:W3CDTF">2024-04-12T12:20:52Z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Text">
    <vt:lpwstr>For Internal Use Only</vt:lpwstr>
  </property>
</Properties>
</file>