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1/26/24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graphicFrame>
        <p:nvGraphicFramePr>
          <p:cNvPr id="211" name="Table 4"/>
          <p:cNvGraphicFramePr/>
          <p:nvPr>
            <p:extLst>
              <p:ext uri="{D42A27DB-BD31-4B8C-83A1-F6EECF244321}">
                <p14:modId xmlns:p14="http://schemas.microsoft.com/office/powerpoint/2010/main" val="1573821649"/>
              </p:ext>
            </p:extLst>
          </p:nvPr>
        </p:nvGraphicFramePr>
        <p:xfrm>
          <a:off x="-347" y="1334613"/>
          <a:ext cx="11311867" cy="19891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47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7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9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  <a:r>
                        <a:rPr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GB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sz="105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Responsible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a. Finacle deployment automation</a:t>
                      </a:r>
                    </a:p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	This involves CI/CD setup for all Finacle FI, User, CBC, and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Uniser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scripts for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c++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server</a:t>
                      </a:r>
                    </a:p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Quick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Brief 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of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the Action Item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RAG Current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Status %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Closure Dates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32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1. Ongoing Initiative</a:t>
                      </a:r>
                    </a:p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	a. Finacle deployment automation</a:t>
                      </a:r>
                    </a:p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a. Finacle deployment automation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This involves CI/CD setup for all Finacle FI, User, CBC, and </a:t>
                      </a:r>
                      <a:r>
                        <a:rPr lang="en-US" sz="1050" b="0" i="0" u="none" strike="noStrike" noProof="0" dirty="0" err="1">
                          <a:sym typeface="Arial"/>
                        </a:rPr>
                        <a:t>Uniser</a:t>
                      </a:r>
                      <a:r>
                        <a:rPr lang="en-US" sz="1050" b="0" i="0" u="none" strike="noStrike" noProof="0" dirty="0">
                          <a:sym typeface="Arial"/>
                        </a:rPr>
                        <a:t> scripts for </a:t>
                      </a:r>
                      <a:r>
                        <a:rPr lang="en-US" sz="1050" b="0" i="0" u="none" strike="noStrike" noProof="0" dirty="0" err="1">
                          <a:sym typeface="Arial"/>
                        </a:rPr>
                        <a:t>c++</a:t>
                      </a:r>
                      <a:r>
                        <a:rPr lang="en-US" sz="1050" b="0" i="0" u="none" strike="noStrike" noProof="0" dirty="0">
                          <a:sym typeface="Arial"/>
                        </a:rPr>
                        <a:t> server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US" sz="1050" b="1" dirty="0">
                          <a:latin typeface="Arial"/>
                          <a:cs typeface="Arial"/>
                        </a:rPr>
                        <a:t>90%</a:t>
                      </a: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dirty="0">
                          <a:latin typeface="Arial"/>
                          <a:cs typeface="Arial"/>
                          <a:sym typeface="Arial"/>
                        </a:rPr>
                        <a:t>Finacle: Due today EOD. 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761689"/>
                  </a:ext>
                </a:extLst>
              </a:tr>
              <a:tr h="543196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7793"/>
                  </a:ext>
                </a:extLst>
              </a:tr>
              <a:tr h="107575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820727"/>
                  </a:ext>
                </a:extLst>
              </a:tr>
            </a:tbl>
          </a:graphicData>
        </a:graphic>
      </p:graphicFrame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139E14-F140-6460-4B2F-5AF1E1A27D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22987"/>
              </p:ext>
            </p:extLst>
          </p:nvPr>
        </p:nvGraphicFramePr>
        <p:xfrm>
          <a:off x="0" y="1260802"/>
          <a:ext cx="11311867" cy="25117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47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7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Key</a:t>
                      </a:r>
                      <a:r>
                        <a:rPr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GB" sz="105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+mn-lt"/>
                          <a:ea typeface="+mn-ea"/>
                          <a:cs typeface="+mn-cs"/>
                        </a:rPr>
                        <a:t>Initiative</a:t>
                      </a:r>
                      <a:endParaRPr sz="105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Responsible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a. Finacle deployment automation</a:t>
                      </a:r>
                    </a:p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		This involves CI/CD setup for all Finacle FI, User, CBC, and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Uniser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scripts for </a:t>
                      </a:r>
                      <a:r>
                        <a:rPr lang="en-GB" sz="800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c++</a:t>
                      </a:r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server</a:t>
                      </a:r>
                    </a:p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Quick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Brief 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of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the Action Item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RAG Current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Status %</a:t>
                      </a: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Closure Dates</a:t>
                      </a: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800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noFill/>
                      <a:miter lim="400000"/>
                    </a:lnB>
                    <a:solidFill>
                      <a:srgbClr val="A2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32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2. Planned Initiatives</a:t>
                      </a:r>
                    </a:p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	        a. Finacle Server start-up automation</a:t>
                      </a:r>
                    </a:p>
                    <a:p>
                      <a:pPr lvl="0" algn="ctr">
                        <a:buNone/>
                        <a:defRPr sz="1800"/>
                      </a:pPr>
                      <a:r>
                        <a:rPr lang="en-GB" sz="1050" b="0" i="0" u="none" strike="noStrike" cap="none" spc="0" baseline="0" noProof="0" dirty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b. B2C DR Setup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b. Finacle Server startup automation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This will involve creation of script that will start Finacle serves sequentially. Currently we have a total of 16 serves and it takes time and resources to restart them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		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b. B2C DR Setup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>
                          <a:sym typeface="Arial"/>
                        </a:rPr>
                        <a:t>This will involve Full Dr set up for the B2C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US" sz="1050" b="1" dirty="0">
                          <a:latin typeface="Arial"/>
                          <a:cs typeface="Arial"/>
                        </a:rPr>
                        <a:t>0%</a:t>
                      </a: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dirty="0">
                          <a:latin typeface="Arial"/>
                          <a:cs typeface="Arial"/>
                          <a:sym typeface="Arial"/>
                        </a:rPr>
                        <a:t>Start up automation: Dev work 2 – 3 weeks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050" b="1" dirty="0">
                          <a:latin typeface="Arial"/>
                          <a:cs typeface="Arial"/>
                          <a:sym typeface="Arial"/>
                        </a:rPr>
                        <a:t>B2C: TBC. Scope of work currently unknown</a:t>
                      </a: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761689"/>
                  </a:ext>
                </a:extLst>
              </a:tr>
              <a:tr h="543196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7793"/>
                  </a:ext>
                </a:extLst>
              </a:tr>
              <a:tr h="107575"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lang="en-GB" sz="1050" b="0" i="0" u="none" strike="noStrike" cap="none" spc="0" baseline="0" noProof="0" dirty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786" marR="6786" marT="6786" marB="678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sz="1050" b="0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050" b="0" i="0" u="none" strike="noStrike" noProof="0" dirty="0"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endParaRPr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b="1" dirty="0"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786" marR="6786" marT="6786" marB="67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820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55869-43C8-F1CA-ED47-A0269F996EB4}"/>
              </a:ext>
            </a:extLst>
          </p:cNvPr>
          <p:cNvSpPr txBox="1"/>
          <p:nvPr/>
        </p:nvSpPr>
        <p:spPr>
          <a:xfrm>
            <a:off x="2343807" y="2659117"/>
            <a:ext cx="463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KE" dirty="0"/>
              <a:t>Finacle support team – James K. Irungu</a:t>
            </a:r>
          </a:p>
          <a:p>
            <a:pPr marL="342900" indent="-342900">
              <a:buAutoNum type="arabicPeriod"/>
            </a:pPr>
            <a:r>
              <a:rPr lang="en-KE" dirty="0"/>
              <a:t>Application support team – John Karanja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325</Words>
  <Application>Microsoft Macintosh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331</cp:revision>
  <dcterms:modified xsi:type="dcterms:W3CDTF">2024-01-26T11:22:38Z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