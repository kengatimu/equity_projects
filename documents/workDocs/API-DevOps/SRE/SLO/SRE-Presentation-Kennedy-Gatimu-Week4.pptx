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1/26/24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DBDAC-BF2F-CBC1-89B4-B913C1FB6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35889"/>
              </p:ext>
            </p:extLst>
          </p:nvPr>
        </p:nvGraphicFramePr>
        <p:xfrm>
          <a:off x="131323" y="1242410"/>
          <a:ext cx="1007422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Finacle Automation 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Development completed. Change request initiated.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Waiting for approvals on the CR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EazzyPay Merchant Nofification 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Currently, MFS is calling OAG for E</a:t>
                      </a:r>
                      <a:r>
                        <a:rPr lang="en-GB" sz="1200" dirty="0"/>
                        <a:t>a</a:t>
                      </a:r>
                      <a:r>
                        <a:rPr lang="en-KE" sz="1200" dirty="0"/>
                        <a:t>zzypay merchant notification.</a:t>
                      </a:r>
                    </a:p>
                    <a:p>
                      <a:r>
                        <a:rPr lang="en-KE" sz="1200" dirty="0"/>
                        <a:t>With this service, MFS will not be required to go throw OAG.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05-Jan-2024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Pesalink Transaction payload update.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Updated IPSL payload Payment Reasons on top of narrations. </a:t>
                      </a:r>
                    </a:p>
                    <a:p>
                      <a:r>
                        <a:rPr lang="en-KE" sz="1200" dirty="0"/>
                        <a:t>The added part:</a:t>
                      </a:r>
                    </a:p>
                    <a:p>
                      <a:endParaRPr lang="en-KE" sz="1200" dirty="0"/>
                    </a:p>
                    <a:p>
                      <a:r>
                        <a:rPr lang="en-GB" sz="1200" dirty="0"/>
                        <a:t>&lt;</a:t>
                      </a:r>
                      <a:r>
                        <a:rPr lang="en-GB" sz="1200" dirty="0" err="1"/>
                        <a:t>RmtInf</a:t>
                      </a:r>
                      <a:r>
                        <a:rPr lang="en-GB" sz="1200" dirty="0"/>
                        <a:t>&gt;</a:t>
                      </a:r>
                    </a:p>
                    <a:p>
                      <a:r>
                        <a:rPr lang="en-GB" sz="1200" dirty="0"/>
                        <a:t>     &lt;</a:t>
                      </a:r>
                      <a:r>
                        <a:rPr lang="en-GB" sz="1200" dirty="0" err="1"/>
                        <a:t>Ustrd</a:t>
                      </a:r>
                      <a:r>
                        <a:rPr lang="en-GB" sz="1200" dirty="0"/>
                        <a:t>&gt;Narration&lt;/</a:t>
                      </a:r>
                      <a:r>
                        <a:rPr lang="en-GB" sz="1200" dirty="0" err="1"/>
                        <a:t>Ustrd</a:t>
                      </a:r>
                      <a:r>
                        <a:rPr lang="en-GB" sz="1200" dirty="0"/>
                        <a:t>&gt;</a:t>
                      </a:r>
                    </a:p>
                    <a:p>
                      <a:r>
                        <a:rPr lang="en-GB" sz="1200" dirty="0"/>
                        <a:t>      &lt;</a:t>
                      </a:r>
                      <a:r>
                        <a:rPr lang="en-GB" sz="1200" dirty="0" err="1"/>
                        <a:t>Strd</a:t>
                      </a:r>
                      <a:r>
                        <a:rPr lang="en-GB" sz="1200" dirty="0"/>
                        <a:t>&gt;</a:t>
                      </a:r>
                    </a:p>
                    <a:p>
                      <a:r>
                        <a:rPr lang="en-GB" sz="1200" dirty="0"/>
                        <a:t>            &lt;</a:t>
                      </a:r>
                      <a:r>
                        <a:rPr lang="en-GB" sz="1200" dirty="0" err="1"/>
                        <a:t>CdtrRefInf</a:t>
                      </a:r>
                      <a:r>
                        <a:rPr lang="en-GB" sz="1200" dirty="0"/>
                        <a:t>&gt;	</a:t>
                      </a:r>
                    </a:p>
                    <a:p>
                      <a:r>
                        <a:rPr lang="en-GB" sz="1200" dirty="0"/>
                        <a:t>                     &lt;Ref&gt;</a:t>
                      </a:r>
                      <a:r>
                        <a:rPr lang="en-GB" sz="1200" dirty="0" err="1"/>
                        <a:t>billReferenceNumber</a:t>
                      </a:r>
                      <a:r>
                        <a:rPr lang="en-GB" sz="1200" dirty="0"/>
                        <a:t>&lt;/Ref&gt;</a:t>
                      </a:r>
                    </a:p>
                    <a:p>
                      <a:r>
                        <a:rPr lang="en-GB" sz="1200" dirty="0"/>
                        <a:t>             &lt;/</a:t>
                      </a:r>
                      <a:r>
                        <a:rPr lang="en-GB" sz="1200" dirty="0" err="1"/>
                        <a:t>CdtrRefInf</a:t>
                      </a:r>
                      <a:r>
                        <a:rPr lang="en-GB" sz="1200" dirty="0"/>
                        <a:t>&gt;</a:t>
                      </a:r>
                    </a:p>
                    <a:p>
                      <a:r>
                        <a:rPr lang="en-GB" sz="1200" dirty="0"/>
                        <a:t>       &lt;/</a:t>
                      </a:r>
                      <a:r>
                        <a:rPr lang="en-GB" sz="1200" dirty="0" err="1"/>
                        <a:t>Strd</a:t>
                      </a:r>
                      <a:r>
                        <a:rPr lang="en-GB" sz="1200" dirty="0"/>
                        <a:t>&gt;</a:t>
                      </a:r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Waiting for approvals on the CR 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63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2703E4-E44E-1705-D4AC-AF2EB050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06594"/>
              </p:ext>
            </p:extLst>
          </p:nvPr>
        </p:nvGraphicFramePr>
        <p:xfrm>
          <a:off x="131323" y="1242410"/>
          <a:ext cx="10074220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Finacle Startup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Create Azure pipeline for each server startup service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09-Jan-2024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B2C DR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B2C DR Setup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This will involve Full Dr set up for the B2C.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Requirement gathering to start 05-jan-2024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28-Feb-2024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Dynatrace status check 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Send database metrics to Dynatrace for better monitoring. Requirement gathering to start 05-jan-2024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09-Feb-2024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0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9918</TotalTime>
  <Words>296</Words>
  <Application>Microsoft Macintosh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340</cp:revision>
  <dcterms:modified xsi:type="dcterms:W3CDTF">2024-02-02T08:25:59Z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