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762"/>
  </p:normalViewPr>
  <p:slideViewPr>
    <p:cSldViewPr snapToGrid="0">
      <p:cViewPr varScale="1">
        <p:scale>
          <a:sx n="121" d="100"/>
          <a:sy n="121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3/8/24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7DBDAC-BF2F-CBC1-89B4-B913C1FB6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61081"/>
              </p:ext>
            </p:extLst>
          </p:nvPr>
        </p:nvGraphicFramePr>
        <p:xfrm>
          <a:off x="131323" y="1242410"/>
          <a:ext cx="10896747" cy="329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7371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Azure Passwordless DB connection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Gatimu and Douglas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This concept assigns a </a:t>
                      </a:r>
                      <a:r>
                        <a:rPr lang="en-GB" sz="1200" b="1" dirty="0"/>
                        <a:t>managed identity </a:t>
                      </a:r>
                      <a:r>
                        <a:rPr lang="en-GB" sz="1200" dirty="0"/>
                        <a:t>to your application in Azure Active Directory (AD). This identity can securely access resources like Azure SQL Database without requiring traditional passwords.</a:t>
                      </a:r>
                    </a:p>
                    <a:p>
                      <a:endParaRPr lang="en-GB" sz="1200" dirty="0"/>
                    </a:p>
                    <a:p>
                      <a:r>
                        <a:rPr lang="en-KE" sz="1200" dirty="0"/>
                        <a:t>For enhanced security, Microsoft has advice we use passwordless connections to the azure dbs. </a:t>
                      </a:r>
                    </a:p>
                    <a:p>
                      <a:endParaRPr lang="en-KE" sz="1200" dirty="0"/>
                    </a:p>
                    <a:p>
                      <a:r>
                        <a:rPr lang="en-KE" sz="1200" dirty="0"/>
                        <a:t>My scope will only involve Java projects with JPA and Hibernate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26/02/2024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B2C DR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Gatimu and John Karanja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Dr readiness for B2C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05/02/2024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6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726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2703E4-E44E-1705-D4AC-AF2EB050D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52911"/>
              </p:ext>
            </p:extLst>
          </p:nvPr>
        </p:nvGraphicFramePr>
        <p:xfrm>
          <a:off x="131323" y="1242410"/>
          <a:ext cx="10074220" cy="55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844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GAG Dr Readiness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Gatimu and John Karanja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GAG Services</a:t>
                      </a:r>
                    </a:p>
                    <a:p>
                      <a:r>
                        <a:rPr lang="en-GB" sz="1200" dirty="0"/>
                        <a:t>1. </a:t>
                      </a:r>
                      <a:r>
                        <a:rPr lang="en-GB" sz="1200" dirty="0" err="1"/>
                        <a:t>Paybill</a:t>
                      </a:r>
                      <a:r>
                        <a:rPr lang="en-GB" sz="1200" dirty="0"/>
                        <a:t> C2B -  KE and Subs: TELCOSPAYBILL-0.0.1-SNAPSHOT.jar</a:t>
                      </a:r>
                    </a:p>
                    <a:p>
                      <a:r>
                        <a:rPr lang="en-GB" sz="1200" dirty="0"/>
                        <a:t>2. B2C - Sub: b2c-sub-0.0.1-SNAPSHOT.jar</a:t>
                      </a:r>
                    </a:p>
                    <a:p>
                      <a:r>
                        <a:rPr lang="en-GB" sz="1200" dirty="0"/>
                        <a:t>3. </a:t>
                      </a:r>
                      <a:r>
                        <a:rPr lang="en-GB" sz="1200" dirty="0" err="1"/>
                        <a:t>Hakikisha</a:t>
                      </a:r>
                      <a:r>
                        <a:rPr lang="en-GB" sz="1200" dirty="0"/>
                        <a:t> - Namecheck: hakikisha-0.0.1-SNAPSHOT.jar</a:t>
                      </a:r>
                    </a:p>
                    <a:p>
                      <a:r>
                        <a:rPr lang="en-GB" sz="1200" dirty="0"/>
                        <a:t>4. Airtel Money UG: </a:t>
                      </a:r>
                      <a:r>
                        <a:rPr lang="en-GB" sz="1200" dirty="0" err="1"/>
                        <a:t>AirTelMoney.jar</a:t>
                      </a:r>
                      <a:endParaRPr lang="en-GB" sz="1200" dirty="0"/>
                    </a:p>
                    <a:p>
                      <a:r>
                        <a:rPr lang="en-GB" sz="1200" dirty="0"/>
                        <a:t>5. M-Kesho: EquityBank-FSI-V1.jar</a:t>
                      </a:r>
                    </a:p>
                    <a:p>
                      <a:r>
                        <a:rPr lang="en-GB" sz="1200" dirty="0"/>
                        <a:t>6. </a:t>
                      </a:r>
                      <a:r>
                        <a:rPr lang="en-GB" sz="1200" dirty="0" err="1"/>
                        <a:t>Atm</a:t>
                      </a:r>
                      <a:r>
                        <a:rPr lang="en-GB" sz="1200" dirty="0"/>
                        <a:t> Cardless Withdrawal: ATM-0.0.1-SNAPSHOT.jar</a:t>
                      </a:r>
                    </a:p>
                    <a:p>
                      <a:endParaRPr lang="en-GB" sz="1200" dirty="0"/>
                    </a:p>
                    <a:p>
                      <a:r>
                        <a:rPr lang="en-GB" sz="1200" dirty="0"/>
                        <a:t>Dr Already configured - build pipeline</a:t>
                      </a:r>
                    </a:p>
                    <a:p>
                      <a:r>
                        <a:rPr lang="en-GB" sz="1200" dirty="0"/>
                        <a:t>1. </a:t>
                      </a:r>
                      <a:r>
                        <a:rPr lang="en-GB" sz="1200" dirty="0" err="1"/>
                        <a:t>Pesalink</a:t>
                      </a:r>
                      <a:r>
                        <a:rPr lang="en-GB" sz="1200" dirty="0"/>
                        <a:t>: </a:t>
                      </a:r>
                    </a:p>
                    <a:p>
                      <a:r>
                        <a:rPr lang="en-GB" sz="1200" dirty="0"/>
                        <a:t>	a. </a:t>
                      </a:r>
                      <a:r>
                        <a:rPr lang="en-GB" sz="1200" dirty="0" err="1"/>
                        <a:t>Gatewary</a:t>
                      </a:r>
                      <a:r>
                        <a:rPr lang="en-GB" sz="1200" dirty="0"/>
                        <a:t>,</a:t>
                      </a:r>
                    </a:p>
                    <a:p>
                      <a:r>
                        <a:rPr lang="en-GB" sz="1200" dirty="0"/>
                        <a:t>	b. Registry</a:t>
                      </a:r>
                    </a:p>
                    <a:p>
                      <a:r>
                        <a:rPr lang="en-GB" sz="1200" dirty="0"/>
                        <a:t>	c. Business</a:t>
                      </a:r>
                    </a:p>
                    <a:p>
                      <a:r>
                        <a:rPr lang="en-GB" sz="1200" dirty="0"/>
                        <a:t>	d. Inbound</a:t>
                      </a:r>
                    </a:p>
                    <a:p>
                      <a:r>
                        <a:rPr lang="en-GB" sz="1200" dirty="0"/>
                        <a:t>	e. Outbound</a:t>
                      </a:r>
                    </a:p>
                    <a:p>
                      <a:r>
                        <a:rPr lang="en-GB" sz="1200" dirty="0"/>
                        <a:t>	f. </a:t>
                      </a:r>
                      <a:r>
                        <a:rPr lang="en-GB" sz="1200" dirty="0" err="1"/>
                        <a:t>Tranprocessor</a:t>
                      </a:r>
                      <a:endParaRPr lang="en-GB" sz="1200" dirty="0"/>
                    </a:p>
                    <a:p>
                      <a:endParaRPr lang="en-GB" sz="1200" dirty="0"/>
                    </a:p>
                    <a:p>
                      <a:r>
                        <a:rPr lang="en-GB" sz="1200" dirty="0"/>
                        <a:t>2. Airtime Top Up Service: </a:t>
                      </a:r>
                    </a:p>
                    <a:p>
                      <a:r>
                        <a:rPr lang="en-GB" sz="1200" dirty="0"/>
                        <a:t>3. </a:t>
                      </a:r>
                      <a:r>
                        <a:rPr lang="en-GB" sz="1200" dirty="0" err="1"/>
                        <a:t>Imt</a:t>
                      </a:r>
                      <a:r>
                        <a:rPr lang="en-GB" sz="1200" dirty="0"/>
                        <a:t> inbound</a:t>
                      </a:r>
                    </a:p>
                    <a:p>
                      <a:r>
                        <a:rPr lang="en-GB" sz="1200" dirty="0"/>
                        <a:t>4. </a:t>
                      </a:r>
                      <a:r>
                        <a:rPr lang="en-GB" sz="1200"/>
                        <a:t>Imtv2 outbound</a:t>
                      </a:r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28/03/2024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3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202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55869-43C8-F1CA-ED47-A0269F996EB4}"/>
              </a:ext>
            </a:extLst>
          </p:cNvPr>
          <p:cNvSpPr txBox="1"/>
          <p:nvPr/>
        </p:nvSpPr>
        <p:spPr>
          <a:xfrm>
            <a:off x="2343807" y="2659117"/>
            <a:ext cx="463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KE" dirty="0"/>
              <a:t>Finacle support team – James K. Irungu</a:t>
            </a:r>
          </a:p>
          <a:p>
            <a:pPr marL="342900" indent="-342900">
              <a:buAutoNum type="arabicPeriod"/>
            </a:pPr>
            <a:r>
              <a:rPr lang="en-KE" dirty="0"/>
              <a:t>Application support team – John Karanja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10087</TotalTime>
  <Words>320</Words>
  <Application>Microsoft Macintosh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349</cp:revision>
  <dcterms:modified xsi:type="dcterms:W3CDTF">2024-03-08T12:11:18Z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