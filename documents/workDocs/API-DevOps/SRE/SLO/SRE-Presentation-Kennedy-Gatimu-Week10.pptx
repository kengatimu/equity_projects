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2"/>
    <p:sldMasterId id="2147483662" r:id="rId3"/>
  </p:sldMasterIdLst>
  <p:notesMasterIdLst>
    <p:notesMasterId r:id="rId10"/>
  </p:notesMasterIdLst>
  <p:sldIdLst>
    <p:sldId id="256" r:id="rId4"/>
    <p:sldId id="265" r:id="rId5"/>
    <p:sldId id="288" r:id="rId6"/>
    <p:sldId id="289" r:id="rId7"/>
    <p:sldId id="263" r:id="rId8"/>
    <p:sldId id="261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6"/>
    <p:restoredTop sz="94761"/>
  </p:normalViewPr>
  <p:slideViewPr>
    <p:cSldViewPr snapToGrid="0">
      <p:cViewPr varScale="1">
        <p:scale>
          <a:sx n="128" d="100"/>
          <a:sy n="128" d="100"/>
        </p:scale>
        <p:origin x="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82F1-2C1E-48F1-94EB-31012217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8CD2-9DF6-4572-9A3B-DC55A7C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2AEA-FF91-4D43-91AE-D34CABE73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FFF5-5556-4D87-9942-D5FA2FF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3832-A66E-4CAF-A085-B8CB24D3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4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BCE-75B7-4678-B745-3CDFDD75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EDD7-493F-4062-9B37-40A24BA9A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74C1B-145D-4FFC-A51A-E8D80584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64DD-06D8-4AA1-9449-368CAE32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CA60-CF88-41AC-BFDB-B48C450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0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3DFB-48DF-49A0-AC37-CEC37CB1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DE67-30C6-4860-9A0E-85BC525D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383B0-F8EC-41B0-B39C-669DC240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39AD7-193E-471E-BE57-C7D8FE58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DEB61-43A6-406F-BA06-AB961960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605C-16C1-4F6D-8F07-6B149B2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6538-930A-48DE-9307-E770ACF7E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8CCC1-D70E-4E68-A935-F07940AAE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90CE-E9E1-42D2-B7A0-1784C8A2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16741-C0C2-4C86-A862-8BA8983BA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89014-F286-4138-957A-E9C5F3B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0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DB8E-B8B1-4729-BF4D-399095DE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2869E-6222-41FA-BF7E-E44B00326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2B384-7A6F-4BA3-842F-41BD2D5D4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3CF18-C050-4D08-BDAE-E3556A9B5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D21F6-6E78-4726-BCE5-6F0B946C7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509C6-5CDE-44BD-A15C-C79F3133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3A370-861B-4F5E-A57B-31F1E03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86F9F-676E-4179-81A8-F89E687F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0945-965F-4AEE-9734-844047B1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939F4-9F30-48FD-A9D9-DEFC024AB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51F35-D034-440A-B379-ECC97D10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9C929-A8A0-43FA-85E7-48210FA8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E5D9D-EE49-4D64-B28E-1A45F43A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9283A-592B-4156-B063-A486F12B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753B2-AED0-4B9B-9610-7CFF65D2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368A9-3E5B-4D90-BB16-34E7E866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4D1A4-5DC3-406B-B31A-871BE63FE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E963-94BD-4802-A50A-901F31AF3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5D3B2-8233-45C6-AD3A-729BF59D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90784-9441-4B5B-AB2E-FA97E847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5902-E463-47E2-A2A2-FE47F6E0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814-6294-4071-9133-F9134384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FF54-9487-4A67-AEC4-9BFA40915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471B-6A61-4EA7-866D-45C11402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9EC0D-1639-4B5E-922D-D381E37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75E3D-713C-46B4-949E-0EA2D3D1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5854D-1E90-49B9-9308-4A5A04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3BDD-659A-4586-9DD9-C659F481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C3BEE-6252-4591-9779-1D3505208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6C781-E07C-46BE-BE4E-C67A898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4BB1-F4FC-4711-B387-CC6F2275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A4C-0804-4FEA-BEA9-1ACDCEC6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1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69F28-3B94-4998-B4DA-B2B2B69F2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EB551-BB58-4F5F-8FFD-81EDDBC0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5B33B-D6FB-4EF0-A2B3-46F5F02B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9112-88BD-49AD-A45C-F49E71F0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2DD5-D506-4819-B7A6-DE5DC2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5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F62DAB-76D4-144E-BB06-273ED6D8484C}"/>
              </a:ext>
            </a:extLst>
          </p:cNvPr>
          <p:cNvSpPr txBox="1">
            <a:spLocks/>
          </p:cNvSpPr>
          <p:nvPr userDrawn="1"/>
        </p:nvSpPr>
        <p:spPr>
          <a:xfrm>
            <a:off x="1209662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z="1000" smtClean="0"/>
              <a:pPr/>
              <a:t>‹#›</a:t>
            </a:fld>
            <a:endParaRPr lang="en-US" sz="10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205EE4-F6E7-8740-9AD4-8A4A5D25D8D4}"/>
              </a:ext>
            </a:extLst>
          </p:cNvPr>
          <p:cNvCxnSpPr/>
          <p:nvPr userDrawn="1"/>
        </p:nvCxnSpPr>
        <p:spPr>
          <a:xfrm>
            <a:off x="1693193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89">
            <a:extLst>
              <a:ext uri="{FF2B5EF4-FFF2-40B4-BE49-F238E27FC236}">
                <a16:creationId xmlns:a16="http://schemas.microsoft.com/office/drawing/2014/main" id="{77720A7A-3000-4E4F-BD6C-B3F0E736F8AE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lnSpc>
                <a:spcPct val="100000"/>
              </a:lnSpc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latin typeface="DIN-Medium"/>
              <a:cs typeface="DIN-Medium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CECB0D-07ED-2B4F-B566-3C8E76EEAD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64A41C5A-A62B-FF4B-BE7A-448F4E6791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22996" y="256900"/>
            <a:ext cx="8708293" cy="414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DIN" pitchFamily="2" charset="77"/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2000">
                <a:solidFill>
                  <a:schemeClr val="bg1"/>
                </a:solidFill>
              </a:defRPr>
            </a:lvl3pPr>
            <a:lvl4pPr marL="1371600" indent="0">
              <a:buNone/>
              <a:defRPr sz="2000">
                <a:solidFill>
                  <a:schemeClr val="bg1"/>
                </a:solidFill>
              </a:defRPr>
            </a:lvl4pPr>
            <a:lvl5pPr marL="1828800" indent="0"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YOUR 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576E46-B6A7-DD4E-AA04-9F04A0E66B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3478" y="702519"/>
            <a:ext cx="8707328" cy="2164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00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YOUR LONGER SUBHEAD GOES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494D70-468E-7E48-925C-54F2FDEB53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40000" y="1915200"/>
            <a:ext cx="9309046" cy="4179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anchor="ctr" anchorCtr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TO PLACE YOUR IMAGE</a:t>
            </a:r>
          </a:p>
        </p:txBody>
      </p:sp>
    </p:spTree>
    <p:extLst>
      <p:ext uri="{BB962C8B-B14F-4D97-AF65-F5344CB8AC3E}">
        <p14:creationId xmlns:p14="http://schemas.microsoft.com/office/powerpoint/2010/main" val="277969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itle Text"/>
          <p:cNvSpPr txBox="1">
            <a:spLocks noGrp="1"/>
          </p:cNvSpPr>
          <p:nvPr>
            <p:ph type="title"/>
          </p:nvPr>
        </p:nvSpPr>
        <p:spPr>
          <a:xfrm>
            <a:off x="2195126" y="2397911"/>
            <a:ext cx="7801752" cy="489740"/>
          </a:xfrm>
          <a:prstGeom prst="rect">
            <a:avLst/>
          </a:prstGeom>
        </p:spPr>
        <p:txBody>
          <a:bodyPr anchor="b"/>
          <a:lstStyle>
            <a:lvl1pPr marR="5080" indent="129539">
              <a:lnSpc>
                <a:spcPct val="100000"/>
              </a:lnSpc>
              <a:tabLst>
                <a:tab pos="1409700" algn="l"/>
                <a:tab pos="1485900" algn="l"/>
                <a:tab pos="2311400" algn="l"/>
              </a:tabLst>
              <a:defRPr sz="32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</a:lstStyle>
          <a:p>
            <a:r>
              <a:t>Title Text</a:t>
            </a:r>
          </a:p>
        </p:txBody>
      </p:sp>
      <p:sp>
        <p:nvSpPr>
          <p:cNvPr id="1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43491" y="2909878"/>
            <a:ext cx="3933495" cy="356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1pPr>
            <a:lvl2pPr marL="0" indent="4572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2pPr>
            <a:lvl3pPr marL="0" indent="9144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3pPr>
            <a:lvl4pPr marL="0" indent="13716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4pPr>
            <a:lvl5pPr marL="0" indent="1828800">
              <a:buSzTx/>
              <a:buFontTx/>
              <a:buNone/>
              <a:defRPr sz="18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25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214650"/>
            <a:ext cx="10515600" cy="49623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7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traight Connector 3"/>
          <p:cNvSpPr/>
          <p:nvPr/>
        </p:nvSpPr>
        <p:spPr>
          <a:xfrm>
            <a:off x="507999" y="609600"/>
            <a:ext cx="9612002" cy="0"/>
          </a:xfrm>
          <a:prstGeom prst="line">
            <a:avLst/>
          </a:prstGeom>
          <a:ln w="19050">
            <a:solidFill>
              <a:schemeClr val="accent3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838200" y="68558"/>
            <a:ext cx="9343030" cy="612480"/>
          </a:xfrm>
          <a:prstGeom prst="rect">
            <a:avLst/>
          </a:prstGeom>
        </p:spPr>
        <p:txBody>
          <a:bodyPr anchor="t"/>
          <a:lstStyle>
            <a:lvl1pPr marR="5080" indent="129539">
              <a:tabLst>
                <a:tab pos="1409700" algn="l"/>
                <a:tab pos="1485900" algn="l"/>
                <a:tab pos="2311400" algn="l"/>
              </a:tabLst>
              <a:defRPr sz="2800" b="1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</a:lstStyle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50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51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1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62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object 3"/>
          <p:cNvSpPr/>
          <p:nvPr/>
        </p:nvSpPr>
        <p:spPr>
          <a:xfrm>
            <a:off x="1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object 4"/>
          <p:cNvSpPr/>
          <p:nvPr/>
        </p:nvSpPr>
        <p:spPr>
          <a:xfrm>
            <a:off x="1" y="5663975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object 7"/>
          <p:cNvSpPr/>
          <p:nvPr/>
        </p:nvSpPr>
        <p:spPr>
          <a:xfrm>
            <a:off x="9129662" y="5065772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57"/>
            <a:ext cx="1788573" cy="9486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76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7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object 3"/>
          <p:cNvSpPr/>
          <p:nvPr/>
        </p:nvSpPr>
        <p:spPr>
          <a:xfrm>
            <a:off x="2" y="-1"/>
            <a:ext cx="12191520" cy="5663913"/>
          </a:xfrm>
          <a:prstGeom prst="rect">
            <a:avLst/>
          </a:prstGeom>
          <a:solidFill>
            <a:srgbClr val="A32A2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" name="object 4"/>
          <p:cNvSpPr/>
          <p:nvPr/>
        </p:nvSpPr>
        <p:spPr>
          <a:xfrm>
            <a:off x="2" y="5663977"/>
            <a:ext cx="12191520" cy="11931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object 7"/>
          <p:cNvSpPr/>
          <p:nvPr/>
        </p:nvSpPr>
        <p:spPr>
          <a:xfrm>
            <a:off x="9129662" y="5065774"/>
            <a:ext cx="2364635" cy="6794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95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99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576" y="5446860"/>
            <a:ext cx="1788574" cy="948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Box 1"/>
          <p:cNvSpPr txBox="1"/>
          <p:nvPr/>
        </p:nvSpPr>
        <p:spPr>
          <a:xfrm>
            <a:off x="4615189" y="2539838"/>
            <a:ext cx="296162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FFFFF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/>
        </p:nvSpPr>
        <p:spPr>
          <a:xfrm>
            <a:off x="3223460" y="1480919"/>
            <a:ext cx="5745423" cy="1008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YOUR		</a:t>
            </a:r>
            <a:r>
              <a:rPr spc="419"/>
              <a:t>HEADLINE </a:t>
            </a:r>
            <a:endParaRPr sz="6000" spc="675">
              <a:latin typeface="Calibri Light"/>
              <a:ea typeface="Calibri Light"/>
              <a:cs typeface="Calibri Light"/>
              <a:sym typeface="Calibri Light"/>
            </a:endParaRPr>
          </a:p>
          <a:p>
            <a:pPr marR="5080" indent="129539" algn="ctr">
              <a:lnSpc>
                <a:spcPct val="90000"/>
              </a:lnSpc>
              <a:tabLst>
                <a:tab pos="1409700" algn="l"/>
                <a:tab pos="1485900" algn="l"/>
                <a:tab pos="2311400" algn="l"/>
              </a:tabLst>
              <a:defRPr sz="3200" b="1" spc="360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pPr>
            <a:r>
              <a:t>WILL </a:t>
            </a:r>
            <a:r>
              <a:rPr spc="320"/>
              <a:t>SIT </a:t>
            </a:r>
            <a:r>
              <a:t>HERE</a:t>
            </a:r>
            <a:r>
              <a:rPr spc="-220"/>
              <a:t> </a:t>
            </a:r>
          </a:p>
        </p:txBody>
      </p:sp>
      <p:sp>
        <p:nvSpPr>
          <p:cNvPr id="1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5133" y="6356353"/>
            <a:ext cx="245404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92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193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traight Connector 13"/>
          <p:cNvSpPr/>
          <p:nvPr/>
        </p:nvSpPr>
        <p:spPr>
          <a:xfrm flipH="1">
            <a:off x="628665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CFB6CA7C-6734-EE43-B554-8309CE393AB8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95126" y="2397912"/>
            <a:ext cx="7801751" cy="489739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 b="1" i="0" spc="0">
                <a:solidFill>
                  <a:schemeClr val="bg1"/>
                </a:solidFill>
                <a:latin typeface="DIN" pitchFamily="2" charset="77"/>
              </a:defRPr>
            </a:lvl1pPr>
          </a:lstStyle>
          <a:p>
            <a:r>
              <a:rPr lang="en-US"/>
              <a:t>YOUR HEADLINE WILL SIT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43492" y="2909879"/>
            <a:ext cx="3933494" cy="356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50" b="0" i="0">
                <a:solidFill>
                  <a:schemeClr val="bg1"/>
                </a:solidFill>
                <a:latin typeface="DIN Medium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SUBHEAD GOES HERE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AF54BB-897E-B34A-92A6-D5F5758BBCA7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FE381B8E-77FC-D047-84DA-A9212F9AD49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68A366-A561-B648-B070-1EE7C47AD6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356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8200" y="1214651"/>
            <a:ext cx="10515600" cy="49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93F7E-7527-4F41-B38C-791501DC3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4146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08000" y="609600"/>
            <a:ext cx="9612000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DC7C993-77E7-49AE-96B7-56ECCEC0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9"/>
            <a:ext cx="9343030" cy="612478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647441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41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1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1" y="5663976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2" y="5065773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6" y="5446858"/>
            <a:ext cx="1788572" cy="94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7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CB30C3D-3668-D547-9032-9A97D6F673F1}"/>
              </a:ext>
            </a:extLst>
          </p:cNvPr>
          <p:cNvSpPr/>
          <p:nvPr userDrawn="1"/>
        </p:nvSpPr>
        <p:spPr>
          <a:xfrm>
            <a:off x="2" y="0"/>
            <a:ext cx="12192343" cy="5664452"/>
          </a:xfrm>
          <a:custGeom>
            <a:avLst/>
            <a:gdLst/>
            <a:ahLst/>
            <a:cxnLst/>
            <a:rect l="l" t="t" r="r" b="b"/>
            <a:pathLst>
              <a:path w="7159625" h="3594735">
                <a:moveTo>
                  <a:pt x="0" y="3594392"/>
                </a:moveTo>
                <a:lnTo>
                  <a:pt x="7159142" y="3594392"/>
                </a:lnTo>
                <a:lnTo>
                  <a:pt x="7159142" y="0"/>
                </a:lnTo>
                <a:lnTo>
                  <a:pt x="0" y="0"/>
                </a:lnTo>
                <a:lnTo>
                  <a:pt x="0" y="3594392"/>
                </a:lnTo>
                <a:close/>
              </a:path>
            </a:pathLst>
          </a:custGeom>
          <a:solidFill>
            <a:srgbClr val="A32A2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B91E90-D840-D94E-B413-E85FDD7CDCAD}"/>
              </a:ext>
            </a:extLst>
          </p:cNvPr>
          <p:cNvSpPr/>
          <p:nvPr userDrawn="1"/>
        </p:nvSpPr>
        <p:spPr>
          <a:xfrm>
            <a:off x="2" y="5663978"/>
            <a:ext cx="12192343" cy="1194025"/>
          </a:xfrm>
          <a:custGeom>
            <a:avLst/>
            <a:gdLst/>
            <a:ahLst/>
            <a:cxnLst/>
            <a:rect l="l" t="t" r="r" b="b"/>
            <a:pathLst>
              <a:path w="7159625" h="862964">
                <a:moveTo>
                  <a:pt x="7159142" y="862355"/>
                </a:moveTo>
                <a:lnTo>
                  <a:pt x="0" y="862355"/>
                </a:lnTo>
                <a:lnTo>
                  <a:pt x="0" y="0"/>
                </a:lnTo>
                <a:lnTo>
                  <a:pt x="7159142" y="0"/>
                </a:lnTo>
                <a:lnTo>
                  <a:pt x="7159142" y="862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18D2FE6-78D6-394B-8E03-A2CBE4722755}"/>
              </a:ext>
            </a:extLst>
          </p:cNvPr>
          <p:cNvSpPr/>
          <p:nvPr userDrawn="1"/>
        </p:nvSpPr>
        <p:spPr>
          <a:xfrm>
            <a:off x="9129663" y="5065775"/>
            <a:ext cx="2364937" cy="680041"/>
          </a:xfrm>
          <a:custGeom>
            <a:avLst/>
            <a:gdLst/>
            <a:ahLst/>
            <a:cxnLst/>
            <a:rect l="l" t="t" r="r" b="b"/>
            <a:pathLst>
              <a:path w="1388745" h="491489">
                <a:moveTo>
                  <a:pt x="706793" y="0"/>
                </a:moveTo>
                <a:lnTo>
                  <a:pt x="0" y="491045"/>
                </a:lnTo>
                <a:lnTo>
                  <a:pt x="1388567" y="491045"/>
                </a:lnTo>
                <a:lnTo>
                  <a:pt x="7067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kern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E3A3A-AE22-3D44-96D5-1DC8A1467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6577" y="5446860"/>
            <a:ext cx="1788572" cy="948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E3B060-FC77-7A4B-9A52-EB4225DA3D0C}"/>
              </a:ext>
            </a:extLst>
          </p:cNvPr>
          <p:cNvSpPr txBox="1"/>
          <p:nvPr userDrawn="1"/>
        </p:nvSpPr>
        <p:spPr>
          <a:xfrm>
            <a:off x="4615190" y="2539839"/>
            <a:ext cx="2961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prstClr val="white"/>
                </a:solidFill>
                <a:latin typeface="DIN-Regular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501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F1797-67C6-4982-AE03-071DB435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51D45D-B824-41F6-A177-91459DD050E1}" type="datetimeFigureOut">
              <a:rPr lang="en-US">
                <a:solidFill>
                  <a:prstClr val="black"/>
                </a:solidFill>
              </a:rPr>
              <a:pPr/>
              <a:t>3/8/24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FE418-DA22-4367-861F-43D6ADD5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AFF6C-9833-4A92-B45B-7D40636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356179-D1BE-4368-869B-267F2EB5153C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8442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245403" cy="243841"/>
          </a:xfrm>
          <a:prstGeom prst="rect">
            <a:avLst/>
          </a:prstGeom>
        </p:spPr>
        <p:txBody>
          <a:bodyPr anchor="t"/>
          <a:lstStyle>
            <a:lvl1pPr algn="l">
              <a:defRPr sz="1000">
                <a:solidFill>
                  <a:srgbClr val="000000"/>
                </a:solidFill>
                <a:latin typeface="DIN-Regular"/>
                <a:ea typeface="DIN-Regular"/>
                <a:cs typeface="DIN-Regular"/>
                <a:sym typeface="DIN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3" name="Straight Connector 6"/>
          <p:cNvSpPr/>
          <p:nvPr/>
        </p:nvSpPr>
        <p:spPr>
          <a:xfrm>
            <a:off x="1693192" y="6343136"/>
            <a:ext cx="1" cy="387180"/>
          </a:xfrm>
          <a:prstGeom prst="line">
            <a:avLst/>
          </a:prstGeom>
          <a:ln w="6350">
            <a:solidFill>
              <a:srgbClr val="A32A2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" name="object 89"/>
          <p:cNvSpPr/>
          <p:nvPr/>
        </p:nvSpPr>
        <p:spPr>
          <a:xfrm>
            <a:off x="1" y="-1"/>
            <a:ext cx="10191169" cy="1114926"/>
          </a:xfrm>
          <a:prstGeom prst="rect">
            <a:avLst/>
          </a:prstGeom>
          <a:solidFill>
            <a:srgbClr val="A22929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800"/>
              </a:spcBef>
              <a:tabLst>
                <a:tab pos="1689100" algn="l"/>
                <a:tab pos="3327400" algn="l"/>
                <a:tab pos="4216400" algn="l"/>
              </a:tabLst>
              <a:defRPr sz="1000">
                <a:latin typeface="DIN-Medium"/>
                <a:ea typeface="DIN-Medium"/>
                <a:cs typeface="DIN-Medium"/>
                <a:sym typeface="DIN-Medium"/>
              </a:defRPr>
            </a:pPr>
            <a:endParaRPr/>
          </a:p>
        </p:txBody>
      </p:sp>
      <p:pic>
        <p:nvPicPr>
          <p:cNvPr id="95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514" y="147154"/>
            <a:ext cx="1411131" cy="748457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995" y="256899"/>
            <a:ext cx="8708295" cy="4143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1pPr>
            <a:lvl2pPr marL="0" indent="4572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2pPr>
            <a:lvl3pPr marL="0" indent="9144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3pPr>
            <a:lvl4pPr marL="0" indent="13716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4pPr>
            <a:lvl5pPr marL="0" indent="1828800">
              <a:buSzTx/>
              <a:buFontTx/>
              <a:buNone/>
              <a:defRPr sz="2000" b="1">
                <a:solidFill>
                  <a:srgbClr val="FFFFFF"/>
                </a:solidFill>
                <a:latin typeface="DIN"/>
                <a:ea typeface="DIN"/>
                <a:cs typeface="DIN"/>
                <a:sym typeface="DIN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23477" y="702518"/>
            <a:ext cx="8707330" cy="21645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000">
                <a:solidFill>
                  <a:srgbClr val="FFFFFF"/>
                </a:solidFill>
                <a:latin typeface="DIN Medium"/>
                <a:ea typeface="DIN Medium"/>
                <a:cs typeface="DIN Medium"/>
                <a:sym typeface="DIN Medium"/>
              </a:defRPr>
            </a:pPr>
            <a:endParaRPr/>
          </a:p>
        </p:txBody>
      </p:sp>
      <p:sp>
        <p:nvSpPr>
          <p:cNvPr id="98" name="Picture Placeholder 13"/>
          <p:cNvSpPr>
            <a:spLocks noGrp="1"/>
          </p:cNvSpPr>
          <p:nvPr>
            <p:ph type="pic" idx="14"/>
          </p:nvPr>
        </p:nvSpPr>
        <p:spPr>
          <a:xfrm>
            <a:off x="1439999" y="1915199"/>
            <a:ext cx="9309047" cy="4179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31890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C76BF5-C052-4273-8E54-C377808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3BF6B-2472-4104-82AB-B059BCBFB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046B6-C29F-4DAB-8BA7-14092CB2F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0662A-058E-4DBF-9FC1-4B99E3F95CDE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E62D3-B848-4FDD-81FC-DDA99276A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057B2-2C92-4D25-B4C6-A6D26FD57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0B4CE-4044-48F8-8762-E1C5DEE3AB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8F781-884B-90B9-AC4B-9C58BC2CD2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4170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61" r:id="rId13"/>
    <p:sldLayoutId id="2147483679" r:id="rId14"/>
    <p:sldLayoutId id="2147483680" r:id="rId15"/>
    <p:sldLayoutId id="2147483681" r:id="rId16"/>
    <p:sldLayoutId id="2147483682" r:id="rId1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56C5C3-FCB8-F540-BAF4-07EB2FA690A9}"/>
              </a:ext>
            </a:extLst>
          </p:cNvPr>
          <p:cNvSpPr txBox="1">
            <a:spLocks/>
          </p:cNvSpPr>
          <p:nvPr userDrawn="1"/>
        </p:nvSpPr>
        <p:spPr>
          <a:xfrm>
            <a:off x="3223460" y="1409386"/>
            <a:ext cx="5745422" cy="1079913"/>
          </a:xfrm>
          <a:prstGeom prst="rect">
            <a:avLst/>
          </a:prstGeom>
        </p:spPr>
        <p:txBody>
          <a:bodyPr anchor="b"/>
          <a:lstStyle>
            <a:lvl1pPr marL="129539" marR="5080" indent="0" algn="ctr" defTabSz="914400" rtl="0" eaLnBrk="1" fontAlgn="auto" latinLnBrk="0" hangingPunct="1">
              <a:lnSpc>
                <a:spcPct val="9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418590" algn="l"/>
                <a:tab pos="1493520" algn="l"/>
                <a:tab pos="2312035" algn="l"/>
              </a:tabLst>
              <a:defRPr sz="6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YOUR		</a:t>
            </a:r>
            <a:r>
              <a:rPr lang="en-US" sz="3200" b="1" kern="0" spc="420">
                <a:solidFill>
                  <a:sysClr val="window" lastClr="FFFFFF"/>
                </a:solidFill>
                <a:latin typeface="DIN"/>
              </a:rPr>
              <a:t>HEADLINE </a:t>
            </a:r>
          </a:p>
          <a:p>
            <a:pPr>
              <a:defRPr/>
            </a:pP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WILL </a:t>
            </a:r>
            <a:r>
              <a:rPr lang="en-US" sz="3200" b="1" kern="0" spc="320">
                <a:solidFill>
                  <a:sysClr val="window" lastClr="FFFFFF"/>
                </a:solidFill>
                <a:latin typeface="DIN"/>
              </a:rPr>
              <a:t>SIT </a:t>
            </a:r>
            <a:r>
              <a:rPr lang="en-US" sz="3200" b="1" kern="0" spc="360">
                <a:solidFill>
                  <a:sysClr val="window" lastClr="FFFFFF"/>
                </a:solidFill>
                <a:latin typeface="DIN"/>
              </a:rPr>
              <a:t>HERE</a:t>
            </a:r>
            <a:r>
              <a:rPr lang="en-US" sz="3200" b="1" kern="0" spc="-220">
                <a:solidFill>
                  <a:sysClr val="window" lastClr="FFFFFF"/>
                </a:solidFill>
                <a:latin typeface="DIN"/>
              </a:rPr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6FCEA-CB09-D24A-816E-9A5DE85C9CAF}"/>
              </a:ext>
            </a:extLst>
          </p:cNvPr>
          <p:cNvSpPr txBox="1">
            <a:spLocks/>
          </p:cNvSpPr>
          <p:nvPr userDrawn="1"/>
        </p:nvSpPr>
        <p:spPr>
          <a:xfrm>
            <a:off x="145134" y="6356353"/>
            <a:ext cx="473392" cy="365125"/>
          </a:xfrm>
          <a:prstGeom prst="rect">
            <a:avLst/>
          </a:prstGeom>
          <a:ln>
            <a:noFill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DIN-Regular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EF5EDB-5532-9D4A-8748-6257A1DB1255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bject 89">
            <a:extLst>
              <a:ext uri="{FF2B5EF4-FFF2-40B4-BE49-F238E27FC236}">
                <a16:creationId xmlns:a16="http://schemas.microsoft.com/office/drawing/2014/main" id="{F3D26A24-F5A2-A249-A327-1332C3D106F6}"/>
              </a:ext>
            </a:extLst>
          </p:cNvPr>
          <p:cNvSpPr txBox="1"/>
          <p:nvPr userDrawn="1"/>
        </p:nvSpPr>
        <p:spPr>
          <a:xfrm>
            <a:off x="1" y="0"/>
            <a:ext cx="10191169" cy="1114924"/>
          </a:xfrm>
          <a:prstGeom prst="rect">
            <a:avLst/>
          </a:prstGeom>
          <a:solidFill>
            <a:srgbClr val="A22929"/>
          </a:solidFill>
        </p:spPr>
        <p:txBody>
          <a:bodyPr vert="horz" wrap="square" lIns="0" tIns="110489" rIns="0" bIns="0" rtlCol="0" anchor="ctr">
            <a:noAutofit/>
          </a:bodyPr>
          <a:lstStyle/>
          <a:p>
            <a:pPr marL="793115">
              <a:spcBef>
                <a:spcPts val="869"/>
              </a:spcBef>
              <a:tabLst>
                <a:tab pos="1698625" algn="l"/>
                <a:tab pos="3335654" algn="l"/>
                <a:tab pos="4228465" algn="l"/>
              </a:tabLst>
            </a:pPr>
            <a:endParaRPr sz="1000">
              <a:solidFill>
                <a:prstClr val="black"/>
              </a:solidFill>
              <a:latin typeface="DIN-Medium"/>
              <a:cs typeface="DIN-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F07B4B-D725-2F48-873A-A038DC9C22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484514" y="147154"/>
            <a:ext cx="1411130" cy="748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6B06E-D3CB-DB41-A3E0-0036A36A8518}"/>
              </a:ext>
            </a:extLst>
          </p:cNvPr>
          <p:cNvCxnSpPr/>
          <p:nvPr userDrawn="1"/>
        </p:nvCxnSpPr>
        <p:spPr>
          <a:xfrm>
            <a:off x="628665" y="6343136"/>
            <a:ext cx="0" cy="387179"/>
          </a:xfrm>
          <a:prstGeom prst="line">
            <a:avLst/>
          </a:prstGeom>
          <a:ln>
            <a:solidFill>
              <a:srgbClr val="A32A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EEC24E-505E-831C-D618-3B3383CEC67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50662" y="67056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905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7" r:id="rId8"/>
  </p:sldLayoutIdLst>
  <p:txStyles>
    <p:titleStyle>
      <a:lvl1pPr marL="129539" marR="5080" indent="0" algn="ctr" defTabSz="914400" rtl="0" eaLnBrk="1" fontAlgn="auto" latinLnBrk="0" hangingPunct="1">
        <a:lnSpc>
          <a:spcPct val="90000"/>
        </a:lnSpc>
        <a:spcBef>
          <a:spcPts val="95"/>
        </a:spcBef>
        <a:spcAft>
          <a:spcPts val="0"/>
        </a:spcAft>
        <a:buClrTx/>
        <a:buSzTx/>
        <a:buFontTx/>
        <a:buNone/>
        <a:tabLst>
          <a:tab pos="1418590" algn="l"/>
          <a:tab pos="1493520" algn="l"/>
          <a:tab pos="2312035" algn="l"/>
        </a:tabLst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-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 dirty="0"/>
              <a:t>SRE</a:t>
            </a:r>
            <a:r>
              <a:rPr sz="2750" dirty="0"/>
              <a:t> –</a:t>
            </a:r>
            <a:r>
              <a:rPr lang="en-US" sz="2750" dirty="0"/>
              <a:t> </a:t>
            </a:r>
            <a:r>
              <a:rPr sz="2750" dirty="0"/>
              <a:t>Weekly </a:t>
            </a:r>
            <a:r>
              <a:rPr lang="en-US" sz="2750" dirty="0"/>
              <a:t>Meeting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BC2656-3951-0C4E-9FD2-339E6296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59"/>
            <a:ext cx="10181230" cy="612478"/>
          </a:xfrm>
        </p:spPr>
        <p:txBody>
          <a:bodyPr lIns="91440" tIns="45720" rIns="91440" bIns="45720" anchor="t"/>
          <a:lstStyle/>
          <a:p>
            <a:pPr marL="128905"/>
            <a:r>
              <a:rPr lang="en-GB" sz="2400" dirty="0">
                <a:latin typeface="Calibri"/>
                <a:cs typeface="Calibri"/>
              </a:rPr>
              <a:t>WEEK IN SUMMARY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DFBFB-4DBE-60A6-B904-826925B852BF}"/>
              </a:ext>
            </a:extLst>
          </p:cNvPr>
          <p:cNvSpPr txBox="1"/>
          <p:nvPr/>
        </p:nvSpPr>
        <p:spPr>
          <a:xfrm>
            <a:off x="203790" y="124046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cs typeface="Calibri"/>
              </a:rPr>
              <a:t>SLO Performance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ECF257-83FD-3B7A-C24F-3A48C697B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35102"/>
              </p:ext>
            </p:extLst>
          </p:nvPr>
        </p:nvGraphicFramePr>
        <p:xfrm>
          <a:off x="294273" y="1850736"/>
          <a:ext cx="10783338" cy="31167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6537">
                  <a:extLst>
                    <a:ext uri="{9D8B030D-6E8A-4147-A177-3AD203B41FA5}">
                      <a16:colId xmlns:a16="http://schemas.microsoft.com/office/drawing/2014/main" val="1644863965"/>
                    </a:ext>
                  </a:extLst>
                </a:gridCol>
                <a:gridCol w="5031486">
                  <a:extLst>
                    <a:ext uri="{9D8B030D-6E8A-4147-A177-3AD203B41FA5}">
                      <a16:colId xmlns:a16="http://schemas.microsoft.com/office/drawing/2014/main" val="188746991"/>
                    </a:ext>
                  </a:extLst>
                </a:gridCol>
                <a:gridCol w="1850545">
                  <a:extLst>
                    <a:ext uri="{9D8B030D-6E8A-4147-A177-3AD203B41FA5}">
                      <a16:colId xmlns:a16="http://schemas.microsoft.com/office/drawing/2014/main" val="3968042688"/>
                    </a:ext>
                  </a:extLst>
                </a:gridCol>
                <a:gridCol w="1664770">
                  <a:extLst>
                    <a:ext uri="{9D8B030D-6E8A-4147-A177-3AD203B41FA5}">
                      <a16:colId xmlns:a16="http://schemas.microsoft.com/office/drawing/2014/main" val="1222729353"/>
                    </a:ext>
                  </a:extLst>
                </a:gridCol>
              </a:tblGrid>
              <a:tr h="44524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Service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b="1" dirty="0">
                          <a:effectLst/>
                          <a:latin typeface="Calibri"/>
                        </a:rPr>
                        <a:t>Metric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b="1">
                          <a:effectLst/>
                          <a:latin typeface="Calibri"/>
                        </a:rPr>
                        <a:t>Target for 2024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effectLst/>
                          <a:latin typeface="Calibri"/>
                        </a:rPr>
                        <a:t>Week {No} - Actual</a:t>
                      </a:r>
                      <a:endParaRPr lang="en-GB" sz="1600" b="1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145103"/>
                  </a:ext>
                </a:extLst>
              </a:tr>
              <a:tr h="445249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0.02%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293315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99.98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40851"/>
                  </a:ext>
                </a:extLst>
              </a:tr>
              <a:tr h="44524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688768"/>
                  </a:ext>
                </a:extLst>
              </a:tr>
              <a:tr h="445248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dirty="0">
                          <a:effectLst/>
                          <a:latin typeface="Calibri"/>
                        </a:rPr>
                        <a:t>{Service Name}</a:t>
                      </a: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failure rate (timeouts)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0.01%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0.03%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673176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% Uptime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99.90%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99.9%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010954"/>
                  </a:ext>
                </a:extLst>
              </a:tr>
              <a:tr h="4452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524" marR="9524" marT="9524" anchor="b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Latency (seconds)</a:t>
                      </a:r>
                      <a:endParaRPr lang="en-US"/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dirty="0">
                          <a:effectLst/>
                          <a:latin typeface="Calibri"/>
                        </a:rPr>
                        <a:t>2</a:t>
                      </a:r>
                      <a:endParaRPr lang="en-US"/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>
                          <a:effectLst/>
                          <a:latin typeface="Calibri"/>
                        </a:rPr>
                        <a:t>2</a:t>
                      </a:r>
                      <a:endParaRPr lang="en-GB" sz="1600" dirty="0">
                        <a:effectLst/>
                        <a:latin typeface="Calibri"/>
                      </a:endParaRPr>
                    </a:p>
                  </a:txBody>
                  <a:tcPr marL="9524" marR="9524" marT="9524" anchor="ctr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251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47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209662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12" name="Content Placeholder 1"/>
          <p:cNvSpPr txBox="1"/>
          <p:nvPr/>
        </p:nvSpPr>
        <p:spPr>
          <a:xfrm>
            <a:off x="131324" y="377924"/>
            <a:ext cx="999431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2000" dirty="0"/>
              <a:t>ONGOING INITIATIVE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8E8134-87B9-C378-EBA1-34FBE3935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690993"/>
              </p:ext>
            </p:extLst>
          </p:nvPr>
        </p:nvGraphicFramePr>
        <p:xfrm>
          <a:off x="85349" y="1401629"/>
          <a:ext cx="10105982" cy="3454400"/>
        </p:xfrm>
        <a:graphic>
          <a:graphicData uri="http://schemas.openxmlformats.org/drawingml/2006/table">
            <a:tbl>
              <a:tblPr/>
              <a:tblGrid>
                <a:gridCol w="2318217">
                  <a:extLst>
                    <a:ext uri="{9D8B030D-6E8A-4147-A177-3AD203B41FA5}">
                      <a16:colId xmlns:a16="http://schemas.microsoft.com/office/drawing/2014/main" val="1794412404"/>
                    </a:ext>
                  </a:extLst>
                </a:gridCol>
                <a:gridCol w="1750423">
                  <a:extLst>
                    <a:ext uri="{9D8B030D-6E8A-4147-A177-3AD203B41FA5}">
                      <a16:colId xmlns:a16="http://schemas.microsoft.com/office/drawing/2014/main" val="3556244012"/>
                    </a:ext>
                  </a:extLst>
                </a:gridCol>
                <a:gridCol w="3248297">
                  <a:extLst>
                    <a:ext uri="{9D8B030D-6E8A-4147-A177-3AD203B41FA5}">
                      <a16:colId xmlns:a16="http://schemas.microsoft.com/office/drawing/2014/main" val="255668992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1518101160"/>
                    </a:ext>
                  </a:extLst>
                </a:gridCol>
                <a:gridCol w="1813685">
                  <a:extLst>
                    <a:ext uri="{9D8B030D-6E8A-4147-A177-3AD203B41FA5}">
                      <a16:colId xmlns:a16="http://schemas.microsoft.com/office/drawing/2014/main" val="296348085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Initiative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Responsible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Expected Closure Date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860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B2C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B2C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12-Mar-24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0134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B2C-Sub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B2C-SUB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7593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Hakikisha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Hakikisha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7908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Paybill C2B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Paybill C2B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23-Mar-24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5186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Airtel Money UG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Airtel Money UG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26-Mar-24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410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M-Kesho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M-Kesho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29-Mar-24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78603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Atm Cardless Withdrawal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Atm Cardless Withdrawal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01-Apr-24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2784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Pesalink: Gateway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Pesalink: Gateway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04-Apr-24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5396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Pesalink: Registry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Pesalink</a:t>
                      </a: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Registry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07-Apr-24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1253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Pesalink: Business Service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Pesalink: Business Service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10-Apr-24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06436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Pesalink: Inbound Service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Pesalink: Inbound Service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13-Apr-24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2816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Pesalink: Outbound Service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Pesalink: Outbound Service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16-Apr-24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55264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Pesalink: Tranprocessor Service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Pesalink: Tranprocessor Service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19-Apr-24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4071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Airtime Top Up Service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Airtime Top Up Service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22-Apr-24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7568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Imt inbound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Imt inbound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25-Apr-24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66305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Imtv2 outbound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Gatimu/Grace/Karanja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readiness for Gag Imtv2 outbound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E" sz="12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28-Apr-24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7291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7965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A2507E-C5A8-ACB2-9EE2-ECA0DB297DF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sz="2000" dirty="0"/>
              <a:t>PLANNED INITIATIVES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877023-BB7F-62F2-CA89-13F679B99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409157"/>
              </p:ext>
            </p:extLst>
          </p:nvPr>
        </p:nvGraphicFramePr>
        <p:xfrm>
          <a:off x="115081" y="1348337"/>
          <a:ext cx="10042710" cy="761365"/>
        </p:xfrm>
        <a:graphic>
          <a:graphicData uri="http://schemas.openxmlformats.org/drawingml/2006/table">
            <a:tbl>
              <a:tblPr/>
              <a:tblGrid>
                <a:gridCol w="2300719">
                  <a:extLst>
                    <a:ext uri="{9D8B030D-6E8A-4147-A177-3AD203B41FA5}">
                      <a16:colId xmlns:a16="http://schemas.microsoft.com/office/drawing/2014/main" val="3417475349"/>
                    </a:ext>
                  </a:extLst>
                </a:gridCol>
                <a:gridCol w="1707896">
                  <a:extLst>
                    <a:ext uri="{9D8B030D-6E8A-4147-A177-3AD203B41FA5}">
                      <a16:colId xmlns:a16="http://schemas.microsoft.com/office/drawing/2014/main" val="506465660"/>
                    </a:ext>
                  </a:extLst>
                </a:gridCol>
                <a:gridCol w="3419320">
                  <a:extLst>
                    <a:ext uri="{9D8B030D-6E8A-4147-A177-3AD203B41FA5}">
                      <a16:colId xmlns:a16="http://schemas.microsoft.com/office/drawing/2014/main" val="3192546483"/>
                    </a:ext>
                  </a:extLst>
                </a:gridCol>
                <a:gridCol w="920994">
                  <a:extLst>
                    <a:ext uri="{9D8B030D-6E8A-4147-A177-3AD203B41FA5}">
                      <a16:colId xmlns:a16="http://schemas.microsoft.com/office/drawing/2014/main" val="4162397723"/>
                    </a:ext>
                  </a:extLst>
                </a:gridCol>
                <a:gridCol w="1693781">
                  <a:extLst>
                    <a:ext uri="{9D8B030D-6E8A-4147-A177-3AD203B41FA5}">
                      <a16:colId xmlns:a16="http://schemas.microsoft.com/office/drawing/2014/main" val="185488883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 Initiative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Responsible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Expected Closure Date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2000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ORS Testing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Gatimu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ORS channel change from TPG to ORS. Anand has created a thin CBC script for ORS channel. We have requested for a QA engineer for testing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KE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20-Mar-24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4628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4280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43B5EFB-089E-4861-8A94-9988E880611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1767458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DIN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DIN"/>
                <a:ea typeface="+mj-ea"/>
                <a:cs typeface="+mj-cs"/>
              </a:rPr>
              <a:t>Support Required</a:t>
            </a:r>
            <a:endParaRPr lang="en-US" dirty="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5759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 Number Placeholder 8"/>
          <p:cNvSpPr txBox="1">
            <a:spLocks noGrp="1"/>
          </p:cNvSpPr>
          <p:nvPr>
            <p:ph type="sldNum" sz="quarter" idx="2"/>
          </p:nvPr>
        </p:nvSpPr>
        <p:spPr>
          <a:xfrm>
            <a:off x="145134" y="6356353"/>
            <a:ext cx="174772" cy="2438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04" name="Title 1"/>
          <p:cNvSpPr txBox="1">
            <a:spLocks noGrp="1"/>
          </p:cNvSpPr>
          <p:nvPr>
            <p:ph type="title"/>
          </p:nvPr>
        </p:nvSpPr>
        <p:spPr>
          <a:xfrm>
            <a:off x="1566473" y="2372515"/>
            <a:ext cx="7801752" cy="489740"/>
          </a:xfrm>
          <a:prstGeom prst="rect">
            <a:avLst/>
          </a:prstGeom>
        </p:spPr>
        <p:txBody>
          <a:bodyPr lIns="45719" tIns="45720" rIns="45719" bIns="45720" anchor="b">
            <a:normAutofit fontScale="90000"/>
          </a:bodyPr>
          <a:lstStyle>
            <a:lvl1pPr marR="4419" indent="112698" algn="ctr" defTabSz="795527">
              <a:tabLst>
                <a:tab pos="1219200" algn="l"/>
                <a:tab pos="1282700" algn="l"/>
                <a:tab pos="2006600" algn="l"/>
              </a:tabLst>
              <a:defRPr sz="2784"/>
            </a:lvl1pPr>
          </a:lstStyle>
          <a:p>
            <a:pPr marR="3810" indent="112395"/>
            <a:r>
              <a:rPr lang="en-US" sz="275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2924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f886ab1d-51ff-47ab-9e3e-b20b22f1c1b7}" enabled="1" method="Privileged" siteId="{2d65fea0-8478-44f2-ac0f-1a58b1382aa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20119</TotalTime>
  <Words>411</Words>
  <Application>Microsoft Macintosh PowerPoint</Application>
  <PresentationFormat>Widescreen</PresentationFormat>
  <Paragraphs>129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Calibri Light</vt:lpstr>
      <vt:lpstr>Candara</vt:lpstr>
      <vt:lpstr>DIN</vt:lpstr>
      <vt:lpstr>DIN Medium</vt:lpstr>
      <vt:lpstr>DIN-Medium</vt:lpstr>
      <vt:lpstr>DIN-Regular</vt:lpstr>
      <vt:lpstr>Office Theme</vt:lpstr>
      <vt:lpstr>Office Theme</vt:lpstr>
      <vt:lpstr>2_Office Theme</vt:lpstr>
      <vt:lpstr>SRE – Weekly Meeting</vt:lpstr>
      <vt:lpstr>WEEK IN SUMMARY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– L1 Weekly Update</dc:title>
  <cp:lastModifiedBy>Kennedy Gatimu</cp:lastModifiedBy>
  <cp:revision>356</cp:revision>
  <dcterms:modified xsi:type="dcterms:W3CDTF">2024-03-15T11:23:13Z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For Internal Use Only</vt:lpwstr>
  </property>
</Properties>
</file>