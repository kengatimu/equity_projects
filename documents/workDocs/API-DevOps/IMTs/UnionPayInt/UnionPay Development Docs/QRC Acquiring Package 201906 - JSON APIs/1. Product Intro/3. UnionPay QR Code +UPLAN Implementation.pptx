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8"/>
  </p:notesMasterIdLst>
  <p:handoutMasterIdLst>
    <p:handoutMasterId r:id="rId9"/>
  </p:handoutMasterIdLst>
  <p:sldIdLst>
    <p:sldId id="280" r:id="rId2"/>
    <p:sldId id="351" r:id="rId3"/>
    <p:sldId id="345" r:id="rId4"/>
    <p:sldId id="579" r:id="rId5"/>
    <p:sldId id="578" r:id="rId6"/>
    <p:sldId id="360" r:id="rId7"/>
  </p:sldIdLst>
  <p:sldSz cx="9144000" cy="5143500" type="screen16x9"/>
  <p:notesSz cx="6797675" cy="99282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620">
          <p15:clr>
            <a:srgbClr val="A4A3A4"/>
          </p15:clr>
        </p15:guide>
        <p15:guide id="2" pos="2880">
          <p15:clr>
            <a:srgbClr val="A4A3A4"/>
          </p15:clr>
        </p15:guide>
      </p15:sldGuideLst>
    </p:ext>
    <p:ext uri="{2D200454-40CA-4A62-9FC3-DE9A4176ACB9}">
      <p15:notes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nQin" initials="Dan" lastIdx="8" clrIdx="0"/>
  <p:cmAuthor id="1" name="Charlie Tu (涂俊辉)" initials="CT"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2E33"/>
    <a:srgbClr val="ED171F"/>
    <a:srgbClr val="FB5441"/>
    <a:srgbClr val="FF7E79"/>
    <a:srgbClr val="EF856D"/>
    <a:srgbClr val="5B98D2"/>
    <a:srgbClr val="1E5199"/>
    <a:srgbClr val="3333FF"/>
    <a:srgbClr val="FF9900"/>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FD4443E-F989-4FC4-A0C8-D5A2AF1F390B}" styleName="深色样式 1 - 强调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深色样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0879" autoAdjust="0"/>
    <p:restoredTop sz="79850" autoAdjust="0"/>
  </p:normalViewPr>
  <p:slideViewPr>
    <p:cSldViewPr showGuides="1">
      <p:cViewPr varScale="1">
        <p:scale>
          <a:sx n="97" d="100"/>
          <a:sy n="97" d="100"/>
        </p:scale>
        <p:origin x="-102" y="-216"/>
      </p:cViewPr>
      <p:guideLst>
        <p:guide orient="horz" pos="1620"/>
        <p:guide pos="2880"/>
      </p:guideLst>
    </p:cSldViewPr>
  </p:slideViewPr>
  <p:outlineViewPr>
    <p:cViewPr>
      <p:scale>
        <a:sx n="33" d="100"/>
        <a:sy n="33" d="100"/>
      </p:scale>
      <p:origin x="0" y="1944"/>
    </p:cViewPr>
  </p:outlineViewPr>
  <p:notesTextViewPr>
    <p:cViewPr>
      <p:scale>
        <a:sx n="75" d="100"/>
        <a:sy n="75" d="100"/>
      </p:scale>
      <p:origin x="0" y="0"/>
    </p:cViewPr>
  </p:notesTextViewPr>
  <p:sorterViewPr>
    <p:cViewPr>
      <p:scale>
        <a:sx n="75" d="100"/>
        <a:sy n="75" d="100"/>
      </p:scale>
      <p:origin x="0" y="0"/>
    </p:cViewPr>
  </p:sorterViewPr>
  <p:notesViewPr>
    <p:cSldViewPr>
      <p:cViewPr>
        <p:scale>
          <a:sx n="150" d="100"/>
          <a:sy n="150" d="100"/>
        </p:scale>
        <p:origin x="1668" y="-18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66"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833AF375-74D4-468D-AFF6-4AA7A7F838C4}" type="datetimeFigureOut">
              <a:rPr lang="zh-CN" altLang="en-US" smtClean="0"/>
              <a:pPr/>
              <a:t>2018/7/26</a:t>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4679DEA2-35CA-4315-AB30-B2132428E090}" type="slidenum">
              <a:rPr lang="zh-CN" altLang="en-US" smtClean="0"/>
              <a:pPr/>
              <a:t>‹#›</a:t>
            </a:fld>
            <a:endParaRPr lang="zh-CN" altLang="en-US"/>
          </a:p>
        </p:txBody>
      </p:sp>
    </p:spTree>
    <p:extLst>
      <p:ext uri="{BB962C8B-B14F-4D97-AF65-F5344CB8AC3E}">
        <p14:creationId xmlns:p14="http://schemas.microsoft.com/office/powerpoint/2010/main" val="31947808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8DD27B84-A629-4DD8-B3B6-CADBEDD71AD5}" type="datetimeFigureOut">
              <a:rPr lang="zh-CN" altLang="en-US" smtClean="0"/>
              <a:pPr/>
              <a:t>2018/7/26</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B27CA19F-5AFE-43D5-BA70-17F47713D0DA}" type="slidenum">
              <a:rPr lang="zh-CN" altLang="en-US" smtClean="0"/>
              <a:pPr/>
              <a:t>‹#›</a:t>
            </a:fld>
            <a:endParaRPr lang="zh-CN" altLang="en-US"/>
          </a:p>
        </p:txBody>
      </p:sp>
    </p:spTree>
    <p:extLst>
      <p:ext uri="{BB962C8B-B14F-4D97-AF65-F5344CB8AC3E}">
        <p14:creationId xmlns:p14="http://schemas.microsoft.com/office/powerpoint/2010/main" val="2830192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1</a:t>
            </a:fld>
            <a:endParaRPr lang="zh-CN" altLang="en-US"/>
          </a:p>
        </p:txBody>
      </p:sp>
    </p:spTree>
    <p:extLst>
      <p:ext uri="{BB962C8B-B14F-4D97-AF65-F5344CB8AC3E}">
        <p14:creationId xmlns:p14="http://schemas.microsoft.com/office/powerpoint/2010/main" val="959160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2</a:t>
            </a:fld>
            <a:endParaRPr lang="zh-CN" altLang="en-US"/>
          </a:p>
        </p:txBody>
      </p:sp>
    </p:spTree>
    <p:extLst>
      <p:ext uri="{BB962C8B-B14F-4D97-AF65-F5344CB8AC3E}">
        <p14:creationId xmlns:p14="http://schemas.microsoft.com/office/powerpoint/2010/main" val="34168365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3</a:t>
            </a:fld>
            <a:endParaRPr lang="zh-CN" altLang="en-US"/>
          </a:p>
        </p:txBody>
      </p:sp>
    </p:spTree>
    <p:extLst>
      <p:ext uri="{BB962C8B-B14F-4D97-AF65-F5344CB8AC3E}">
        <p14:creationId xmlns:p14="http://schemas.microsoft.com/office/powerpoint/2010/main" val="1542219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t>This is how the payment information flows behind the transaction,</a:t>
            </a:r>
          </a:p>
          <a:p>
            <a:r>
              <a:rPr lang="en-US" altLang="zh-CN" baseline="0" dirty="0"/>
              <a:t>Merchant apply a QRC from the </a:t>
            </a:r>
            <a:r>
              <a:rPr lang="en-US" altLang="zh-CN" baseline="0" dirty="0" err="1"/>
              <a:t>Acq</a:t>
            </a:r>
            <a:r>
              <a:rPr lang="en-US" altLang="zh-CN" baseline="0" dirty="0"/>
              <a:t>, Cardholder use mobile App to scan the QRC.</a:t>
            </a:r>
          </a:p>
          <a:p>
            <a:r>
              <a:rPr lang="en-US" altLang="zh-CN" baseline="0" dirty="0"/>
              <a:t>App initiate a payment request to UPI. UPI transfer the payment request to ACQ, ACQ construct a purchase online message and send to UPI.</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The purchase transaction is similar to traditional POS transaction.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After issuer authorized the TXN, and response to the </a:t>
            </a:r>
            <a:r>
              <a:rPr lang="en-US" altLang="zh-CN" baseline="0" dirty="0" err="1"/>
              <a:t>Acq</a:t>
            </a:r>
            <a:r>
              <a:rPr lang="en-US" altLang="zh-CN" baseline="0" dirty="0"/>
              <a:t>, the </a:t>
            </a:r>
            <a:r>
              <a:rPr lang="en-US" altLang="zh-CN" baseline="0" dirty="0" err="1"/>
              <a:t>Acq</a:t>
            </a:r>
            <a:r>
              <a:rPr lang="en-US" altLang="zh-CN" baseline="0" dirty="0"/>
              <a:t> shall notify the merchant that the transaction is completed. And response to UPI .</a:t>
            </a:r>
          </a:p>
          <a:p>
            <a:r>
              <a:rPr lang="en-US" altLang="zh-CN" baseline="0" dirty="0"/>
              <a:t>UPI will provide the result notification to the APP </a:t>
            </a:r>
          </a:p>
          <a:p>
            <a:endParaRPr 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t>4</a:t>
            </a:fld>
            <a:endParaRPr lang="zh-CN" altLang="en-US"/>
          </a:p>
        </p:txBody>
      </p:sp>
    </p:spTree>
    <p:extLst>
      <p:ext uri="{BB962C8B-B14F-4D97-AF65-F5344CB8AC3E}">
        <p14:creationId xmlns:p14="http://schemas.microsoft.com/office/powerpoint/2010/main" val="31691534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t>This is how the payment information flows behind the transaction,</a:t>
            </a:r>
          </a:p>
          <a:p>
            <a:r>
              <a:rPr lang="en-US" altLang="zh-CN" baseline="0" dirty="0"/>
              <a:t>Merchant apply a QRC from the </a:t>
            </a:r>
            <a:r>
              <a:rPr lang="en-US" altLang="zh-CN" baseline="0" dirty="0" err="1"/>
              <a:t>Acq</a:t>
            </a:r>
            <a:r>
              <a:rPr lang="en-US" altLang="zh-CN" baseline="0" dirty="0"/>
              <a:t>, Cardholder use mobile App to scan the QRC.</a:t>
            </a:r>
          </a:p>
          <a:p>
            <a:r>
              <a:rPr lang="en-US" altLang="zh-CN" baseline="0" dirty="0"/>
              <a:t>App initiate a payment request to UPI. UPI transfer the payment request to ACQ, ACQ construct a purchase online message and send to UPI.</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The purchase transaction is similar to traditional POS transaction.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After issuer authorized the TXN, and response to the </a:t>
            </a:r>
            <a:r>
              <a:rPr lang="en-US" altLang="zh-CN" baseline="0" dirty="0" err="1"/>
              <a:t>Acq</a:t>
            </a:r>
            <a:r>
              <a:rPr lang="en-US" altLang="zh-CN" baseline="0" dirty="0"/>
              <a:t>, the </a:t>
            </a:r>
            <a:r>
              <a:rPr lang="en-US" altLang="zh-CN" baseline="0" dirty="0" err="1"/>
              <a:t>Acq</a:t>
            </a:r>
            <a:r>
              <a:rPr lang="en-US" altLang="zh-CN" baseline="0" dirty="0"/>
              <a:t> shall notify the merchant that the transaction is completed. And response to UPI .</a:t>
            </a:r>
          </a:p>
          <a:p>
            <a:r>
              <a:rPr lang="en-US" altLang="zh-CN" baseline="0" dirty="0"/>
              <a:t>UPI will provide the result notification to the APP </a:t>
            </a:r>
          </a:p>
          <a:p>
            <a:endParaRPr 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t>5</a:t>
            </a:fld>
            <a:endParaRPr lang="zh-CN" altLang="en-US"/>
          </a:p>
        </p:txBody>
      </p:sp>
    </p:spTree>
    <p:extLst>
      <p:ext uri="{BB962C8B-B14F-4D97-AF65-F5344CB8AC3E}">
        <p14:creationId xmlns:p14="http://schemas.microsoft.com/office/powerpoint/2010/main" val="3169153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7CA19F-5AFE-43D5-BA70-17F47713D0DA}" type="slidenum">
              <a:rPr lang="zh-CN" altLang="en-US" smtClean="0"/>
              <a:pPr/>
              <a:t>6</a:t>
            </a:fld>
            <a:endParaRPr lang="zh-CN" altLang="en-US"/>
          </a:p>
        </p:txBody>
      </p:sp>
    </p:spTree>
    <p:extLst>
      <p:ext uri="{BB962C8B-B14F-4D97-AF65-F5344CB8AC3E}">
        <p14:creationId xmlns:p14="http://schemas.microsoft.com/office/powerpoint/2010/main" val="7386321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中英文封面-蓝">
    <p:spTree>
      <p:nvGrpSpPr>
        <p:cNvPr id="1" name=""/>
        <p:cNvGrpSpPr/>
        <p:nvPr/>
      </p:nvGrpSpPr>
      <p:grpSpPr>
        <a:xfrm>
          <a:off x="0" y="0"/>
          <a:ext cx="0" cy="0"/>
          <a:chOff x="0" y="0"/>
          <a:chExt cx="0" cy="0"/>
        </a:xfrm>
      </p:grpSpPr>
      <p:pic>
        <p:nvPicPr>
          <p:cNvPr id="15" name="图片 14"/>
          <p:cNvPicPr>
            <a:picLocks noChangeAspect="1"/>
          </p:cNvPicPr>
          <p:nvPr userDrawn="1"/>
        </p:nvPicPr>
        <p:blipFill rotWithShape="1">
          <a:blip r:embed="rId2" cstate="print">
            <a:extLst>
              <a:ext uri="{28A0092B-C50C-407E-A947-70E740481C1C}">
                <a14:useLocalDpi xmlns:a14="http://schemas.microsoft.com/office/drawing/2010/main" val="0"/>
              </a:ext>
            </a:extLst>
          </a:blip>
          <a:srcRect t="52229" b="2272"/>
          <a:stretch/>
        </p:blipFill>
        <p:spPr>
          <a:xfrm>
            <a:off x="0" y="0"/>
            <a:ext cx="9144000" cy="3875294"/>
          </a:xfrm>
          <a:prstGeom prst="rect">
            <a:avLst/>
          </a:prstGeom>
        </p:spPr>
      </p:pic>
      <p:pic>
        <p:nvPicPr>
          <p:cNvPr id="16" name="图片 1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715766"/>
            <a:ext cx="9144000" cy="1159528"/>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20272" y="4344793"/>
            <a:ext cx="1736932" cy="387197"/>
          </a:xfrm>
          <a:prstGeom prst="rect">
            <a:avLst/>
          </a:prstGeom>
        </p:spPr>
      </p:pic>
      <p:sp>
        <p:nvSpPr>
          <p:cNvPr id="2" name="标题 1"/>
          <p:cNvSpPr>
            <a:spLocks noGrp="1"/>
          </p:cNvSpPr>
          <p:nvPr>
            <p:ph type="title" hasCustomPrompt="1"/>
          </p:nvPr>
        </p:nvSpPr>
        <p:spPr>
          <a:xfrm>
            <a:off x="251520" y="2859782"/>
            <a:ext cx="7283152" cy="684296"/>
          </a:xfrm>
          <a:prstGeom prst="rect">
            <a:avLst/>
          </a:prstGeom>
        </p:spPr>
        <p:txBody>
          <a:bodyPr>
            <a:noAutofit/>
          </a:bodyPr>
          <a:lstStyle>
            <a:lvl1pPr algn="l">
              <a:defRPr sz="4500" baseline="0">
                <a:solidFill>
                  <a:schemeClr val="bg1"/>
                </a:solidFill>
                <a:latin typeface="Georgia" pitchFamily="18" charset="0"/>
              </a:defRPr>
            </a:lvl1pPr>
          </a:lstStyle>
          <a:p>
            <a:r>
              <a:rPr lang="en-US" altLang="zh-CN" sz="4500" dirty="0">
                <a:solidFill>
                  <a:schemeClr val="bg1"/>
                </a:solidFill>
                <a:latin typeface="黑体" pitchFamily="49" charset="-122"/>
                <a:ea typeface="黑体" pitchFamily="49" charset="-122"/>
              </a:rPr>
              <a:t>Title</a:t>
            </a:r>
            <a:endParaRPr lang="zh-CN" altLang="en-US" sz="4500" dirty="0">
              <a:solidFill>
                <a:schemeClr val="bg1"/>
              </a:solidFill>
              <a:latin typeface="黑体" pitchFamily="49" charset="-122"/>
              <a:ea typeface="黑体" pitchFamily="49" charset="-122"/>
            </a:endParaRPr>
          </a:p>
        </p:txBody>
      </p:sp>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020272" y="4344793"/>
            <a:ext cx="1736932" cy="387197"/>
          </a:xfrm>
          <a:prstGeom prst="rect">
            <a:avLst/>
          </a:prstGeom>
        </p:spPr>
      </p:pic>
      <p:pic>
        <p:nvPicPr>
          <p:cNvPr id="14" name="Picture 1" descr="image.pdf"/>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731798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扉页-文字版本">
    <p:spTree>
      <p:nvGrpSpPr>
        <p:cNvPr id="1" name=""/>
        <p:cNvGrpSpPr/>
        <p:nvPr/>
      </p:nvGrpSpPr>
      <p:grpSpPr>
        <a:xfrm>
          <a:off x="0" y="0"/>
          <a:ext cx="0" cy="0"/>
          <a:chOff x="0" y="0"/>
          <a:chExt cx="0" cy="0"/>
        </a:xfrm>
      </p:grpSpPr>
      <p:pic>
        <p:nvPicPr>
          <p:cNvPr id="15" name="Picture 1" descr="image.pdf"/>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
        <p:nvSpPr>
          <p:cNvPr id="16" name="矩形 15"/>
          <p:cNvSpPr/>
          <p:nvPr userDrawn="1"/>
        </p:nvSpPr>
        <p:spPr>
          <a:xfrm>
            <a:off x="0" y="1361549"/>
            <a:ext cx="9144000" cy="1080120"/>
          </a:xfrm>
          <a:prstGeom prst="rect">
            <a:avLst/>
          </a:prstGeom>
          <a:gradFill>
            <a:gsLst>
              <a:gs pos="100000">
                <a:schemeClr val="bg1"/>
              </a:gs>
              <a:gs pos="50000">
                <a:schemeClr val="bg1">
                  <a:lumMod val="85000"/>
                </a:schemeClr>
              </a:gs>
              <a:gs pos="100000">
                <a:schemeClr val="accent1">
                  <a:shade val="100000"/>
                  <a:satMod val="11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userDrawn="1"/>
        </p:nvGrpSpPr>
        <p:grpSpPr>
          <a:xfrm>
            <a:off x="0" y="1361549"/>
            <a:ext cx="1691680" cy="2218313"/>
            <a:chOff x="0" y="1563638"/>
            <a:chExt cx="1691680" cy="2218313"/>
          </a:xfrm>
        </p:grpSpPr>
        <p:sp>
          <p:nvSpPr>
            <p:cNvPr id="18" name="矩形 17"/>
            <p:cNvSpPr/>
            <p:nvPr/>
          </p:nvSpPr>
          <p:spPr>
            <a:xfrm>
              <a:off x="0" y="1563638"/>
              <a:ext cx="1547664" cy="2088232"/>
            </a:xfrm>
            <a:prstGeom prst="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sp>
          <p:nvSpPr>
            <p:cNvPr id="19" name="文本框 4"/>
            <p:cNvSpPr txBox="1"/>
            <p:nvPr/>
          </p:nvSpPr>
          <p:spPr>
            <a:xfrm>
              <a:off x="455444" y="2427734"/>
              <a:ext cx="1236236" cy="1354217"/>
            </a:xfrm>
            <a:prstGeom prst="rect">
              <a:avLst/>
            </a:prstGeom>
            <a:noFill/>
          </p:spPr>
          <p:txBody>
            <a:bodyPr wrap="none" rtlCol="0">
              <a:spAutoFit/>
            </a:bodyPr>
            <a:lstStyle>
              <a:defPPr>
                <a:defRPr lang="zh-CN"/>
              </a:defPPr>
              <a:lvl1pPr>
                <a:defRPr sz="2400">
                  <a:solidFill>
                    <a:schemeClr val="bg1"/>
                  </a:solidFill>
                  <a:latin typeface="微软雅黑" panose="020B0503020204020204" pitchFamily="34" charset="-122"/>
                  <a:ea typeface="微软雅黑" panose="020B0503020204020204" pitchFamily="34" charset="-122"/>
                </a:defRPr>
              </a:lvl1pPr>
            </a:lstStyle>
            <a:p>
              <a:r>
                <a:rPr lang="en-US" altLang="zh-CN" sz="8200" dirty="0">
                  <a:latin typeface="黑体" pitchFamily="49" charset="-122"/>
                  <a:ea typeface="黑体" pitchFamily="49" charset="-122"/>
                </a:rPr>
                <a:t>01</a:t>
              </a:r>
              <a:endParaRPr lang="zh-CN" altLang="en-US" sz="8200" dirty="0">
                <a:latin typeface="黑体" pitchFamily="49" charset="-122"/>
                <a:ea typeface="黑体" pitchFamily="49" charset="-122"/>
              </a:endParaRPr>
            </a:p>
          </p:txBody>
        </p:sp>
      </p:grpSp>
      <p:sp>
        <p:nvSpPr>
          <p:cNvPr id="22" name="文本占位符 2"/>
          <p:cNvSpPr>
            <a:spLocks noGrp="1"/>
          </p:cNvSpPr>
          <p:nvPr>
            <p:ph type="body" idx="1" hasCustomPrompt="1"/>
          </p:nvPr>
        </p:nvSpPr>
        <p:spPr>
          <a:xfrm>
            <a:off x="1691680" y="3147814"/>
            <a:ext cx="5400600" cy="360040"/>
          </a:xfrm>
          <a:prstGeom prst="rect">
            <a:avLst/>
          </a:prstGeom>
        </p:spPr>
        <p:txBody>
          <a:bodyPr anchor="b">
            <a:normAutofit/>
          </a:bodyPr>
          <a:lstStyle>
            <a:lvl1pPr marL="0" indent="0">
              <a:buNone/>
              <a:defRPr sz="1800" b="0" baseline="0">
                <a:solidFill>
                  <a:srgbClr val="2E5C9E"/>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lnSpc>
                <a:spcPts val="1800"/>
              </a:lnSpc>
            </a:pPr>
            <a:r>
              <a:rPr lang="sv-SE" altLang="zh-CN">
                <a:solidFill>
                  <a:srgbClr val="2E5C9E"/>
                </a:solidFill>
                <a:latin typeface="Georgia" pitchFamily="18" charset="0"/>
                <a:ea typeface="微软雅黑" panose="020B0503020204020204" pitchFamily="34" charset="-122"/>
                <a:cs typeface="Arial" pitchFamily="34" charset="0"/>
              </a:rPr>
              <a:t>Click Add Font Georgia 18pt</a:t>
            </a:r>
            <a:endParaRPr lang="sv-SE" altLang="zh-CN" dirty="0">
              <a:solidFill>
                <a:srgbClr val="2E5C9E"/>
              </a:solidFill>
              <a:latin typeface="Georgia" pitchFamily="18" charset="0"/>
              <a:ea typeface="微软雅黑" panose="020B0503020204020204" pitchFamily="34" charset="-122"/>
              <a:cs typeface="Arial" pitchFamily="34" charset="0"/>
            </a:endParaRPr>
          </a:p>
        </p:txBody>
      </p:sp>
      <p:sp>
        <p:nvSpPr>
          <p:cNvPr id="23" name="标题 1"/>
          <p:cNvSpPr>
            <a:spLocks noGrp="1"/>
          </p:cNvSpPr>
          <p:nvPr>
            <p:ph type="title" hasCustomPrompt="1"/>
          </p:nvPr>
        </p:nvSpPr>
        <p:spPr>
          <a:xfrm>
            <a:off x="1691680" y="2643758"/>
            <a:ext cx="5400600" cy="432048"/>
          </a:xfrm>
          <a:prstGeom prst="rect">
            <a:avLst/>
          </a:prstGeom>
        </p:spPr>
        <p:txBody>
          <a:bodyPr anchor="t">
            <a:noAutofit/>
          </a:bodyPr>
          <a:lstStyle>
            <a:lvl1pPr algn="l">
              <a:defRPr sz="2800" baseline="0">
                <a:solidFill>
                  <a:srgbClr val="2E5C9E"/>
                </a:solidFill>
                <a:latin typeface="微软雅黑" panose="020B0503020204020204" pitchFamily="34" charset="-122"/>
                <a:ea typeface="微软雅黑" panose="020B0503020204020204" pitchFamily="34" charset="-122"/>
              </a:defRPr>
            </a:lvl1pPr>
          </a:lstStyle>
          <a:p>
            <a:r>
              <a:rPr lang="zh-CN" altLang="en-US" sz="2800">
                <a:solidFill>
                  <a:srgbClr val="2E5C9E"/>
                </a:solidFill>
                <a:latin typeface="黑体" pitchFamily="49" charset="-122"/>
                <a:ea typeface="黑体" pitchFamily="49" charset="-122"/>
              </a:rPr>
              <a:t>单击添加字体黑体 </a:t>
            </a:r>
            <a:r>
              <a:rPr lang="en-US" altLang="zh-CN" sz="2800">
                <a:solidFill>
                  <a:srgbClr val="2E5C9E"/>
                </a:solidFill>
                <a:latin typeface="黑体" pitchFamily="49" charset="-122"/>
                <a:ea typeface="黑体" pitchFamily="49" charset="-122"/>
              </a:rPr>
              <a:t>28pt</a:t>
            </a:r>
            <a:endParaRPr lang="zh-CN" altLang="en-US" sz="2800" dirty="0">
              <a:solidFill>
                <a:srgbClr val="2E5C9E"/>
              </a:solidFill>
              <a:latin typeface="黑体" pitchFamily="49" charset="-122"/>
              <a:ea typeface="黑体" pitchFamily="49" charset="-122"/>
            </a:endParaRPr>
          </a:p>
        </p:txBody>
      </p:sp>
      <p:pic>
        <p:nvPicPr>
          <p:cNvPr id="24" name="图片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Tree>
    <p:extLst>
      <p:ext uri="{BB962C8B-B14F-4D97-AF65-F5344CB8AC3E}">
        <p14:creationId xmlns:p14="http://schemas.microsoft.com/office/powerpoint/2010/main" val="1201772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版式一">
    <p:spTree>
      <p:nvGrpSpPr>
        <p:cNvPr id="1" name=""/>
        <p:cNvGrpSpPr/>
        <p:nvPr/>
      </p:nvGrpSpPr>
      <p:grpSpPr>
        <a:xfrm>
          <a:off x="0" y="0"/>
          <a:ext cx="0" cy="0"/>
          <a:chOff x="0" y="0"/>
          <a:chExt cx="0" cy="0"/>
        </a:xfrm>
      </p:grpSpPr>
      <p:sp>
        <p:nvSpPr>
          <p:cNvPr id="6" name="矩形 5"/>
          <p:cNvSpPr/>
          <p:nvPr userDrawn="1"/>
        </p:nvSpPr>
        <p:spPr>
          <a:xfrm>
            <a:off x="827584" y="1"/>
            <a:ext cx="1251784" cy="1347613"/>
          </a:xfrm>
          <a:prstGeom prst="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sp>
        <p:nvSpPr>
          <p:cNvPr id="9" name="矩形 8"/>
          <p:cNvSpPr/>
          <p:nvPr userDrawn="1"/>
        </p:nvSpPr>
        <p:spPr>
          <a:xfrm>
            <a:off x="827584" y="1491630"/>
            <a:ext cx="1251784" cy="3651870"/>
          </a:xfrm>
          <a:prstGeom prst="rect">
            <a:avLst/>
          </a:prstGeom>
          <a:solidFill>
            <a:srgbClr val="5B9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25" name="文本占位符 2"/>
          <p:cNvSpPr>
            <a:spLocks noGrp="1"/>
          </p:cNvSpPr>
          <p:nvPr>
            <p:ph type="body" idx="11" hasCustomPrompt="1"/>
          </p:nvPr>
        </p:nvSpPr>
        <p:spPr>
          <a:xfrm>
            <a:off x="827584" y="673807"/>
            <a:ext cx="1296144" cy="673807"/>
          </a:xfrm>
          <a:prstGeom prst="rect">
            <a:avLst/>
          </a:prstGeom>
        </p:spPr>
        <p:txBody>
          <a:bodyPr anchor="b">
            <a:noAutofit/>
          </a:bodyPr>
          <a:lstStyle>
            <a:lvl1pPr marL="0" indent="0" algn="ctr">
              <a:buNone/>
              <a:defRPr sz="2800" b="0" baseline="0">
                <a:solidFill>
                  <a:schemeClr val="bg1"/>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800" dirty="0">
                <a:solidFill>
                  <a:schemeClr val="bg1"/>
                </a:solidFill>
                <a:latin typeface="Georgia" pitchFamily="18" charset="0"/>
                <a:cs typeface="Arial" pitchFamily="34" charset="0"/>
              </a:rPr>
              <a:t>Contents</a:t>
            </a:r>
            <a:endParaRPr lang="zh-CN" altLang="en-US" sz="1800" dirty="0">
              <a:solidFill>
                <a:schemeClr val="bg1"/>
              </a:solidFill>
              <a:latin typeface="Georgia" pitchFamily="18" charset="0"/>
            </a:endParaRPr>
          </a:p>
        </p:txBody>
      </p:sp>
      <p:sp>
        <p:nvSpPr>
          <p:cNvPr id="26" name="文本占位符 2"/>
          <p:cNvSpPr>
            <a:spLocks noGrp="1"/>
          </p:cNvSpPr>
          <p:nvPr>
            <p:ph type="body" idx="12" hasCustomPrompt="1"/>
          </p:nvPr>
        </p:nvSpPr>
        <p:spPr>
          <a:xfrm>
            <a:off x="2340000" y="1491630"/>
            <a:ext cx="6264448" cy="288032"/>
          </a:xfrm>
          <a:prstGeom prst="rect">
            <a:avLst/>
          </a:prstGeom>
        </p:spPr>
        <p:txBody>
          <a:bodyPr anchor="b">
            <a:noAutofit/>
          </a:bodyPr>
          <a:lstStyle>
            <a:lvl1pPr marL="0" indent="0" algn="l">
              <a:buNone/>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85750" indent="-285750">
              <a:buClr>
                <a:srgbClr val="1E5199"/>
              </a:buClr>
              <a:buSzPct val="100000"/>
              <a:buFont typeface="Wingdings" pitchFamily="2" charset="2"/>
              <a:buChar char="§"/>
            </a:pPr>
            <a:r>
              <a:rPr lang="zh-CN" altLang="en-US" dirty="0">
                <a:solidFill>
                  <a:schemeClr val="accent1">
                    <a:lumMod val="50000"/>
                  </a:schemeClr>
                </a:solidFill>
                <a:latin typeface="黑体" pitchFamily="49" charset="-122"/>
                <a:ea typeface="黑体" pitchFamily="49" charset="-122"/>
              </a:rPr>
              <a:t>单击此处编辑中文：黑体 </a:t>
            </a:r>
            <a:r>
              <a:rPr lang="en-US" altLang="zh-CN" dirty="0">
                <a:solidFill>
                  <a:schemeClr val="accent1">
                    <a:lumMod val="50000"/>
                  </a:schemeClr>
                </a:solidFill>
                <a:latin typeface="黑体" pitchFamily="49" charset="-122"/>
                <a:ea typeface="黑体" pitchFamily="49" charset="-122"/>
              </a:rPr>
              <a:t>18pt 75%</a:t>
            </a:r>
            <a:r>
              <a:rPr lang="zh-CN" altLang="en-US" dirty="0">
                <a:solidFill>
                  <a:schemeClr val="accent1">
                    <a:lumMod val="50000"/>
                  </a:schemeClr>
                </a:solidFill>
                <a:latin typeface="黑体" pitchFamily="49" charset="-122"/>
                <a:ea typeface="黑体" pitchFamily="49" charset="-122"/>
              </a:rPr>
              <a:t>灰色 整体左对齐</a:t>
            </a:r>
          </a:p>
        </p:txBody>
      </p:sp>
      <p:sp>
        <p:nvSpPr>
          <p:cNvPr id="27" name="文本占位符 2"/>
          <p:cNvSpPr>
            <a:spLocks noGrp="1"/>
          </p:cNvSpPr>
          <p:nvPr>
            <p:ph type="body" idx="13" hasCustomPrompt="1"/>
          </p:nvPr>
        </p:nvSpPr>
        <p:spPr>
          <a:xfrm>
            <a:off x="2627784" y="1728000"/>
            <a:ext cx="6048672" cy="303694"/>
          </a:xfrm>
          <a:prstGeom prst="rect">
            <a:avLst/>
          </a:prstGeom>
        </p:spPr>
        <p:txBody>
          <a:bodyPr anchor="b">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300" dirty="0">
                <a:solidFill>
                  <a:schemeClr val="accent1">
                    <a:lumMod val="50000"/>
                  </a:schemeClr>
                </a:solidFill>
                <a:latin typeface="Georgia" pitchFamily="18" charset="0"/>
                <a:ea typeface="微软雅黑" panose="020B0503020204020204" pitchFamily="34" charset="-122"/>
                <a:cs typeface="Arial" pitchFamily="34" charset="0"/>
              </a:rPr>
              <a:t>Click here to edit English: Georgia 13pt 75% gray</a:t>
            </a:r>
          </a:p>
        </p:txBody>
      </p:sp>
      <p:sp>
        <p:nvSpPr>
          <p:cNvPr id="28" name="文本占位符 2"/>
          <p:cNvSpPr>
            <a:spLocks noGrp="1"/>
          </p:cNvSpPr>
          <p:nvPr>
            <p:ph type="body" idx="14" hasCustomPrompt="1"/>
          </p:nvPr>
        </p:nvSpPr>
        <p:spPr>
          <a:xfrm>
            <a:off x="2339752" y="2139702"/>
            <a:ext cx="6264448" cy="288032"/>
          </a:xfrm>
          <a:prstGeom prst="rect">
            <a:avLst/>
          </a:prstGeom>
        </p:spPr>
        <p:txBody>
          <a:bodyPr anchor="b">
            <a:noAutofit/>
          </a:bodyPr>
          <a:lstStyle>
            <a:lvl1pPr marL="0" indent="0" algn="l">
              <a:buNone/>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85750" indent="-285750">
              <a:buClr>
                <a:srgbClr val="1E5199"/>
              </a:buClr>
              <a:buSzPct val="100000"/>
              <a:buFont typeface="Wingdings" pitchFamily="2" charset="2"/>
              <a:buChar char="§"/>
            </a:pPr>
            <a:r>
              <a:rPr lang="zh-CN" altLang="en-US" dirty="0">
                <a:solidFill>
                  <a:schemeClr val="accent1">
                    <a:lumMod val="50000"/>
                  </a:schemeClr>
                </a:solidFill>
                <a:latin typeface="黑体" pitchFamily="49" charset="-122"/>
                <a:ea typeface="黑体" pitchFamily="49" charset="-122"/>
              </a:rPr>
              <a:t>单击此处编辑中文：黑体 </a:t>
            </a:r>
            <a:r>
              <a:rPr lang="en-US" altLang="zh-CN" dirty="0">
                <a:solidFill>
                  <a:schemeClr val="accent1">
                    <a:lumMod val="50000"/>
                  </a:schemeClr>
                </a:solidFill>
                <a:latin typeface="黑体" pitchFamily="49" charset="-122"/>
                <a:ea typeface="黑体" pitchFamily="49" charset="-122"/>
              </a:rPr>
              <a:t>18pt 75%</a:t>
            </a:r>
            <a:r>
              <a:rPr lang="zh-CN" altLang="en-US" dirty="0">
                <a:solidFill>
                  <a:schemeClr val="accent1">
                    <a:lumMod val="50000"/>
                  </a:schemeClr>
                </a:solidFill>
                <a:latin typeface="黑体" pitchFamily="49" charset="-122"/>
                <a:ea typeface="黑体" pitchFamily="49" charset="-122"/>
              </a:rPr>
              <a:t>灰色 整体左对齐</a:t>
            </a:r>
          </a:p>
        </p:txBody>
      </p:sp>
      <p:sp>
        <p:nvSpPr>
          <p:cNvPr id="29" name="文本占位符 2"/>
          <p:cNvSpPr>
            <a:spLocks noGrp="1"/>
          </p:cNvSpPr>
          <p:nvPr>
            <p:ph type="body" idx="15" hasCustomPrompt="1"/>
          </p:nvPr>
        </p:nvSpPr>
        <p:spPr>
          <a:xfrm>
            <a:off x="2627536" y="2376072"/>
            <a:ext cx="6048920" cy="303694"/>
          </a:xfrm>
          <a:prstGeom prst="rect">
            <a:avLst/>
          </a:prstGeom>
        </p:spPr>
        <p:txBody>
          <a:bodyPr anchor="b">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300" dirty="0">
                <a:solidFill>
                  <a:schemeClr val="accent1">
                    <a:lumMod val="50000"/>
                  </a:schemeClr>
                </a:solidFill>
                <a:latin typeface="Georgia" pitchFamily="18" charset="0"/>
                <a:ea typeface="微软雅黑" panose="020B0503020204020204" pitchFamily="34" charset="-122"/>
                <a:cs typeface="Arial" pitchFamily="34" charset="0"/>
              </a:rPr>
              <a:t>Click here to edit English: Georgia 13pt 75% gray</a:t>
            </a:r>
          </a:p>
        </p:txBody>
      </p:sp>
      <p:sp>
        <p:nvSpPr>
          <p:cNvPr id="30" name="文本占位符 2"/>
          <p:cNvSpPr>
            <a:spLocks noGrp="1"/>
          </p:cNvSpPr>
          <p:nvPr>
            <p:ph type="body" idx="16" hasCustomPrompt="1"/>
          </p:nvPr>
        </p:nvSpPr>
        <p:spPr>
          <a:xfrm>
            <a:off x="2339752" y="2787774"/>
            <a:ext cx="6264448" cy="288032"/>
          </a:xfrm>
          <a:prstGeom prst="rect">
            <a:avLst/>
          </a:prstGeom>
        </p:spPr>
        <p:txBody>
          <a:bodyPr anchor="b">
            <a:noAutofit/>
          </a:bodyPr>
          <a:lstStyle>
            <a:lvl1pPr marL="0" indent="0" algn="l">
              <a:buNone/>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85750" indent="-285750">
              <a:buClr>
                <a:srgbClr val="1E5199"/>
              </a:buClr>
              <a:buSzPct val="100000"/>
              <a:buFont typeface="Wingdings" pitchFamily="2" charset="2"/>
              <a:buChar char="§"/>
            </a:pPr>
            <a:r>
              <a:rPr lang="zh-CN" altLang="en-US" dirty="0">
                <a:solidFill>
                  <a:schemeClr val="accent1">
                    <a:lumMod val="50000"/>
                  </a:schemeClr>
                </a:solidFill>
                <a:latin typeface="黑体" pitchFamily="49" charset="-122"/>
                <a:ea typeface="黑体" pitchFamily="49" charset="-122"/>
              </a:rPr>
              <a:t>单击此处编辑中文：黑体 </a:t>
            </a:r>
            <a:r>
              <a:rPr lang="en-US" altLang="zh-CN" dirty="0">
                <a:solidFill>
                  <a:schemeClr val="accent1">
                    <a:lumMod val="50000"/>
                  </a:schemeClr>
                </a:solidFill>
                <a:latin typeface="黑体" pitchFamily="49" charset="-122"/>
                <a:ea typeface="黑体" pitchFamily="49" charset="-122"/>
              </a:rPr>
              <a:t>18pt 75%</a:t>
            </a:r>
            <a:r>
              <a:rPr lang="zh-CN" altLang="en-US" dirty="0">
                <a:solidFill>
                  <a:schemeClr val="accent1">
                    <a:lumMod val="50000"/>
                  </a:schemeClr>
                </a:solidFill>
                <a:latin typeface="黑体" pitchFamily="49" charset="-122"/>
                <a:ea typeface="黑体" pitchFamily="49" charset="-122"/>
              </a:rPr>
              <a:t>灰色 整体左对齐</a:t>
            </a:r>
          </a:p>
        </p:txBody>
      </p:sp>
      <p:sp>
        <p:nvSpPr>
          <p:cNvPr id="31" name="文本占位符 2"/>
          <p:cNvSpPr>
            <a:spLocks noGrp="1"/>
          </p:cNvSpPr>
          <p:nvPr>
            <p:ph type="body" idx="17" hasCustomPrompt="1"/>
          </p:nvPr>
        </p:nvSpPr>
        <p:spPr>
          <a:xfrm>
            <a:off x="2627536" y="3024144"/>
            <a:ext cx="6048920" cy="303694"/>
          </a:xfrm>
          <a:prstGeom prst="rect">
            <a:avLst/>
          </a:prstGeom>
        </p:spPr>
        <p:txBody>
          <a:bodyPr anchor="b">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300" dirty="0">
                <a:solidFill>
                  <a:schemeClr val="accent1">
                    <a:lumMod val="50000"/>
                  </a:schemeClr>
                </a:solidFill>
                <a:latin typeface="Georgia" pitchFamily="18" charset="0"/>
                <a:ea typeface="微软雅黑" panose="020B0503020204020204" pitchFamily="34" charset="-122"/>
                <a:cs typeface="Arial" pitchFamily="34" charset="0"/>
              </a:rPr>
              <a:t>Click here to edit English: Georgia 13pt 75% gray</a:t>
            </a:r>
          </a:p>
        </p:txBody>
      </p:sp>
      <p:sp>
        <p:nvSpPr>
          <p:cNvPr id="32" name="文本占位符 2"/>
          <p:cNvSpPr>
            <a:spLocks noGrp="1"/>
          </p:cNvSpPr>
          <p:nvPr>
            <p:ph type="body" idx="18" hasCustomPrompt="1"/>
          </p:nvPr>
        </p:nvSpPr>
        <p:spPr>
          <a:xfrm>
            <a:off x="2339752" y="3435846"/>
            <a:ext cx="6264448" cy="288032"/>
          </a:xfrm>
          <a:prstGeom prst="rect">
            <a:avLst/>
          </a:prstGeom>
        </p:spPr>
        <p:txBody>
          <a:bodyPr anchor="b">
            <a:noAutofit/>
          </a:bodyPr>
          <a:lstStyle>
            <a:lvl1pPr marL="0" indent="0" algn="l">
              <a:buNone/>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85750" indent="-285750">
              <a:buClr>
                <a:srgbClr val="1E5199"/>
              </a:buClr>
              <a:buSzPct val="100000"/>
              <a:buFont typeface="Wingdings" pitchFamily="2" charset="2"/>
              <a:buChar char="§"/>
            </a:pPr>
            <a:r>
              <a:rPr lang="zh-CN" altLang="en-US" dirty="0">
                <a:solidFill>
                  <a:schemeClr val="accent1">
                    <a:lumMod val="50000"/>
                  </a:schemeClr>
                </a:solidFill>
                <a:latin typeface="黑体" pitchFamily="49" charset="-122"/>
                <a:ea typeface="黑体" pitchFamily="49" charset="-122"/>
              </a:rPr>
              <a:t>单击此处编辑中文：黑体 </a:t>
            </a:r>
            <a:r>
              <a:rPr lang="en-US" altLang="zh-CN" dirty="0">
                <a:solidFill>
                  <a:schemeClr val="accent1">
                    <a:lumMod val="50000"/>
                  </a:schemeClr>
                </a:solidFill>
                <a:latin typeface="黑体" pitchFamily="49" charset="-122"/>
                <a:ea typeface="黑体" pitchFamily="49" charset="-122"/>
              </a:rPr>
              <a:t>18pt 75%</a:t>
            </a:r>
            <a:r>
              <a:rPr lang="zh-CN" altLang="en-US" dirty="0">
                <a:solidFill>
                  <a:schemeClr val="accent1">
                    <a:lumMod val="50000"/>
                  </a:schemeClr>
                </a:solidFill>
                <a:latin typeface="黑体" pitchFamily="49" charset="-122"/>
                <a:ea typeface="黑体" pitchFamily="49" charset="-122"/>
              </a:rPr>
              <a:t>灰色 整体左对齐</a:t>
            </a:r>
          </a:p>
        </p:txBody>
      </p:sp>
      <p:sp>
        <p:nvSpPr>
          <p:cNvPr id="33" name="文本占位符 2"/>
          <p:cNvSpPr>
            <a:spLocks noGrp="1"/>
          </p:cNvSpPr>
          <p:nvPr>
            <p:ph type="body" idx="19" hasCustomPrompt="1"/>
          </p:nvPr>
        </p:nvSpPr>
        <p:spPr>
          <a:xfrm>
            <a:off x="2627536" y="3672216"/>
            <a:ext cx="6048920" cy="303694"/>
          </a:xfrm>
          <a:prstGeom prst="rect">
            <a:avLst/>
          </a:prstGeom>
        </p:spPr>
        <p:txBody>
          <a:bodyPr anchor="b">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300" dirty="0">
                <a:solidFill>
                  <a:schemeClr val="accent1">
                    <a:lumMod val="50000"/>
                  </a:schemeClr>
                </a:solidFill>
                <a:latin typeface="Georgia" pitchFamily="18" charset="0"/>
                <a:ea typeface="微软雅黑" panose="020B0503020204020204" pitchFamily="34" charset="-122"/>
                <a:cs typeface="Arial" pitchFamily="34" charset="0"/>
              </a:rPr>
              <a:t>Click here to edit English: Georgia 13pt 75% gray</a:t>
            </a:r>
          </a:p>
        </p:txBody>
      </p:sp>
      <p:sp>
        <p:nvSpPr>
          <p:cNvPr id="34" name="文本占位符 2"/>
          <p:cNvSpPr>
            <a:spLocks noGrp="1"/>
          </p:cNvSpPr>
          <p:nvPr>
            <p:ph type="body" idx="20" hasCustomPrompt="1"/>
          </p:nvPr>
        </p:nvSpPr>
        <p:spPr>
          <a:xfrm>
            <a:off x="2339752" y="4083918"/>
            <a:ext cx="6264448" cy="288032"/>
          </a:xfrm>
          <a:prstGeom prst="rect">
            <a:avLst/>
          </a:prstGeom>
        </p:spPr>
        <p:txBody>
          <a:bodyPr anchor="b">
            <a:noAutofit/>
          </a:bodyPr>
          <a:lstStyle>
            <a:lvl1pPr marL="0" indent="0" algn="l">
              <a:buNone/>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85750" indent="-285750">
              <a:buClr>
                <a:srgbClr val="1E5199"/>
              </a:buClr>
              <a:buSzPct val="100000"/>
              <a:buFont typeface="Wingdings" pitchFamily="2" charset="2"/>
              <a:buChar char="§"/>
            </a:pPr>
            <a:r>
              <a:rPr lang="zh-CN" altLang="en-US" dirty="0">
                <a:solidFill>
                  <a:schemeClr val="accent1">
                    <a:lumMod val="50000"/>
                  </a:schemeClr>
                </a:solidFill>
                <a:latin typeface="黑体" pitchFamily="49" charset="-122"/>
                <a:ea typeface="黑体" pitchFamily="49" charset="-122"/>
              </a:rPr>
              <a:t>单击此处编辑中文：黑体 </a:t>
            </a:r>
            <a:r>
              <a:rPr lang="en-US" altLang="zh-CN" dirty="0">
                <a:solidFill>
                  <a:schemeClr val="accent1">
                    <a:lumMod val="50000"/>
                  </a:schemeClr>
                </a:solidFill>
                <a:latin typeface="黑体" pitchFamily="49" charset="-122"/>
                <a:ea typeface="黑体" pitchFamily="49" charset="-122"/>
              </a:rPr>
              <a:t>18pt 75%</a:t>
            </a:r>
            <a:r>
              <a:rPr lang="zh-CN" altLang="en-US" dirty="0">
                <a:solidFill>
                  <a:schemeClr val="accent1">
                    <a:lumMod val="50000"/>
                  </a:schemeClr>
                </a:solidFill>
                <a:latin typeface="黑体" pitchFamily="49" charset="-122"/>
                <a:ea typeface="黑体" pitchFamily="49" charset="-122"/>
              </a:rPr>
              <a:t>灰色 整体左对齐</a:t>
            </a:r>
          </a:p>
        </p:txBody>
      </p:sp>
      <p:sp>
        <p:nvSpPr>
          <p:cNvPr id="35" name="文本占位符 2"/>
          <p:cNvSpPr>
            <a:spLocks noGrp="1"/>
          </p:cNvSpPr>
          <p:nvPr>
            <p:ph type="body" idx="21" hasCustomPrompt="1"/>
          </p:nvPr>
        </p:nvSpPr>
        <p:spPr>
          <a:xfrm>
            <a:off x="2627536" y="4320288"/>
            <a:ext cx="6048920" cy="303694"/>
          </a:xfrm>
          <a:prstGeom prst="rect">
            <a:avLst/>
          </a:prstGeom>
        </p:spPr>
        <p:txBody>
          <a:bodyPr anchor="b">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800" b="0" baseline="0">
                <a:solidFill>
                  <a:schemeClr val="accent1">
                    <a:lumMod val="50000"/>
                  </a:schemeClr>
                </a:solidFill>
                <a:latin typeface="黑体" pitchFamily="49" charset="-122"/>
                <a:ea typeface="黑体"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sz="1300" dirty="0">
                <a:solidFill>
                  <a:schemeClr val="accent1">
                    <a:lumMod val="50000"/>
                  </a:schemeClr>
                </a:solidFill>
                <a:latin typeface="Georgia" pitchFamily="18" charset="0"/>
                <a:ea typeface="微软雅黑" panose="020B0503020204020204" pitchFamily="34" charset="-122"/>
                <a:cs typeface="Arial" pitchFamily="34" charset="0"/>
              </a:rPr>
              <a:t>Click here to edit English: Georgia 13pt 75% gray</a:t>
            </a:r>
          </a:p>
        </p:txBody>
      </p:sp>
      <p:pic>
        <p:nvPicPr>
          <p:cNvPr id="36"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文字竖版加备注">
    <p:spTree>
      <p:nvGrpSpPr>
        <p:cNvPr id="1" name=""/>
        <p:cNvGrpSpPr/>
        <p:nvPr/>
      </p:nvGrpSpPr>
      <p:grpSpPr>
        <a:xfrm>
          <a:off x="0" y="0"/>
          <a:ext cx="0" cy="0"/>
          <a:chOff x="0" y="0"/>
          <a:chExt cx="0" cy="0"/>
        </a:xfrm>
      </p:grpSpPr>
      <p:sp>
        <p:nvSpPr>
          <p:cNvPr id="12" name="圆角矩形 11"/>
          <p:cNvSpPr/>
          <p:nvPr userDrawn="1"/>
        </p:nvSpPr>
        <p:spPr>
          <a:xfrm>
            <a:off x="7416316" y="1275606"/>
            <a:ext cx="1266001" cy="3024336"/>
          </a:xfrm>
          <a:prstGeom prst="round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21" name="内容占位符 3"/>
          <p:cNvSpPr>
            <a:spLocks noGrp="1"/>
          </p:cNvSpPr>
          <p:nvPr>
            <p:ph sz="half" idx="16" hasCustomPrompt="1"/>
          </p:nvPr>
        </p:nvSpPr>
        <p:spPr>
          <a:xfrm>
            <a:off x="395536" y="1181512"/>
            <a:ext cx="6840760" cy="1679714"/>
          </a:xfrm>
          <a:prstGeom prst="rect">
            <a:avLst/>
          </a:prstGeom>
        </p:spPr>
        <p:txBody>
          <a:bodyPr>
            <a:normAutofit/>
          </a:bodyPr>
          <a:lstStyle>
            <a:lvl1pPr marL="0" indent="0">
              <a:lnSpc>
                <a:spcPts val="2000"/>
              </a:lnSpc>
              <a:spcBef>
                <a:spcPts val="0"/>
              </a:spcBef>
              <a:spcAft>
                <a:spcPts val="500"/>
              </a:spcAft>
              <a:buNone/>
              <a:defRPr sz="1300" baseline="0">
                <a:solidFill>
                  <a:srgbClr val="656464"/>
                </a:solidFill>
                <a:latin typeface="+mn-lt"/>
                <a:ea typeface="微软雅黑" panose="020B0503020204020204" pitchFamily="34" charset="-122"/>
              </a:defRPr>
            </a:lvl1pPr>
            <a:lvl2pPr marL="457200" indent="0">
              <a:buNone/>
              <a:defRPr sz="1300" baseline="0">
                <a:solidFill>
                  <a:srgbClr val="656464"/>
                </a:solidFill>
                <a:latin typeface="+mn-lt"/>
                <a:ea typeface="微软雅黑" panose="020B0503020204020204" pitchFamily="34" charset="-122"/>
              </a:defRPr>
            </a:lvl2pPr>
            <a:lvl3pPr marL="914400" indent="0">
              <a:buNone/>
              <a:defRPr sz="1300" baseline="0">
                <a:solidFill>
                  <a:srgbClr val="656464"/>
                </a:solidFill>
                <a:latin typeface="+mn-lt"/>
                <a:ea typeface="微软雅黑" panose="020B0503020204020204" pitchFamily="34" charset="-122"/>
              </a:defRPr>
            </a:lvl3pPr>
            <a:lvl4pPr marL="1371600" indent="0">
              <a:buNone/>
              <a:defRPr sz="1300" baseline="0">
                <a:solidFill>
                  <a:srgbClr val="656464"/>
                </a:solidFill>
                <a:latin typeface="+mn-lt"/>
                <a:ea typeface="微软雅黑" panose="020B0503020204020204" pitchFamily="34" charset="-122"/>
              </a:defRPr>
            </a:lvl4pPr>
            <a:lvl5pPr marL="1828800" indent="0">
              <a:buNone/>
              <a:defRPr sz="1300" baseline="0">
                <a:solidFill>
                  <a:srgbClr val="656464"/>
                </a:solidFill>
                <a:latin typeface="+mn-lt"/>
                <a:ea typeface="微软雅黑" panose="020B0503020204020204" pitchFamily="34" charset="-122"/>
              </a:defRPr>
            </a:lvl5pPr>
            <a:lvl6pPr>
              <a:defRPr sz="1600"/>
            </a:lvl6pPr>
            <a:lvl7pPr>
              <a:defRPr sz="1600"/>
            </a:lvl7pPr>
            <a:lvl8pPr>
              <a:defRPr sz="1600"/>
            </a:lvl8pPr>
            <a:lvl9pPr>
              <a:defRPr sz="1600"/>
            </a:lvl9pPr>
          </a:lstStyle>
          <a:p>
            <a:r>
              <a:rPr lang="zh-CN" altLang="en-US">
                <a:latin typeface="微软雅黑 Light" pitchFamily="34" charset="-122"/>
                <a:ea typeface="微软雅黑 Light" pitchFamily="34" charset="-122"/>
              </a:rPr>
              <a:t>正文：单击此处编辑中文字体微软雅黑</a:t>
            </a:r>
            <a:r>
              <a:rPr lang="en-US" altLang="zh-CN">
                <a:latin typeface="微软雅黑 Light" pitchFamily="34" charset="-122"/>
                <a:ea typeface="微软雅黑 Light" pitchFamily="34" charset="-122"/>
              </a:rPr>
              <a:t>Light</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 左对齐                                             行距设计值</a:t>
            </a:r>
            <a:r>
              <a:rPr lang="en-US" altLang="zh-CN">
                <a:latin typeface="微软雅黑 Light" pitchFamily="34" charset="-122"/>
                <a:ea typeface="微软雅黑 Light" pitchFamily="34" charset="-122"/>
              </a:rPr>
              <a:t>20</a:t>
            </a:r>
            <a:r>
              <a:rPr lang="zh-CN" altLang="en-US">
                <a:latin typeface="微软雅黑 Light" pitchFamily="34" charset="-122"/>
                <a:ea typeface="微软雅黑 Light" pitchFamily="34" charset="-122"/>
              </a:rPr>
              <a:t>磅 段前：</a:t>
            </a:r>
            <a:r>
              <a:rPr lang="en-US" altLang="zh-CN">
                <a:latin typeface="微软雅黑 Light" pitchFamily="34" charset="-122"/>
                <a:ea typeface="微软雅黑 Light" pitchFamily="34" charset="-122"/>
              </a:rPr>
              <a:t>0</a:t>
            </a:r>
            <a:r>
              <a:rPr lang="zh-CN" altLang="en-US">
                <a:latin typeface="微软雅黑 Light" pitchFamily="34" charset="-122"/>
                <a:ea typeface="微软雅黑 Light" pitchFamily="34" charset="-122"/>
              </a:rPr>
              <a:t>磅 段后：</a:t>
            </a:r>
            <a:r>
              <a:rPr lang="en-US" altLang="zh-CN">
                <a:latin typeface="微软雅黑 Light" pitchFamily="34" charset="-122"/>
                <a:ea typeface="微软雅黑 Light" pitchFamily="34" charset="-122"/>
              </a:rPr>
              <a:t>5</a:t>
            </a:r>
            <a:r>
              <a:rPr lang="zh-CN" altLang="en-US">
                <a:latin typeface="微软雅黑 Light" pitchFamily="34" charset="-122"/>
                <a:ea typeface="微软雅黑 Light" pitchFamily="34" charset="-122"/>
              </a:rPr>
              <a:t>磅 左对齐</a:t>
            </a:r>
            <a:endParaRPr lang="zh-CN" altLang="en-US" dirty="0">
              <a:latin typeface="微软雅黑 Light" pitchFamily="34" charset="-122"/>
              <a:ea typeface="微软雅黑 Light" pitchFamily="34" charset="-122"/>
            </a:endParaRPr>
          </a:p>
        </p:txBody>
      </p:sp>
      <p:sp>
        <p:nvSpPr>
          <p:cNvPr id="36" name="内容占位符 35"/>
          <p:cNvSpPr>
            <a:spLocks noGrp="1"/>
          </p:cNvSpPr>
          <p:nvPr>
            <p:ph sz="quarter" idx="21" hasCustomPrompt="1"/>
          </p:nvPr>
        </p:nvSpPr>
        <p:spPr>
          <a:xfrm>
            <a:off x="7462786" y="1347614"/>
            <a:ext cx="1173061" cy="1152128"/>
          </a:xfrm>
          <a:prstGeom prst="rect">
            <a:avLst/>
          </a:prstGeom>
        </p:spPr>
        <p:txBody>
          <a:bodyPr>
            <a:normAutofit/>
          </a:bodyPr>
          <a:lstStyle>
            <a:lvl1pPr marL="0" indent="0">
              <a:lnSpc>
                <a:spcPts val="1200"/>
              </a:lnSpc>
              <a:spcBef>
                <a:spcPts val="0"/>
              </a:spcBef>
              <a:spcAft>
                <a:spcPts val="500"/>
              </a:spcAft>
              <a:buNone/>
              <a:defRPr sz="800">
                <a:solidFill>
                  <a:schemeClr val="bg1"/>
                </a:solidFill>
                <a:latin typeface="微软雅黑" panose="020B0503020204020204" pitchFamily="34" charset="-122"/>
                <a:ea typeface="微软雅黑" panose="020B0503020204020204" pitchFamily="34" charset="-122"/>
              </a:defRPr>
            </a:lvl1pPr>
            <a:lvl2pPr>
              <a:defRPr sz="800">
                <a:latin typeface="微软雅黑" panose="020B0503020204020204" pitchFamily="34" charset="-122"/>
                <a:ea typeface="微软雅黑" panose="020B0503020204020204" pitchFamily="34" charset="-122"/>
              </a:defRPr>
            </a:lvl2pPr>
            <a:lvl3pPr>
              <a:defRPr sz="800">
                <a:latin typeface="微软雅黑" panose="020B0503020204020204" pitchFamily="34" charset="-122"/>
                <a:ea typeface="微软雅黑" panose="020B0503020204020204" pitchFamily="34" charset="-122"/>
              </a:defRPr>
            </a:lvl3pPr>
            <a:lvl4pPr>
              <a:defRPr sz="800">
                <a:latin typeface="微软雅黑" panose="020B0503020204020204" pitchFamily="34" charset="-122"/>
                <a:ea typeface="微软雅黑" panose="020B0503020204020204" pitchFamily="34" charset="-122"/>
              </a:defRPr>
            </a:lvl4pPr>
            <a:lvl5pPr>
              <a:defRPr sz="800">
                <a:latin typeface="微软雅黑" panose="020B0503020204020204" pitchFamily="34" charset="-122"/>
                <a:ea typeface="微软雅黑" panose="020B0503020204020204" pitchFamily="34" charset="-122"/>
              </a:defRPr>
            </a:lvl5pPr>
          </a:lstStyle>
          <a:p>
            <a:r>
              <a:rPr lang="zh-CN" altLang="en-US">
                <a:latin typeface="黑体" pitchFamily="49" charset="-122"/>
                <a:ea typeface="黑体" pitchFamily="49" charset="-122"/>
              </a:rPr>
              <a:t>* 正文：单击此处编辑中文字体：微软雅黑</a:t>
            </a:r>
            <a:r>
              <a:rPr lang="en-US" altLang="zh-CN">
                <a:latin typeface="黑体" pitchFamily="49" charset="-122"/>
                <a:ea typeface="黑体" pitchFamily="49" charset="-122"/>
              </a:rPr>
              <a:t>Light </a:t>
            </a:r>
            <a:r>
              <a:rPr lang="zh-CN" altLang="en-US">
                <a:latin typeface="黑体" pitchFamily="49" charset="-122"/>
                <a:ea typeface="黑体" pitchFamily="49" charset="-122"/>
              </a:rPr>
              <a:t> </a:t>
            </a:r>
            <a:r>
              <a:rPr lang="en-US" altLang="zh-CN">
                <a:latin typeface="黑体" pitchFamily="49" charset="-122"/>
                <a:ea typeface="黑体" pitchFamily="49" charset="-122"/>
              </a:rPr>
              <a:t>8pt </a:t>
            </a:r>
            <a:r>
              <a:rPr lang="zh-CN" altLang="en-US">
                <a:latin typeface="黑体" pitchFamily="49" charset="-122"/>
                <a:ea typeface="黑体" pitchFamily="49" charset="-122"/>
              </a:rPr>
              <a:t>白色 </a:t>
            </a:r>
            <a:r>
              <a:rPr lang="zh-CN" altLang="en-US">
                <a:latin typeface="微软雅黑 Light" pitchFamily="34" charset="-122"/>
                <a:ea typeface="微软雅黑 Light" pitchFamily="34" charset="-122"/>
              </a:rPr>
              <a:t>左对齐</a:t>
            </a:r>
            <a:r>
              <a:rPr lang="zh-CN" altLang="en-US">
                <a:latin typeface="黑体" pitchFamily="49" charset="-122"/>
                <a:ea typeface="黑体" pitchFamily="49" charset="-122"/>
              </a:rPr>
              <a:t> 行距设计值</a:t>
            </a:r>
            <a:r>
              <a:rPr lang="en-US" altLang="zh-CN">
                <a:latin typeface="黑体" pitchFamily="49" charset="-122"/>
                <a:ea typeface="黑体" pitchFamily="49" charset="-122"/>
              </a:rPr>
              <a:t>12</a:t>
            </a:r>
            <a:r>
              <a:rPr lang="zh-CN" altLang="en-US">
                <a:latin typeface="黑体" pitchFamily="49" charset="-122"/>
                <a:ea typeface="黑体" pitchFamily="49" charset="-122"/>
              </a:rPr>
              <a:t>磅 段前：</a:t>
            </a:r>
            <a:r>
              <a:rPr lang="en-US" altLang="zh-CN">
                <a:latin typeface="黑体" pitchFamily="49" charset="-122"/>
                <a:ea typeface="黑体" pitchFamily="49" charset="-122"/>
              </a:rPr>
              <a:t>0</a:t>
            </a:r>
            <a:r>
              <a:rPr lang="zh-CN" altLang="en-US">
                <a:latin typeface="黑体" pitchFamily="49" charset="-122"/>
                <a:ea typeface="黑体" pitchFamily="49" charset="-122"/>
              </a:rPr>
              <a:t>磅 段后：</a:t>
            </a:r>
            <a:r>
              <a:rPr lang="en-US" altLang="zh-CN">
                <a:latin typeface="黑体" pitchFamily="49" charset="-122"/>
                <a:ea typeface="黑体" pitchFamily="49" charset="-122"/>
              </a:rPr>
              <a:t>5</a:t>
            </a:r>
            <a:r>
              <a:rPr lang="zh-CN" altLang="en-US">
                <a:latin typeface="黑体" pitchFamily="49" charset="-122"/>
                <a:ea typeface="黑体" pitchFamily="49" charset="-122"/>
              </a:rPr>
              <a:t>磅 左对齐 整体中间对齐</a:t>
            </a:r>
            <a:endParaRPr lang="zh-CN" altLang="en-US" dirty="0">
              <a:latin typeface="黑体" pitchFamily="49" charset="-122"/>
              <a:ea typeface="黑体" pitchFamily="49" charset="-122"/>
            </a:endParaRPr>
          </a:p>
        </p:txBody>
      </p:sp>
      <p:sp>
        <p:nvSpPr>
          <p:cNvPr id="40" name="内容占位符 39"/>
          <p:cNvSpPr>
            <a:spLocks noGrp="1"/>
          </p:cNvSpPr>
          <p:nvPr>
            <p:ph sz="quarter" idx="24" hasCustomPrompt="1"/>
          </p:nvPr>
        </p:nvSpPr>
        <p:spPr>
          <a:xfrm>
            <a:off x="7462785" y="2571750"/>
            <a:ext cx="1173061" cy="1613422"/>
          </a:xfrm>
          <a:prstGeom prst="rect">
            <a:avLst/>
          </a:prstGeom>
        </p:spPr>
        <p:txBody>
          <a:bodyPr>
            <a:noAutofit/>
          </a:bodyPr>
          <a:lstStyle>
            <a:lvl1pPr marL="0" indent="0">
              <a:lnSpc>
                <a:spcPts val="1200"/>
              </a:lnSpc>
              <a:spcBef>
                <a:spcPts val="0"/>
              </a:spcBef>
              <a:spcAft>
                <a:spcPts val="500"/>
              </a:spcAft>
              <a:buNone/>
              <a:defRPr sz="800">
                <a:solidFill>
                  <a:schemeClr val="bg1"/>
                </a:solidFill>
                <a:latin typeface="+mn-lt"/>
                <a:ea typeface="+mj-ea"/>
              </a:defRPr>
            </a:lvl1pPr>
            <a:lvl2pPr>
              <a:defRPr sz="800">
                <a:solidFill>
                  <a:schemeClr val="bg1"/>
                </a:solidFill>
                <a:latin typeface="+mj-ea"/>
                <a:ea typeface="+mj-ea"/>
              </a:defRPr>
            </a:lvl2pPr>
            <a:lvl3pPr>
              <a:defRPr sz="800">
                <a:solidFill>
                  <a:schemeClr val="bg1"/>
                </a:solidFill>
                <a:latin typeface="+mj-ea"/>
                <a:ea typeface="+mj-ea"/>
              </a:defRPr>
            </a:lvl3pPr>
            <a:lvl4pPr>
              <a:defRPr sz="800">
                <a:solidFill>
                  <a:schemeClr val="bg1"/>
                </a:solidFill>
                <a:latin typeface="+mj-ea"/>
                <a:ea typeface="+mj-ea"/>
              </a:defRPr>
            </a:lvl4pPr>
            <a:lvl5pPr>
              <a:defRPr sz="800">
                <a:solidFill>
                  <a:schemeClr val="bg1"/>
                </a:solidFill>
                <a:latin typeface="+mj-ea"/>
                <a:ea typeface="+mj-ea"/>
              </a:defRPr>
            </a:lvl5pPr>
          </a:lstStyle>
          <a:p>
            <a:r>
              <a:rPr lang="en-US" altLang="zh-CN">
                <a:latin typeface="Georgia" pitchFamily="18" charset="0"/>
                <a:ea typeface="微软雅黑" panose="020B0503020204020204" pitchFamily="34" charset="-122"/>
                <a:cs typeface="Arial" pitchFamily="34" charset="0"/>
              </a:rPr>
              <a:t>* Text: Click here to edit the English font: Georgia 8pt White Left-justified line-spacing Design value 12 pt ago: 0 pt Segment: 5 pt Left-aligned center-aligned</a:t>
            </a:r>
            <a:endParaRPr lang="en-US" altLang="zh-CN" dirty="0">
              <a:latin typeface="Georgia" pitchFamily="18" charset="0"/>
              <a:ea typeface="微软雅黑" panose="020B0503020204020204" pitchFamily="34" charset="-122"/>
              <a:cs typeface="Arial" pitchFamily="34" charset="0"/>
            </a:endParaRPr>
          </a:p>
        </p:txBody>
      </p:sp>
      <p:sp>
        <p:nvSpPr>
          <p:cNvPr id="41" name="文本占位符 2"/>
          <p:cNvSpPr>
            <a:spLocks noGrp="1"/>
          </p:cNvSpPr>
          <p:nvPr>
            <p:ph type="body" idx="1"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dirty="0">
                <a:latin typeface="Georgia" pitchFamily="18" charset="0"/>
                <a:ea typeface="微软雅黑" panose="020B0503020204020204" pitchFamily="34" charset="-122"/>
                <a:cs typeface="Arial" pitchFamily="34" charset="0"/>
              </a:rPr>
              <a:t>Add the English title here（ Fonts Georgia 18pt）</a:t>
            </a:r>
          </a:p>
        </p:txBody>
      </p:sp>
      <p:sp>
        <p:nvSpPr>
          <p:cNvPr id="42" name="标题 1"/>
          <p:cNvSpPr>
            <a:spLocks noGrp="1"/>
          </p:cNvSpPr>
          <p:nvPr>
            <p:ph type="title" hasCustomPrompt="1"/>
          </p:nvPr>
        </p:nvSpPr>
        <p:spPr>
          <a:xfrm>
            <a:off x="395536" y="123479"/>
            <a:ext cx="6192688" cy="432048"/>
          </a:xfrm>
          <a:prstGeom prst="rect">
            <a:avLst/>
          </a:prstGeom>
        </p:spPr>
        <p:txBody>
          <a:bodyPr anchor="t">
            <a:noAutofit/>
          </a:bodyPr>
          <a:lstStyle>
            <a:lvl1pPr algn="l">
              <a:defRPr sz="2800" baseline="0">
                <a:solidFill>
                  <a:srgbClr val="2E5C9E"/>
                </a:solidFill>
                <a:latin typeface="微软雅黑" panose="020B0503020204020204" pitchFamily="34" charset="-122"/>
                <a:ea typeface="微软雅黑" panose="020B0503020204020204" pitchFamily="34" charset="-122"/>
              </a:defRPr>
            </a:lvl1pPr>
          </a:lstStyle>
          <a:p>
            <a:r>
              <a:rPr lang="zh-CN" altLang="en-US" dirty="0">
                <a:latin typeface="黑体" pitchFamily="49" charset="-122"/>
                <a:ea typeface="黑体" pitchFamily="49" charset="-122"/>
              </a:rPr>
              <a:t>单击添加标题（字体黑体 </a:t>
            </a:r>
            <a:r>
              <a:rPr lang="en-US" altLang="zh-CN" dirty="0">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43" name="内容占位符 39"/>
          <p:cNvSpPr>
            <a:spLocks noGrp="1"/>
          </p:cNvSpPr>
          <p:nvPr>
            <p:ph sz="quarter" idx="25" hasCustomPrompt="1"/>
          </p:nvPr>
        </p:nvSpPr>
        <p:spPr>
          <a:xfrm>
            <a:off x="395536" y="2859782"/>
            <a:ext cx="6860659" cy="2107255"/>
          </a:xfrm>
          <a:prstGeom prst="rect">
            <a:avLst/>
          </a:prstGeom>
        </p:spPr>
        <p:txBody>
          <a:bodyPr>
            <a:noAutofit/>
          </a:bodyPr>
          <a:lstStyle>
            <a:lvl1pPr marL="0" indent="0">
              <a:lnSpc>
                <a:spcPts val="2000"/>
              </a:lnSpc>
              <a:spcBef>
                <a:spcPts val="0"/>
              </a:spcBef>
              <a:spcAft>
                <a:spcPts val="500"/>
              </a:spcAft>
              <a:buNone/>
              <a:defRPr sz="1300">
                <a:solidFill>
                  <a:srgbClr val="656464"/>
                </a:solidFill>
                <a:latin typeface="+mn-lt"/>
                <a:ea typeface="+mj-ea"/>
              </a:defRPr>
            </a:lvl1pPr>
            <a:lvl2pPr>
              <a:defRPr sz="800">
                <a:solidFill>
                  <a:schemeClr val="bg1"/>
                </a:solidFill>
                <a:latin typeface="+mj-ea"/>
                <a:ea typeface="+mj-ea"/>
              </a:defRPr>
            </a:lvl2pPr>
            <a:lvl3pPr>
              <a:defRPr sz="800">
                <a:solidFill>
                  <a:schemeClr val="bg1"/>
                </a:solidFill>
                <a:latin typeface="+mj-ea"/>
                <a:ea typeface="+mj-ea"/>
              </a:defRPr>
            </a:lvl3pPr>
            <a:lvl4pPr>
              <a:defRPr sz="800">
                <a:solidFill>
                  <a:schemeClr val="bg1"/>
                </a:solidFill>
                <a:latin typeface="+mj-ea"/>
                <a:ea typeface="+mj-ea"/>
              </a:defRPr>
            </a:lvl4pPr>
            <a:lvl5pPr>
              <a:defRPr sz="800">
                <a:solidFill>
                  <a:schemeClr val="bg1"/>
                </a:solidFill>
                <a:latin typeface="+mj-ea"/>
                <a:ea typeface="+mj-ea"/>
              </a:defRPr>
            </a:lvl5pPr>
          </a:lstStyle>
          <a:p>
            <a:r>
              <a:rPr lang="en-US" altLang="zh-CN" dirty="0">
                <a:latin typeface="Georgia" pitchFamily="18" charset="0"/>
                <a:ea typeface="微软雅黑" panose="020B0503020204020204" pitchFamily="34" charset="-122"/>
                <a:cs typeface="Arial" pitchFamily="34" charset="0"/>
              </a:rPr>
              <a:t>Text: Click here to edit English font Georgia 13pt 75% Gray Left Justified Line spacing Design value 20 pts Before: 0 pt After: 5 pt Left Justified</a:t>
            </a:r>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13"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970360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文字横版加备注">
    <p:spTree>
      <p:nvGrpSpPr>
        <p:cNvPr id="1" name=""/>
        <p:cNvGrpSpPr/>
        <p:nvPr/>
      </p:nvGrpSpPr>
      <p:grpSpPr>
        <a:xfrm>
          <a:off x="0" y="0"/>
          <a:ext cx="0" cy="0"/>
          <a:chOff x="0" y="0"/>
          <a:chExt cx="0" cy="0"/>
        </a:xfrm>
      </p:grpSpPr>
      <p:sp>
        <p:nvSpPr>
          <p:cNvPr id="12" name="圆角矩形 11"/>
          <p:cNvSpPr/>
          <p:nvPr userDrawn="1"/>
        </p:nvSpPr>
        <p:spPr>
          <a:xfrm>
            <a:off x="4499992" y="4189650"/>
            <a:ext cx="4248453" cy="758364"/>
          </a:xfrm>
          <a:prstGeom prst="round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内容占位符 35"/>
          <p:cNvSpPr>
            <a:spLocks noGrp="1"/>
          </p:cNvSpPr>
          <p:nvPr>
            <p:ph sz="quarter" idx="21" hasCustomPrompt="1"/>
          </p:nvPr>
        </p:nvSpPr>
        <p:spPr>
          <a:xfrm>
            <a:off x="4500562" y="4227934"/>
            <a:ext cx="4247883" cy="360040"/>
          </a:xfrm>
          <a:prstGeom prst="rect">
            <a:avLst/>
          </a:prstGeom>
        </p:spPr>
        <p:txBody>
          <a:bodyPr>
            <a:normAutofit/>
          </a:bodyPr>
          <a:lstStyle>
            <a:lvl1pPr marL="0" indent="0">
              <a:lnSpc>
                <a:spcPts val="1200"/>
              </a:lnSpc>
              <a:spcBef>
                <a:spcPts val="0"/>
              </a:spcBef>
              <a:spcAft>
                <a:spcPts val="500"/>
              </a:spcAft>
              <a:buNone/>
              <a:defRPr sz="800">
                <a:solidFill>
                  <a:schemeClr val="bg1"/>
                </a:solidFill>
                <a:latin typeface="微软雅黑" panose="020B0503020204020204" pitchFamily="34" charset="-122"/>
                <a:ea typeface="微软雅黑" panose="020B0503020204020204" pitchFamily="34" charset="-122"/>
              </a:defRPr>
            </a:lvl1pPr>
            <a:lvl2pPr>
              <a:defRPr sz="800">
                <a:latin typeface="微软雅黑" panose="020B0503020204020204" pitchFamily="34" charset="-122"/>
                <a:ea typeface="微软雅黑" panose="020B0503020204020204" pitchFamily="34" charset="-122"/>
              </a:defRPr>
            </a:lvl2pPr>
            <a:lvl3pPr>
              <a:defRPr sz="800">
                <a:latin typeface="微软雅黑" panose="020B0503020204020204" pitchFamily="34" charset="-122"/>
                <a:ea typeface="微软雅黑" panose="020B0503020204020204" pitchFamily="34" charset="-122"/>
              </a:defRPr>
            </a:lvl3pPr>
            <a:lvl4pPr>
              <a:defRPr sz="800">
                <a:latin typeface="微软雅黑" panose="020B0503020204020204" pitchFamily="34" charset="-122"/>
                <a:ea typeface="微软雅黑" panose="020B0503020204020204" pitchFamily="34" charset="-122"/>
              </a:defRPr>
            </a:lvl4pPr>
            <a:lvl5pPr>
              <a:defRPr sz="800">
                <a:latin typeface="微软雅黑" panose="020B0503020204020204" pitchFamily="34" charset="-122"/>
                <a:ea typeface="微软雅黑" panose="020B0503020204020204" pitchFamily="34" charset="-122"/>
              </a:defRPr>
            </a:lvl5pPr>
          </a:lstStyle>
          <a:p>
            <a:r>
              <a:rPr lang="zh-CN" altLang="en-US">
                <a:latin typeface="微软雅黑 Light" pitchFamily="34" charset="-122"/>
                <a:ea typeface="微软雅黑 Light" pitchFamily="34" charset="-122"/>
              </a:rPr>
              <a:t>* 正文：单击此处编辑中文字体：微软雅黑</a:t>
            </a:r>
            <a:r>
              <a:rPr lang="en-US" altLang="zh-CN">
                <a:latin typeface="微软雅黑 Light" pitchFamily="34" charset="-122"/>
                <a:ea typeface="微软雅黑 Light" pitchFamily="34" charset="-122"/>
              </a:rPr>
              <a:t>Light </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8pt </a:t>
            </a:r>
            <a:r>
              <a:rPr lang="zh-CN" altLang="en-US">
                <a:latin typeface="微软雅黑 Light" pitchFamily="34" charset="-122"/>
                <a:ea typeface="微软雅黑 Light" pitchFamily="34" charset="-122"/>
              </a:rPr>
              <a:t>白色 左对齐 行距设计值</a:t>
            </a:r>
            <a:r>
              <a:rPr lang="en-US" altLang="zh-CN">
                <a:latin typeface="微软雅黑 Light" pitchFamily="34" charset="-122"/>
                <a:ea typeface="微软雅黑 Light" pitchFamily="34" charset="-122"/>
              </a:rPr>
              <a:t>12</a:t>
            </a:r>
            <a:r>
              <a:rPr lang="zh-CN" altLang="en-US">
                <a:latin typeface="微软雅黑 Light" pitchFamily="34" charset="-122"/>
                <a:ea typeface="微软雅黑 Light" pitchFamily="34" charset="-122"/>
              </a:rPr>
              <a:t>磅 段前：</a:t>
            </a:r>
            <a:r>
              <a:rPr lang="en-US" altLang="zh-CN">
                <a:latin typeface="微软雅黑 Light" pitchFamily="34" charset="-122"/>
                <a:ea typeface="微软雅黑 Light" pitchFamily="34" charset="-122"/>
              </a:rPr>
              <a:t>0</a:t>
            </a:r>
            <a:r>
              <a:rPr lang="zh-CN" altLang="en-US">
                <a:latin typeface="微软雅黑 Light" pitchFamily="34" charset="-122"/>
                <a:ea typeface="微软雅黑 Light" pitchFamily="34" charset="-122"/>
              </a:rPr>
              <a:t>磅 段后：</a:t>
            </a:r>
            <a:r>
              <a:rPr lang="en-US" altLang="zh-CN">
                <a:latin typeface="微软雅黑 Light" pitchFamily="34" charset="-122"/>
                <a:ea typeface="微软雅黑 Light" pitchFamily="34" charset="-122"/>
              </a:rPr>
              <a:t>5</a:t>
            </a:r>
            <a:r>
              <a:rPr lang="zh-CN" altLang="en-US">
                <a:latin typeface="微软雅黑 Light" pitchFamily="34" charset="-122"/>
                <a:ea typeface="微软雅黑 Light" pitchFamily="34" charset="-122"/>
              </a:rPr>
              <a:t>磅 左对齐 整体中间对齐</a:t>
            </a:r>
            <a:endParaRPr lang="zh-CN" altLang="en-US" dirty="0">
              <a:latin typeface="微软雅黑 Light" pitchFamily="34" charset="-122"/>
              <a:ea typeface="微软雅黑 Light" pitchFamily="34" charset="-122"/>
            </a:endParaRPr>
          </a:p>
        </p:txBody>
      </p:sp>
      <p:sp>
        <p:nvSpPr>
          <p:cNvPr id="6" name="文本占位符 2"/>
          <p:cNvSpPr>
            <a:spLocks noGrp="1"/>
          </p:cNvSpPr>
          <p:nvPr>
            <p:ph type="body" idx="1"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dirty="0">
                <a:latin typeface="Georgia" pitchFamily="18" charset="0"/>
                <a:ea typeface="微软雅黑" panose="020B0503020204020204" pitchFamily="34" charset="-122"/>
                <a:cs typeface="Arial" pitchFamily="34" charset="0"/>
              </a:rPr>
              <a:t>Add the English title here（ Fonts Georgia 18pt）</a:t>
            </a:r>
          </a:p>
        </p:txBody>
      </p:sp>
      <p:sp>
        <p:nvSpPr>
          <p:cNvPr id="7" name="标题 1"/>
          <p:cNvSpPr>
            <a:spLocks noGrp="1"/>
          </p:cNvSpPr>
          <p:nvPr>
            <p:ph type="title" hasCustomPrompt="1"/>
          </p:nvPr>
        </p:nvSpPr>
        <p:spPr>
          <a:xfrm>
            <a:off x="395536" y="123479"/>
            <a:ext cx="6192688" cy="432048"/>
          </a:xfrm>
          <a:prstGeom prst="rect">
            <a:avLst/>
          </a:prstGeom>
        </p:spPr>
        <p:txBody>
          <a:bodyPr anchor="t">
            <a:noAutofit/>
          </a:bodyPr>
          <a:lstStyle>
            <a:lvl1pPr algn="l">
              <a:defRPr sz="2800" baseline="0">
                <a:solidFill>
                  <a:srgbClr val="2E5C9E"/>
                </a:solidFill>
                <a:latin typeface="微软雅黑" panose="020B0503020204020204" pitchFamily="34" charset="-122"/>
                <a:ea typeface="微软雅黑" panose="020B0503020204020204" pitchFamily="34" charset="-122"/>
              </a:defRPr>
            </a:lvl1pPr>
          </a:lstStyle>
          <a:p>
            <a:r>
              <a:rPr lang="zh-CN" altLang="en-US">
                <a:latin typeface="黑体" pitchFamily="49" charset="-122"/>
                <a:ea typeface="黑体" pitchFamily="49" charset="-122"/>
              </a:rPr>
              <a:t>单击添加标题（字体黑体 </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10" name="内容占位符 3"/>
          <p:cNvSpPr>
            <a:spLocks noGrp="1"/>
          </p:cNvSpPr>
          <p:nvPr>
            <p:ph sz="half" idx="16" hasCustomPrompt="1"/>
          </p:nvPr>
        </p:nvSpPr>
        <p:spPr>
          <a:xfrm>
            <a:off x="395536" y="1202050"/>
            <a:ext cx="3960440" cy="1729740"/>
          </a:xfrm>
          <a:prstGeom prst="rect">
            <a:avLst/>
          </a:prstGeom>
        </p:spPr>
        <p:txBody>
          <a:bodyPr>
            <a:normAutofit/>
          </a:bodyPr>
          <a:lstStyle>
            <a:lvl1pPr marL="0" marR="0" indent="0" algn="l" defTabSz="914400" rtl="0" eaLnBrk="1" fontAlgn="auto" latinLnBrk="0" hangingPunct="1">
              <a:lnSpc>
                <a:spcPts val="2000"/>
              </a:lnSpc>
              <a:spcBef>
                <a:spcPts val="0"/>
              </a:spcBef>
              <a:spcAft>
                <a:spcPts val="500"/>
              </a:spcAft>
              <a:buClrTx/>
              <a:buSzTx/>
              <a:buFont typeface="Arial" pitchFamily="34" charset="0"/>
              <a:buNone/>
              <a:tabLst/>
              <a:defRPr sz="1300" baseline="0">
                <a:solidFill>
                  <a:srgbClr val="656464"/>
                </a:solidFill>
                <a:latin typeface="+mn-lt"/>
                <a:ea typeface="微软雅黑" panose="020B0503020204020204" pitchFamily="34" charset="-122"/>
              </a:defRPr>
            </a:lvl1pPr>
            <a:lvl2pPr marL="457200" indent="0">
              <a:buNone/>
              <a:defRPr sz="1300" baseline="0">
                <a:solidFill>
                  <a:srgbClr val="656464"/>
                </a:solidFill>
                <a:latin typeface="+mn-lt"/>
                <a:ea typeface="微软雅黑" panose="020B0503020204020204" pitchFamily="34" charset="-122"/>
              </a:defRPr>
            </a:lvl2pPr>
            <a:lvl3pPr marL="914400" indent="0">
              <a:buNone/>
              <a:defRPr sz="1300" baseline="0">
                <a:solidFill>
                  <a:srgbClr val="656464"/>
                </a:solidFill>
                <a:latin typeface="+mn-lt"/>
                <a:ea typeface="微软雅黑" panose="020B0503020204020204" pitchFamily="34" charset="-122"/>
              </a:defRPr>
            </a:lvl3pPr>
            <a:lvl4pPr marL="1371600" indent="0">
              <a:buNone/>
              <a:defRPr sz="1300" baseline="0">
                <a:solidFill>
                  <a:srgbClr val="656464"/>
                </a:solidFill>
                <a:latin typeface="+mn-lt"/>
                <a:ea typeface="微软雅黑" panose="020B0503020204020204" pitchFamily="34" charset="-122"/>
              </a:defRPr>
            </a:lvl4pPr>
            <a:lvl5pPr marL="1828800" indent="0">
              <a:buNone/>
              <a:defRPr sz="1300" baseline="0">
                <a:solidFill>
                  <a:srgbClr val="656464"/>
                </a:solidFill>
                <a:latin typeface="+mn-lt"/>
                <a:ea typeface="微软雅黑" panose="020B0503020204020204" pitchFamily="34" charset="-122"/>
              </a:defRPr>
            </a:lvl5pPr>
            <a:lvl6pPr>
              <a:defRPr sz="1600"/>
            </a:lvl6pPr>
            <a:lvl7pPr>
              <a:defRPr sz="1600"/>
            </a:lvl7pPr>
            <a:lvl8pPr>
              <a:defRPr sz="1600"/>
            </a:lvl8pPr>
            <a:lvl9pPr>
              <a:defRPr sz="1600"/>
            </a:lvl9pPr>
          </a:lstStyle>
          <a:p>
            <a:r>
              <a:rPr lang="zh-CN" altLang="en-US">
                <a:latin typeface="微软雅黑 Light" pitchFamily="34" charset="-122"/>
                <a:ea typeface="微软雅黑 Light" pitchFamily="34" charset="-122"/>
              </a:rPr>
              <a:t>正文：单击此处编辑中文字体 微软雅黑</a:t>
            </a:r>
            <a:r>
              <a:rPr lang="en-US" altLang="zh-CN">
                <a:latin typeface="微软雅黑 Light" pitchFamily="34" charset="-122"/>
                <a:ea typeface="微软雅黑 Light" pitchFamily="34" charset="-122"/>
              </a:rPr>
              <a:t>Light</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 左对齐行距设计值</a:t>
            </a:r>
            <a:r>
              <a:rPr lang="en-US" altLang="zh-CN">
                <a:latin typeface="微软雅黑 Light" pitchFamily="34" charset="-122"/>
                <a:ea typeface="微软雅黑 Light" pitchFamily="34" charset="-122"/>
              </a:rPr>
              <a:t>20</a:t>
            </a:r>
            <a:r>
              <a:rPr lang="zh-CN" altLang="en-US">
                <a:latin typeface="微软雅黑 Light" pitchFamily="34" charset="-122"/>
                <a:ea typeface="微软雅黑 Light" pitchFamily="34" charset="-122"/>
              </a:rPr>
              <a:t>磅 段前：</a:t>
            </a:r>
            <a:r>
              <a:rPr lang="en-US" altLang="zh-CN">
                <a:latin typeface="微软雅黑 Light" pitchFamily="34" charset="-122"/>
                <a:ea typeface="微软雅黑 Light" pitchFamily="34" charset="-122"/>
              </a:rPr>
              <a:t>0</a:t>
            </a:r>
            <a:r>
              <a:rPr lang="zh-CN" altLang="en-US">
                <a:latin typeface="微软雅黑 Light" pitchFamily="34" charset="-122"/>
                <a:ea typeface="微软雅黑 Light" pitchFamily="34" charset="-122"/>
              </a:rPr>
              <a:t>磅 段后：</a:t>
            </a:r>
            <a:r>
              <a:rPr lang="en-US" altLang="zh-CN">
                <a:latin typeface="微软雅黑 Light" pitchFamily="34" charset="-122"/>
                <a:ea typeface="微软雅黑 Light" pitchFamily="34" charset="-122"/>
              </a:rPr>
              <a:t>5</a:t>
            </a:r>
            <a:r>
              <a:rPr lang="zh-CN" altLang="en-US">
                <a:latin typeface="微软雅黑 Light" pitchFamily="34" charset="-122"/>
                <a:ea typeface="微软雅黑 Light" pitchFamily="34" charset="-122"/>
              </a:rPr>
              <a:t>磅 整体左对齐</a:t>
            </a:r>
            <a:endParaRPr lang="zh-CN" altLang="en-US" dirty="0">
              <a:latin typeface="微软雅黑 Light" pitchFamily="34" charset="-122"/>
              <a:ea typeface="微软雅黑 Light" pitchFamily="34" charset="-122"/>
            </a:endParaRPr>
          </a:p>
        </p:txBody>
      </p:sp>
      <p:sp>
        <p:nvSpPr>
          <p:cNvPr id="24" name="内容占位符 23"/>
          <p:cNvSpPr>
            <a:spLocks noGrp="1"/>
          </p:cNvSpPr>
          <p:nvPr>
            <p:ph sz="quarter" idx="22" hasCustomPrompt="1"/>
          </p:nvPr>
        </p:nvSpPr>
        <p:spPr>
          <a:xfrm>
            <a:off x="4499991" y="1491629"/>
            <a:ext cx="4391918" cy="1062709"/>
          </a:xfrm>
          <a:prstGeom prst="rect">
            <a:avLst/>
          </a:prstGeom>
        </p:spPr>
        <p:txBody>
          <a:bodyPr>
            <a:noAutofit/>
          </a:bodyPr>
          <a:lstStyle>
            <a:lvl1pPr marL="0" indent="0">
              <a:lnSpc>
                <a:spcPts val="2000"/>
              </a:lnSpc>
              <a:buNone/>
              <a:defRPr sz="1300" baseline="0">
                <a:solidFill>
                  <a:srgbClr val="656464"/>
                </a:solidFill>
                <a:latin typeface="+mj-ea"/>
                <a:ea typeface="+mj-ea"/>
              </a:defRPr>
            </a:lvl1pPr>
            <a:lvl2pPr>
              <a:defRPr sz="1300">
                <a:solidFill>
                  <a:srgbClr val="656464"/>
                </a:solidFill>
                <a:latin typeface="+mj-ea"/>
                <a:ea typeface="+mj-ea"/>
              </a:defRPr>
            </a:lvl2pPr>
            <a:lvl3pPr>
              <a:defRPr sz="1300">
                <a:solidFill>
                  <a:srgbClr val="656464"/>
                </a:solidFill>
                <a:latin typeface="+mj-ea"/>
                <a:ea typeface="+mj-ea"/>
              </a:defRPr>
            </a:lvl3pPr>
            <a:lvl4pPr>
              <a:defRPr sz="1300">
                <a:solidFill>
                  <a:srgbClr val="656464"/>
                </a:solidFill>
                <a:latin typeface="+mj-ea"/>
                <a:ea typeface="+mj-ea"/>
              </a:defRPr>
            </a:lvl4pPr>
            <a:lvl5pPr>
              <a:defRPr sz="1300">
                <a:solidFill>
                  <a:srgbClr val="656464"/>
                </a:solidFill>
                <a:latin typeface="+mj-ea"/>
                <a:ea typeface="+mj-ea"/>
              </a:defRPr>
            </a:lvl5pPr>
          </a:lstStyle>
          <a:p>
            <a:r>
              <a:rPr lang="zh-CN" altLang="en-US">
                <a:latin typeface="微软雅黑 Light" pitchFamily="34" charset="-122"/>
                <a:ea typeface="微软雅黑 Light" pitchFamily="34" charset="-122"/>
              </a:rPr>
              <a:t>正文：单击此处编辑中文字体微软雅黑</a:t>
            </a:r>
            <a:r>
              <a:rPr lang="en-US" altLang="zh-CN">
                <a:latin typeface="微软雅黑 Light" pitchFamily="34" charset="-122"/>
                <a:ea typeface="微软雅黑 Light" pitchFamily="34" charset="-122"/>
              </a:rPr>
              <a:t>Light</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a:t>
            </a:r>
            <a:endParaRPr lang="en-US" altLang="zh-CN" dirty="0">
              <a:latin typeface="微软雅黑 Light" pitchFamily="34" charset="-122"/>
              <a:ea typeface="微软雅黑 Light" pitchFamily="34" charset="-122"/>
            </a:endParaRPr>
          </a:p>
        </p:txBody>
      </p:sp>
      <p:sp>
        <p:nvSpPr>
          <p:cNvPr id="28" name="内容占位符 25"/>
          <p:cNvSpPr>
            <a:spLocks noGrp="1"/>
          </p:cNvSpPr>
          <p:nvPr>
            <p:ph sz="quarter" idx="25" hasCustomPrompt="1"/>
          </p:nvPr>
        </p:nvSpPr>
        <p:spPr>
          <a:xfrm>
            <a:off x="4500562" y="2981634"/>
            <a:ext cx="4391918" cy="1152128"/>
          </a:xfrm>
          <a:prstGeom prst="rect">
            <a:avLst/>
          </a:prstGeom>
        </p:spPr>
        <p:txBody>
          <a:bodyPr>
            <a:noAutofit/>
          </a:bodyPr>
          <a:lstStyle>
            <a:lvl1pPr marL="0" indent="0">
              <a:buNone/>
              <a:defRPr sz="1300" baseline="0">
                <a:solidFill>
                  <a:srgbClr val="656464"/>
                </a:solidFill>
                <a:latin typeface="+mn-lt"/>
                <a:ea typeface="+mj-ea"/>
              </a:defRPr>
            </a:lvl1pPr>
            <a:lvl2pPr>
              <a:defRPr sz="1300">
                <a:solidFill>
                  <a:srgbClr val="656464"/>
                </a:solidFill>
                <a:latin typeface="+mj-ea"/>
                <a:ea typeface="+mj-ea"/>
              </a:defRPr>
            </a:lvl2pPr>
            <a:lvl3pPr>
              <a:defRPr sz="1300">
                <a:solidFill>
                  <a:srgbClr val="656464"/>
                </a:solidFill>
                <a:latin typeface="+mj-ea"/>
                <a:ea typeface="+mj-ea"/>
              </a:defRPr>
            </a:lvl3pPr>
            <a:lvl4pPr>
              <a:defRPr sz="1300">
                <a:solidFill>
                  <a:srgbClr val="656464"/>
                </a:solidFill>
                <a:latin typeface="+mj-ea"/>
                <a:ea typeface="+mj-ea"/>
              </a:defRPr>
            </a:lvl4pPr>
            <a:lvl5pPr>
              <a:defRPr sz="1300">
                <a:solidFill>
                  <a:srgbClr val="656464"/>
                </a:solidFill>
                <a:latin typeface="+mj-ea"/>
                <a:ea typeface="+mj-ea"/>
              </a:defRPr>
            </a:lvl5pPr>
          </a:lstStyle>
          <a:p>
            <a:r>
              <a:rPr lang="en-US" altLang="zh-CN">
                <a:latin typeface="Georgia" pitchFamily="18" charset="0"/>
                <a:ea typeface="微软雅黑" panose="020B0503020204020204" pitchFamily="34" charset="-122"/>
                <a:cs typeface="Arial" pitchFamily="34" charset="0"/>
              </a:rPr>
              <a:t>Text: Click here to edit English font Georgia 13pt 75% gray</a:t>
            </a:r>
            <a:endParaRPr lang="en-US" altLang="zh-CN" dirty="0">
              <a:latin typeface="Georgia" pitchFamily="18" charset="0"/>
              <a:ea typeface="微软雅黑" panose="020B0503020204020204" pitchFamily="34" charset="-122"/>
              <a:cs typeface="Arial" pitchFamily="34" charset="0"/>
            </a:endParaRPr>
          </a:p>
        </p:txBody>
      </p:sp>
      <p:sp>
        <p:nvSpPr>
          <p:cNvPr id="32" name="内容占位符 31"/>
          <p:cNvSpPr>
            <a:spLocks noGrp="1"/>
          </p:cNvSpPr>
          <p:nvPr>
            <p:ph sz="quarter" idx="26" hasCustomPrompt="1"/>
          </p:nvPr>
        </p:nvSpPr>
        <p:spPr>
          <a:xfrm>
            <a:off x="4500562" y="4587974"/>
            <a:ext cx="4247674" cy="360040"/>
          </a:xfrm>
          <a:prstGeom prst="rect">
            <a:avLst/>
          </a:prstGeom>
        </p:spPr>
        <p:txBody>
          <a:bodyPr>
            <a:noAutofit/>
          </a:bodyPr>
          <a:lstStyle>
            <a:lvl1pPr marL="0" indent="0">
              <a:buNone/>
              <a:defRPr sz="800" baseline="0">
                <a:solidFill>
                  <a:schemeClr val="bg1"/>
                </a:solidFill>
                <a:latin typeface="+mn-lt"/>
              </a:defRPr>
            </a:lvl1pPr>
            <a:lvl2pPr>
              <a:defRPr sz="800">
                <a:solidFill>
                  <a:schemeClr val="bg1"/>
                </a:solidFill>
                <a:latin typeface="+mn-lt"/>
              </a:defRPr>
            </a:lvl2pPr>
            <a:lvl3pPr>
              <a:defRPr sz="800">
                <a:solidFill>
                  <a:schemeClr val="bg1"/>
                </a:solidFill>
                <a:latin typeface="+mn-lt"/>
              </a:defRPr>
            </a:lvl3pPr>
            <a:lvl4pPr>
              <a:defRPr sz="800">
                <a:solidFill>
                  <a:schemeClr val="bg1"/>
                </a:solidFill>
                <a:latin typeface="+mn-lt"/>
              </a:defRPr>
            </a:lvl4pPr>
            <a:lvl5pPr>
              <a:defRPr sz="800">
                <a:solidFill>
                  <a:schemeClr val="bg1"/>
                </a:solidFill>
                <a:latin typeface="+mn-lt"/>
              </a:defRPr>
            </a:lvl5pPr>
          </a:lstStyle>
          <a:p>
            <a:r>
              <a:rPr lang="en-US" altLang="zh-CN">
                <a:latin typeface="Georgia" pitchFamily="18" charset="0"/>
                <a:ea typeface="微软雅黑" panose="020B0503020204020204" pitchFamily="34" charset="-122"/>
                <a:cs typeface="Arial" pitchFamily="34" charset="0"/>
              </a:rPr>
              <a:t>* Text: Click here to edit the English font: Georgia8pt White Left-justified line-spacing Design value 12 pt ago: 0 pt Segment: 5 pt Left-aligned center-aligned</a:t>
            </a:r>
            <a:endParaRPr lang="en-US" altLang="zh-CN" dirty="0">
              <a:latin typeface="Georgia" pitchFamily="18" charset="0"/>
              <a:ea typeface="微软雅黑" panose="020B0503020204020204" pitchFamily="34" charset="-122"/>
              <a:cs typeface="Arial" pitchFamily="34" charset="0"/>
            </a:endParaRPr>
          </a:p>
        </p:txBody>
      </p:sp>
      <p:sp>
        <p:nvSpPr>
          <p:cNvPr id="40" name="文本占位符 39"/>
          <p:cNvSpPr>
            <a:spLocks noGrp="1"/>
          </p:cNvSpPr>
          <p:nvPr>
            <p:ph type="body" sz="quarter" idx="28" hasCustomPrompt="1"/>
          </p:nvPr>
        </p:nvSpPr>
        <p:spPr>
          <a:xfrm>
            <a:off x="395288" y="2931790"/>
            <a:ext cx="3960812" cy="2019919"/>
          </a:xfrm>
          <a:prstGeom prst="rect">
            <a:avLst/>
          </a:prstGeom>
        </p:spPr>
        <p:txBody>
          <a:bodyPr>
            <a:normAutofit/>
          </a:bodyPr>
          <a:lstStyle>
            <a:lvl1pPr marL="0" indent="0">
              <a:lnSpc>
                <a:spcPts val="2000"/>
              </a:lnSpc>
              <a:spcBef>
                <a:spcPts val="0"/>
              </a:spcBef>
              <a:spcAft>
                <a:spcPts val="500"/>
              </a:spcAft>
              <a:buNone/>
              <a:defRPr sz="1300" baseline="0">
                <a:solidFill>
                  <a:srgbClr val="656464"/>
                </a:solidFill>
                <a:latin typeface="+mn-lt"/>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Text: Click here to edit English font Georgia 13pt 75% Gray Left Justified Line spacing Designed value 20 ppi Front: 0 pound Segment: 5 pt Whole left aligned</a:t>
            </a:r>
            <a:endParaRPr lang="en-US" altLang="zh-CN" dirty="0">
              <a:latin typeface="Georgia" pitchFamily="18" charset="0"/>
              <a:ea typeface="微软雅黑" panose="020B0503020204020204" pitchFamily="34" charset="-122"/>
              <a:cs typeface="Arial" pitchFamily="34" charset="0"/>
            </a:endParaRPr>
          </a:p>
        </p:txBody>
      </p:sp>
      <p:sp>
        <p:nvSpPr>
          <p:cNvPr id="3" name="内容占位符 2"/>
          <p:cNvSpPr>
            <a:spLocks noGrp="1"/>
          </p:cNvSpPr>
          <p:nvPr>
            <p:ph sz="quarter" idx="29" hasCustomPrompt="1"/>
          </p:nvPr>
        </p:nvSpPr>
        <p:spPr>
          <a:xfrm>
            <a:off x="4500563" y="1201738"/>
            <a:ext cx="4392612" cy="290512"/>
          </a:xfrm>
          <a:prstGeom prst="rect">
            <a:avLst/>
          </a:prstGeom>
        </p:spPr>
        <p:txBody>
          <a:bodyPr>
            <a:normAutofit/>
          </a:bodyPr>
          <a:lstStyle>
            <a:lvl1pPr marL="0" indent="0">
              <a:buNone/>
              <a:defRPr sz="1300" b="1">
                <a:solidFill>
                  <a:srgbClr val="ED1A3B"/>
                </a:solidFill>
              </a:defRPr>
            </a:lvl1pPr>
          </a:lstStyle>
          <a:p>
            <a:r>
              <a:rPr lang="zh-CN" altLang="en-US" b="1">
                <a:solidFill>
                  <a:srgbClr val="ED1A3B"/>
                </a:solidFill>
                <a:latin typeface="黑体" pitchFamily="49" charset="-122"/>
                <a:ea typeface="黑体" pitchFamily="49" charset="-122"/>
              </a:rPr>
              <a:t>中文标题字体加粗</a:t>
            </a:r>
            <a:r>
              <a:rPr lang="en-US" altLang="zh-CN" b="1">
                <a:solidFill>
                  <a:srgbClr val="ED1A3B"/>
                </a:solidFill>
                <a:latin typeface="黑体" pitchFamily="49" charset="-122"/>
                <a:ea typeface="黑体" pitchFamily="49" charset="-122"/>
              </a:rPr>
              <a:t>13pt</a:t>
            </a:r>
            <a:endParaRPr lang="en-US" altLang="zh-CN" b="1" dirty="0">
              <a:solidFill>
                <a:srgbClr val="ED1A3B"/>
              </a:solidFill>
              <a:latin typeface="黑体" pitchFamily="49" charset="-122"/>
              <a:ea typeface="黑体" pitchFamily="49" charset="-122"/>
            </a:endParaRPr>
          </a:p>
        </p:txBody>
      </p:sp>
      <p:sp>
        <p:nvSpPr>
          <p:cNvPr id="16" name="内容占位符 2"/>
          <p:cNvSpPr>
            <a:spLocks noGrp="1"/>
          </p:cNvSpPr>
          <p:nvPr>
            <p:ph sz="quarter" idx="30" hasCustomPrompt="1"/>
          </p:nvPr>
        </p:nvSpPr>
        <p:spPr>
          <a:xfrm>
            <a:off x="4500563" y="2676191"/>
            <a:ext cx="4392612" cy="290512"/>
          </a:xfrm>
          <a:prstGeom prst="rect">
            <a:avLst/>
          </a:prstGeom>
        </p:spPr>
        <p:txBody>
          <a:bodyPr>
            <a:normAutofit/>
          </a:bodyPr>
          <a:lstStyle>
            <a:lvl1pPr marL="0" indent="0">
              <a:buNone/>
              <a:defRPr sz="1300" b="1">
                <a:solidFill>
                  <a:srgbClr val="ED1A3B"/>
                </a:solidFill>
              </a:defRPr>
            </a:lvl1pPr>
          </a:lstStyle>
          <a:p>
            <a:r>
              <a:rPr lang="en-US" altLang="zh-CN" b="1">
                <a:solidFill>
                  <a:srgbClr val="ED1A3B"/>
                </a:solidFill>
                <a:latin typeface="Georgia" pitchFamily="18" charset="0"/>
              </a:rPr>
              <a:t>English title font bold 13pt</a:t>
            </a:r>
            <a:endParaRPr lang="en-US" altLang="zh-CN" b="1" dirty="0">
              <a:solidFill>
                <a:srgbClr val="ED1A3B"/>
              </a:solidFill>
              <a:latin typeface="Georgia" pitchFamily="18" charset="0"/>
            </a:endParaRPr>
          </a:p>
        </p:txBody>
      </p:sp>
      <p:pic>
        <p:nvPicPr>
          <p:cNvPr id="14"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2907724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文字与图片版式">
    <p:spTree>
      <p:nvGrpSpPr>
        <p:cNvPr id="1" name=""/>
        <p:cNvGrpSpPr/>
        <p:nvPr/>
      </p:nvGrpSpPr>
      <p:grpSpPr>
        <a:xfrm>
          <a:off x="0" y="0"/>
          <a:ext cx="0" cy="0"/>
          <a:chOff x="0" y="0"/>
          <a:chExt cx="0" cy="0"/>
        </a:xfrm>
      </p:grpSpPr>
      <p:sp>
        <p:nvSpPr>
          <p:cNvPr id="10" name="文本占位符 62"/>
          <p:cNvSpPr>
            <a:spLocks noGrp="1"/>
          </p:cNvSpPr>
          <p:nvPr>
            <p:ph type="body" sz="quarter" idx="35" hasCustomPrompt="1"/>
          </p:nvPr>
        </p:nvSpPr>
        <p:spPr>
          <a:xfrm>
            <a:off x="5795963" y="1265238"/>
            <a:ext cx="2919412" cy="3610768"/>
          </a:xfrm>
          <a:prstGeom prst="rect">
            <a:avLst/>
          </a:prstGeom>
        </p:spPr>
        <p:txBody>
          <a:bodyPr anchor="ctr">
            <a:normAutofit/>
          </a:bodyPr>
          <a:lstStyle>
            <a:lvl1pPr marL="0" indent="0" algn="ctr">
              <a:lnSpc>
                <a:spcPts val="3000"/>
              </a:lnSpc>
              <a:spcBef>
                <a:spcPts val="0"/>
              </a:spcBef>
              <a:spcAft>
                <a:spcPts val="500"/>
              </a:spcAft>
              <a:buNone/>
              <a:defRPr sz="1800">
                <a:solidFill>
                  <a:srgbClr val="B1B1B1"/>
                </a:solidFill>
                <a:latin typeface="微软雅黑 Light" pitchFamily="34" charset="-122"/>
                <a:ea typeface="微软雅黑 Light" pitchFamily="34" charset="-122"/>
              </a:defRPr>
            </a:lvl1pPr>
            <a:lvl2pPr>
              <a:defRPr sz="1800"/>
            </a:lvl2pPr>
            <a:lvl3pPr>
              <a:defRPr sz="1800"/>
            </a:lvl3pPr>
            <a:lvl4pPr>
              <a:defRPr sz="1800"/>
            </a:lvl4pPr>
            <a:lvl5pPr>
              <a:defRPr sz="1800"/>
            </a:lvl5pPr>
          </a:lstStyle>
          <a:p>
            <a:pPr lvl="0"/>
            <a:r>
              <a:rPr lang="zh-CN" altLang="en-US" dirty="0"/>
              <a:t>此处图片、版式仅供参考根据具体情况而定</a:t>
            </a:r>
          </a:p>
        </p:txBody>
      </p:sp>
      <p:sp>
        <p:nvSpPr>
          <p:cNvPr id="11" name="文本占位符 87"/>
          <p:cNvSpPr>
            <a:spLocks noGrp="1"/>
          </p:cNvSpPr>
          <p:nvPr>
            <p:ph type="body" sz="quarter" idx="37" hasCustomPrompt="1"/>
          </p:nvPr>
        </p:nvSpPr>
        <p:spPr>
          <a:xfrm>
            <a:off x="395288" y="123478"/>
            <a:ext cx="6192837" cy="431800"/>
          </a:xfrm>
          <a:prstGeom prst="rect">
            <a:avLst/>
          </a:prstGeom>
        </p:spPr>
        <p:txBody>
          <a:bodyPr>
            <a:noAutofit/>
          </a:bodyPr>
          <a:lstStyle>
            <a:lvl1pPr marL="0" indent="0">
              <a:buNone/>
              <a:defRPr sz="2800">
                <a:solidFill>
                  <a:srgbClr val="2E5C9E"/>
                </a:solidFill>
                <a:latin typeface="微软雅黑" panose="020B0503020204020204" pitchFamily="34" charset="-122"/>
                <a:ea typeface="微软雅黑" panose="020B0503020204020204" pitchFamily="34" charset="-122"/>
              </a:defRPr>
            </a:lvl1pPr>
          </a:lstStyle>
          <a:p>
            <a:r>
              <a:rPr lang="zh-CN" altLang="en-US">
                <a:latin typeface="黑体" pitchFamily="49" charset="-122"/>
                <a:ea typeface="黑体" pitchFamily="49" charset="-122"/>
              </a:rPr>
              <a:t>单击添加标题（黑体</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14" name="文本占位符 52"/>
          <p:cNvSpPr>
            <a:spLocks noGrp="1"/>
          </p:cNvSpPr>
          <p:nvPr>
            <p:ph type="body" sz="quarter" idx="27" hasCustomPrompt="1"/>
          </p:nvPr>
        </p:nvSpPr>
        <p:spPr>
          <a:xfrm>
            <a:off x="971550" y="1265238"/>
            <a:ext cx="4679950" cy="247650"/>
          </a:xfrm>
          <a:prstGeom prst="rect">
            <a:avLst/>
          </a:prstGeom>
        </p:spPr>
        <p:txBody>
          <a:bodyPr>
            <a:noAutofit/>
          </a:bodyPr>
          <a:lstStyle>
            <a:lvl1pPr marL="0" indent="0">
              <a:buNone/>
              <a:defRPr sz="1300" baseline="0">
                <a:solidFill>
                  <a:srgbClr val="656464"/>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zh-CN" altLang="en-US">
                <a:latin typeface="黑体" pitchFamily="49" charset="-122"/>
                <a:ea typeface="黑体" pitchFamily="49" charset="-122"/>
              </a:rPr>
              <a:t>此处编辑中文字体黑体 </a:t>
            </a:r>
            <a:r>
              <a:rPr lang="en-US" altLang="zh-CN">
                <a:latin typeface="黑体" pitchFamily="49" charset="-122"/>
                <a:ea typeface="黑体" pitchFamily="49" charset="-122"/>
              </a:rPr>
              <a:t>13pt 75%</a:t>
            </a:r>
            <a:r>
              <a:rPr lang="zh-CN" altLang="en-US">
                <a:latin typeface="黑体" pitchFamily="49" charset="-122"/>
                <a:ea typeface="黑体" pitchFamily="49" charset="-122"/>
              </a:rPr>
              <a:t>灰色</a:t>
            </a:r>
            <a:endParaRPr lang="zh-CN" altLang="en-US" dirty="0">
              <a:latin typeface="黑体" pitchFamily="49" charset="-122"/>
              <a:ea typeface="黑体" pitchFamily="49" charset="-122"/>
            </a:endParaRPr>
          </a:p>
        </p:txBody>
      </p:sp>
      <p:sp>
        <p:nvSpPr>
          <p:cNvPr id="15" name="文本占位符 54"/>
          <p:cNvSpPr>
            <a:spLocks noGrp="1"/>
          </p:cNvSpPr>
          <p:nvPr>
            <p:ph type="body" sz="quarter" idx="28" hasCustomPrompt="1"/>
          </p:nvPr>
        </p:nvSpPr>
        <p:spPr>
          <a:xfrm>
            <a:off x="971550" y="1491630"/>
            <a:ext cx="4679950" cy="648072"/>
          </a:xfrm>
          <a:prstGeom prst="rect">
            <a:avLst/>
          </a:prstGeom>
        </p:spPr>
        <p:txBody>
          <a:bodyPr>
            <a:noAutofit/>
          </a:bodyPr>
          <a:lstStyle>
            <a:lvl1pPr marL="0" indent="0">
              <a:buNone/>
              <a:defRPr sz="1300" b="0" baseline="0">
                <a:solidFill>
                  <a:srgbClr val="656464"/>
                </a:solidFill>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Georgia 13pt 75% gray here</a:t>
            </a:r>
            <a:endParaRPr lang="zh-CN" altLang="en-US" dirty="0">
              <a:latin typeface="Georgia" pitchFamily="18" charset="0"/>
              <a:ea typeface="微软雅黑" panose="020B0503020204020204" pitchFamily="34" charset="-122"/>
              <a:cs typeface="Arial" pitchFamily="34" charset="0"/>
            </a:endParaRPr>
          </a:p>
        </p:txBody>
      </p:sp>
      <p:sp>
        <p:nvSpPr>
          <p:cNvPr id="16" name="文本占位符 52"/>
          <p:cNvSpPr>
            <a:spLocks noGrp="1"/>
          </p:cNvSpPr>
          <p:nvPr>
            <p:ph type="body" sz="quarter" idx="29" hasCustomPrompt="1"/>
          </p:nvPr>
        </p:nvSpPr>
        <p:spPr>
          <a:xfrm>
            <a:off x="971550" y="2227263"/>
            <a:ext cx="4679950" cy="247650"/>
          </a:xfrm>
          <a:prstGeom prst="rect">
            <a:avLst/>
          </a:prstGeom>
        </p:spPr>
        <p:txBody>
          <a:bodyPr>
            <a:noAutofit/>
          </a:bodyPr>
          <a:lstStyle>
            <a:lvl1pPr marL="0" indent="0">
              <a:buNone/>
              <a:defRPr sz="1300">
                <a:solidFill>
                  <a:srgbClr val="656464"/>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zh-CN" altLang="en-US">
                <a:latin typeface="黑体" pitchFamily="49" charset="-122"/>
                <a:ea typeface="黑体" pitchFamily="49" charset="-122"/>
              </a:rPr>
              <a:t>此处编辑中文字体黑体 </a:t>
            </a:r>
            <a:r>
              <a:rPr lang="en-US" altLang="zh-CN">
                <a:latin typeface="黑体" pitchFamily="49" charset="-122"/>
                <a:ea typeface="黑体" pitchFamily="49" charset="-122"/>
              </a:rPr>
              <a:t>13pt 75%</a:t>
            </a:r>
            <a:r>
              <a:rPr lang="zh-CN" altLang="en-US">
                <a:latin typeface="黑体" pitchFamily="49" charset="-122"/>
                <a:ea typeface="黑体" pitchFamily="49" charset="-122"/>
              </a:rPr>
              <a:t>灰色</a:t>
            </a:r>
            <a:endParaRPr lang="zh-CN" altLang="en-US" dirty="0">
              <a:latin typeface="黑体" pitchFamily="49" charset="-122"/>
              <a:ea typeface="黑体" pitchFamily="49" charset="-122"/>
            </a:endParaRPr>
          </a:p>
        </p:txBody>
      </p:sp>
      <p:sp>
        <p:nvSpPr>
          <p:cNvPr id="17" name="文本占位符 54"/>
          <p:cNvSpPr>
            <a:spLocks noGrp="1"/>
          </p:cNvSpPr>
          <p:nvPr>
            <p:ph type="body" sz="quarter" idx="30" hasCustomPrompt="1"/>
          </p:nvPr>
        </p:nvSpPr>
        <p:spPr>
          <a:xfrm>
            <a:off x="971550" y="2453654"/>
            <a:ext cx="4679950" cy="622151"/>
          </a:xfrm>
          <a:prstGeom prst="rect">
            <a:avLst/>
          </a:prstGeom>
        </p:spPr>
        <p:txBody>
          <a:bodyPr>
            <a:noAutofit/>
          </a:bodyPr>
          <a:lstStyle>
            <a:lvl1pPr marL="0" indent="0">
              <a:buNone/>
              <a:defRPr sz="1300">
                <a:solidFill>
                  <a:srgbClr val="656464"/>
                </a:solidFill>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Georgia 13pt 75% gray here</a:t>
            </a:r>
            <a:endParaRPr lang="zh-CN" altLang="en-US" dirty="0">
              <a:latin typeface="Georgia" pitchFamily="18" charset="0"/>
              <a:ea typeface="微软雅黑" panose="020B0503020204020204" pitchFamily="34" charset="-122"/>
              <a:cs typeface="Arial" pitchFamily="34" charset="0"/>
            </a:endParaRPr>
          </a:p>
        </p:txBody>
      </p:sp>
      <p:sp>
        <p:nvSpPr>
          <p:cNvPr id="18" name="文本占位符 52"/>
          <p:cNvSpPr>
            <a:spLocks noGrp="1"/>
          </p:cNvSpPr>
          <p:nvPr>
            <p:ph type="body" sz="quarter" idx="31" hasCustomPrompt="1"/>
          </p:nvPr>
        </p:nvSpPr>
        <p:spPr>
          <a:xfrm>
            <a:off x="971550" y="3160713"/>
            <a:ext cx="4679950" cy="247650"/>
          </a:xfrm>
          <a:prstGeom prst="rect">
            <a:avLst/>
          </a:prstGeom>
        </p:spPr>
        <p:txBody>
          <a:bodyPr>
            <a:noAutofit/>
          </a:bodyPr>
          <a:lstStyle>
            <a:lvl1pPr marL="0" indent="0">
              <a:buNone/>
              <a:defRPr sz="1300">
                <a:solidFill>
                  <a:srgbClr val="656464"/>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zh-CN" altLang="en-US" dirty="0">
                <a:latin typeface="黑体" pitchFamily="49" charset="-122"/>
                <a:ea typeface="黑体" pitchFamily="49" charset="-122"/>
              </a:rPr>
              <a:t>此处编辑中文字体黑体 </a:t>
            </a:r>
            <a:r>
              <a:rPr lang="en-US" altLang="zh-CN" dirty="0">
                <a:latin typeface="黑体" pitchFamily="49" charset="-122"/>
                <a:ea typeface="黑体" pitchFamily="49" charset="-122"/>
              </a:rPr>
              <a:t>13pt 75%</a:t>
            </a:r>
            <a:r>
              <a:rPr lang="zh-CN" altLang="en-US" dirty="0">
                <a:latin typeface="黑体" pitchFamily="49" charset="-122"/>
                <a:ea typeface="黑体" pitchFamily="49" charset="-122"/>
              </a:rPr>
              <a:t>灰色</a:t>
            </a:r>
          </a:p>
        </p:txBody>
      </p:sp>
      <p:sp>
        <p:nvSpPr>
          <p:cNvPr id="19" name="文本占位符 54"/>
          <p:cNvSpPr>
            <a:spLocks noGrp="1"/>
          </p:cNvSpPr>
          <p:nvPr>
            <p:ph type="body" sz="quarter" idx="32" hasCustomPrompt="1"/>
          </p:nvPr>
        </p:nvSpPr>
        <p:spPr>
          <a:xfrm>
            <a:off x="971550" y="3387104"/>
            <a:ext cx="4679950" cy="624805"/>
          </a:xfrm>
          <a:prstGeom prst="rect">
            <a:avLst/>
          </a:prstGeom>
        </p:spPr>
        <p:txBody>
          <a:bodyPr>
            <a:noAutofit/>
          </a:bodyPr>
          <a:lstStyle>
            <a:lvl1pPr marL="0" indent="0">
              <a:buNone/>
              <a:defRPr sz="1300">
                <a:solidFill>
                  <a:srgbClr val="656464"/>
                </a:solidFill>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Georgia 13pt 75% gray here</a:t>
            </a:r>
            <a:endParaRPr lang="zh-CN" altLang="en-US" dirty="0">
              <a:latin typeface="Georgia" pitchFamily="18" charset="0"/>
              <a:ea typeface="微软雅黑" panose="020B0503020204020204" pitchFamily="34" charset="-122"/>
              <a:cs typeface="Arial" pitchFamily="34" charset="0"/>
            </a:endParaRPr>
          </a:p>
        </p:txBody>
      </p:sp>
      <p:sp>
        <p:nvSpPr>
          <p:cNvPr id="20" name="文本占位符 52"/>
          <p:cNvSpPr>
            <a:spLocks noGrp="1"/>
          </p:cNvSpPr>
          <p:nvPr>
            <p:ph type="body" sz="quarter" idx="33" hasCustomPrompt="1"/>
          </p:nvPr>
        </p:nvSpPr>
        <p:spPr>
          <a:xfrm>
            <a:off x="971550" y="4084638"/>
            <a:ext cx="4679950" cy="247650"/>
          </a:xfrm>
          <a:prstGeom prst="rect">
            <a:avLst/>
          </a:prstGeom>
        </p:spPr>
        <p:txBody>
          <a:bodyPr>
            <a:noAutofit/>
          </a:bodyPr>
          <a:lstStyle>
            <a:lvl1pPr marL="0" indent="0">
              <a:buNone/>
              <a:defRPr sz="1300">
                <a:solidFill>
                  <a:srgbClr val="656464"/>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zh-CN" altLang="en-US">
                <a:latin typeface="黑体" pitchFamily="49" charset="-122"/>
                <a:ea typeface="黑体" pitchFamily="49" charset="-122"/>
              </a:rPr>
              <a:t>此处编辑中文字体黑体 </a:t>
            </a:r>
            <a:r>
              <a:rPr lang="en-US" altLang="zh-CN">
                <a:latin typeface="黑体" pitchFamily="49" charset="-122"/>
                <a:ea typeface="黑体" pitchFamily="49" charset="-122"/>
              </a:rPr>
              <a:t>13pt 75%</a:t>
            </a:r>
            <a:r>
              <a:rPr lang="zh-CN" altLang="en-US">
                <a:latin typeface="黑体" pitchFamily="49" charset="-122"/>
                <a:ea typeface="黑体" pitchFamily="49" charset="-122"/>
              </a:rPr>
              <a:t>灰色</a:t>
            </a:r>
            <a:endParaRPr lang="zh-CN" altLang="en-US" dirty="0">
              <a:latin typeface="黑体" pitchFamily="49" charset="-122"/>
              <a:ea typeface="黑体" pitchFamily="49" charset="-122"/>
            </a:endParaRPr>
          </a:p>
        </p:txBody>
      </p:sp>
      <p:sp>
        <p:nvSpPr>
          <p:cNvPr id="21" name="文本占位符 54"/>
          <p:cNvSpPr>
            <a:spLocks noGrp="1"/>
          </p:cNvSpPr>
          <p:nvPr>
            <p:ph type="body" sz="quarter" idx="34" hasCustomPrompt="1"/>
          </p:nvPr>
        </p:nvSpPr>
        <p:spPr>
          <a:xfrm>
            <a:off x="971550" y="4311030"/>
            <a:ext cx="4679950" cy="636984"/>
          </a:xfrm>
          <a:prstGeom prst="rect">
            <a:avLst/>
          </a:prstGeom>
        </p:spPr>
        <p:txBody>
          <a:bodyPr>
            <a:noAutofit/>
          </a:bodyPr>
          <a:lstStyle>
            <a:lvl1pPr marL="0" indent="0">
              <a:buNone/>
              <a:defRPr sz="1300">
                <a:solidFill>
                  <a:srgbClr val="656464"/>
                </a:solidFill>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Georgia 13pt 75% gray here</a:t>
            </a:r>
            <a:endParaRPr lang="zh-CN" altLang="en-US" dirty="0">
              <a:latin typeface="Georgia" pitchFamily="18" charset="0"/>
              <a:ea typeface="微软雅黑" panose="020B0503020204020204" pitchFamily="34" charset="-122"/>
              <a:cs typeface="Arial" pitchFamily="34" charset="0"/>
            </a:endParaRPr>
          </a:p>
        </p:txBody>
      </p:sp>
      <p:sp>
        <p:nvSpPr>
          <p:cNvPr id="22" name="文本占位符 2"/>
          <p:cNvSpPr>
            <a:spLocks noGrp="1"/>
          </p:cNvSpPr>
          <p:nvPr>
            <p:ph type="body" idx="36"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latin typeface="Georgia" pitchFamily="18" charset="0"/>
                <a:ea typeface="微软雅黑" panose="020B0503020204020204" pitchFamily="34" charset="-122"/>
                <a:cs typeface="Arial" pitchFamily="34" charset="0"/>
              </a:rPr>
              <a:t>Add the English title here（ Fonts Georgia 18pt）</a:t>
            </a:r>
            <a:endParaRPr lang="en-US" altLang="zh-CN" dirty="0"/>
          </a:p>
        </p:txBody>
      </p:sp>
      <p:pic>
        <p:nvPicPr>
          <p:cNvPr id="23" name="图片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25" name="椭圆 24"/>
          <p:cNvSpPr/>
          <p:nvPr userDrawn="1"/>
        </p:nvSpPr>
        <p:spPr>
          <a:xfrm>
            <a:off x="412359" y="1245593"/>
            <a:ext cx="494292" cy="494292"/>
          </a:xfrm>
          <a:prstGeom prst="ellipse">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5534" y="1343787"/>
            <a:ext cx="409606" cy="337097"/>
          </a:xfrm>
          <a:prstGeom prst="rect">
            <a:avLst/>
          </a:prstGeom>
        </p:spPr>
      </p:pic>
      <p:sp>
        <p:nvSpPr>
          <p:cNvPr id="27" name="椭圆 26"/>
          <p:cNvSpPr/>
          <p:nvPr userDrawn="1"/>
        </p:nvSpPr>
        <p:spPr>
          <a:xfrm>
            <a:off x="407873" y="2207345"/>
            <a:ext cx="494292" cy="494292"/>
          </a:xfrm>
          <a:prstGeom prst="ellipse">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8" name="图片 2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3555" y="2335138"/>
            <a:ext cx="362930" cy="347541"/>
          </a:xfrm>
          <a:prstGeom prst="rect">
            <a:avLst/>
          </a:prstGeom>
        </p:spPr>
      </p:pic>
      <p:sp>
        <p:nvSpPr>
          <p:cNvPr id="29" name="椭圆 28"/>
          <p:cNvSpPr/>
          <p:nvPr userDrawn="1"/>
        </p:nvSpPr>
        <p:spPr>
          <a:xfrm>
            <a:off x="407873" y="3133309"/>
            <a:ext cx="494292" cy="494292"/>
          </a:xfrm>
          <a:prstGeom prst="ellipse">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54939" y="3212387"/>
            <a:ext cx="400161" cy="336137"/>
          </a:xfrm>
          <a:prstGeom prst="rect">
            <a:avLst/>
          </a:prstGeom>
        </p:spPr>
      </p:pic>
      <p:grpSp>
        <p:nvGrpSpPr>
          <p:cNvPr id="31" name="组合 30"/>
          <p:cNvGrpSpPr/>
          <p:nvPr userDrawn="1"/>
        </p:nvGrpSpPr>
        <p:grpSpPr>
          <a:xfrm>
            <a:off x="407873" y="4101049"/>
            <a:ext cx="494292" cy="494292"/>
            <a:chOff x="407874" y="4121374"/>
            <a:chExt cx="494292" cy="494292"/>
          </a:xfrm>
        </p:grpSpPr>
        <p:sp>
          <p:nvSpPr>
            <p:cNvPr id="32" name="椭圆 31"/>
            <p:cNvSpPr/>
            <p:nvPr/>
          </p:nvSpPr>
          <p:spPr>
            <a:xfrm>
              <a:off x="407874" y="4121374"/>
              <a:ext cx="494292" cy="494292"/>
            </a:xfrm>
            <a:prstGeom prst="ellipse">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3" name="图片 3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48461" y="4239027"/>
              <a:ext cx="413119" cy="258986"/>
            </a:xfrm>
            <a:prstGeom prst="rect">
              <a:avLst/>
            </a:prstGeom>
          </p:spPr>
        </p:pic>
      </p:grpSp>
      <p:pic>
        <p:nvPicPr>
          <p:cNvPr id="24" name="Picture 1" descr="image.pdf"/>
          <p:cNvPicPr>
            <a:picLocks noChangeAspect="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378273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文字与多种图片版式">
    <p:spTree>
      <p:nvGrpSpPr>
        <p:cNvPr id="1" name=""/>
        <p:cNvGrpSpPr/>
        <p:nvPr/>
      </p:nvGrpSpPr>
      <p:grpSpPr>
        <a:xfrm>
          <a:off x="0" y="0"/>
          <a:ext cx="0" cy="0"/>
          <a:chOff x="0" y="0"/>
          <a:chExt cx="0" cy="0"/>
        </a:xfrm>
      </p:grpSpPr>
      <p:sp>
        <p:nvSpPr>
          <p:cNvPr id="13" name="内容占位符 12"/>
          <p:cNvSpPr>
            <a:spLocks noGrp="1"/>
          </p:cNvSpPr>
          <p:nvPr>
            <p:ph sz="quarter" idx="39" hasCustomPrompt="1"/>
          </p:nvPr>
        </p:nvSpPr>
        <p:spPr>
          <a:xfrm>
            <a:off x="5652120" y="1131590"/>
            <a:ext cx="3096340" cy="3816424"/>
          </a:xfrm>
          <a:prstGeom prst="rect">
            <a:avLst/>
          </a:prstGeom>
        </p:spPr>
        <p:txBody>
          <a:bodyPr anchor="ctr">
            <a:normAutofit/>
          </a:bodyPr>
          <a:lstStyle>
            <a:lvl1pPr marL="0" indent="0" algn="ctr">
              <a:lnSpc>
                <a:spcPts val="2000"/>
              </a:lnSpc>
              <a:spcBef>
                <a:spcPts val="0"/>
              </a:spcBef>
              <a:spcAft>
                <a:spcPts val="500"/>
              </a:spcAft>
              <a:buNone/>
              <a:defRPr sz="1800">
                <a:solidFill>
                  <a:srgbClr val="B1B1B1"/>
                </a:solidFill>
                <a:latin typeface="微软雅黑 Light" pitchFamily="34" charset="-122"/>
                <a:ea typeface="微软雅黑 Light" pitchFamily="34" charset="-122"/>
              </a:defRPr>
            </a:lvl1pPr>
          </a:lstStyle>
          <a:p>
            <a:pPr lvl="0"/>
            <a:r>
              <a:rPr lang="zh-CN" altLang="en-US" dirty="0"/>
              <a:t>此处图片、版式仅供参考</a:t>
            </a:r>
            <a:endParaRPr lang="en-US" altLang="zh-CN" dirty="0"/>
          </a:p>
          <a:p>
            <a:pPr lvl="0"/>
            <a:r>
              <a:rPr lang="zh-CN" altLang="en-US" dirty="0"/>
              <a:t>根据具体情况而定</a:t>
            </a:r>
          </a:p>
        </p:txBody>
      </p:sp>
      <p:sp>
        <p:nvSpPr>
          <p:cNvPr id="11" name="内容占位符 10"/>
          <p:cNvSpPr>
            <a:spLocks noGrp="1"/>
          </p:cNvSpPr>
          <p:nvPr>
            <p:ph sz="quarter" idx="38" hasCustomPrompt="1"/>
          </p:nvPr>
        </p:nvSpPr>
        <p:spPr>
          <a:xfrm>
            <a:off x="395289" y="1428874"/>
            <a:ext cx="4968799" cy="1430908"/>
          </a:xfrm>
          <a:prstGeom prst="rect">
            <a:avLst/>
          </a:prstGeom>
        </p:spPr>
        <p:txBody>
          <a:bodyPr>
            <a:normAutofit/>
          </a:bodyPr>
          <a:lstStyle>
            <a:lvl1pPr marL="0" marR="0" indent="0" algn="l" defTabSz="914400" rtl="0" eaLnBrk="1" fontAlgn="auto" latinLnBrk="0" hangingPunct="1">
              <a:lnSpc>
                <a:spcPts val="2000"/>
              </a:lnSpc>
              <a:spcBef>
                <a:spcPts val="0"/>
              </a:spcBef>
              <a:spcAft>
                <a:spcPts val="500"/>
              </a:spcAft>
              <a:buClrTx/>
              <a:buSzTx/>
              <a:buFont typeface="Arial" pitchFamily="34" charset="0"/>
              <a:buNone/>
              <a:tabLst/>
              <a:defRPr sz="1300">
                <a:solidFill>
                  <a:srgbClr val="656464"/>
                </a:solidFill>
              </a:defRPr>
            </a:lvl1pPr>
            <a:lvl2pPr>
              <a:defRPr sz="1300">
                <a:solidFill>
                  <a:srgbClr val="656464"/>
                </a:solidFill>
              </a:defRPr>
            </a:lvl2pPr>
            <a:lvl3pPr>
              <a:defRPr sz="1300">
                <a:solidFill>
                  <a:srgbClr val="656464"/>
                </a:solidFill>
              </a:defRPr>
            </a:lvl3pPr>
            <a:lvl4pPr>
              <a:defRPr sz="1300">
                <a:solidFill>
                  <a:srgbClr val="656464"/>
                </a:solidFill>
              </a:defRPr>
            </a:lvl4pPr>
            <a:lvl5pPr>
              <a:defRPr sz="1300">
                <a:solidFill>
                  <a:srgbClr val="656464"/>
                </a:solidFill>
              </a:defRPr>
            </a:lvl5pPr>
          </a:lstStyle>
          <a:p>
            <a:pPr>
              <a:lnSpc>
                <a:spcPts val="2000"/>
              </a:lnSpc>
            </a:pPr>
            <a:r>
              <a:rPr lang="zh-CN" altLang="en-US" sz="1300">
                <a:solidFill>
                  <a:srgbClr val="656464"/>
                </a:solidFill>
                <a:latin typeface="微软雅黑 Light" pitchFamily="34" charset="-122"/>
                <a:ea typeface="微软雅黑 Light" pitchFamily="34" charset="-122"/>
              </a:rPr>
              <a:t>正文：单击此处编辑中文字体微软雅黑</a:t>
            </a:r>
            <a:r>
              <a:rPr lang="en-US" altLang="zh-CN" sz="1300">
                <a:solidFill>
                  <a:srgbClr val="656464"/>
                </a:solidFill>
                <a:latin typeface="微软雅黑 Light" pitchFamily="34" charset="-122"/>
                <a:ea typeface="微软雅黑 Light" pitchFamily="34" charset="-122"/>
              </a:rPr>
              <a:t>Light</a:t>
            </a:r>
            <a:r>
              <a:rPr lang="zh-CN" altLang="en-US" sz="1300">
                <a:solidFill>
                  <a:srgbClr val="656464"/>
                </a:solidFill>
                <a:latin typeface="微软雅黑 Light" pitchFamily="34" charset="-122"/>
                <a:ea typeface="微软雅黑 Light" pitchFamily="34" charset="-122"/>
              </a:rPr>
              <a:t> </a:t>
            </a:r>
            <a:r>
              <a:rPr lang="en-US" altLang="zh-CN" sz="1300">
                <a:solidFill>
                  <a:srgbClr val="656464"/>
                </a:solidFill>
                <a:latin typeface="微软雅黑 Light" pitchFamily="34" charset="-122"/>
                <a:ea typeface="微软雅黑 Light" pitchFamily="34" charset="-122"/>
              </a:rPr>
              <a:t>13pt 75%</a:t>
            </a:r>
            <a:r>
              <a:rPr lang="zh-CN" altLang="en-US" sz="1300">
                <a:solidFill>
                  <a:srgbClr val="656464"/>
                </a:solidFill>
                <a:latin typeface="微软雅黑 Light" pitchFamily="34" charset="-122"/>
                <a:ea typeface="微软雅黑 Light" pitchFamily="34" charset="-122"/>
              </a:rPr>
              <a:t>灰色 左对齐      行距设计值</a:t>
            </a:r>
            <a:r>
              <a:rPr lang="en-US" altLang="zh-CN" sz="1300">
                <a:solidFill>
                  <a:srgbClr val="656464"/>
                </a:solidFill>
                <a:latin typeface="微软雅黑 Light" pitchFamily="34" charset="-122"/>
                <a:ea typeface="微软雅黑 Light" pitchFamily="34" charset="-122"/>
              </a:rPr>
              <a:t>20</a:t>
            </a:r>
            <a:r>
              <a:rPr lang="zh-CN" altLang="en-US" sz="1300">
                <a:solidFill>
                  <a:srgbClr val="656464"/>
                </a:solidFill>
                <a:latin typeface="微软雅黑 Light" pitchFamily="34" charset="-122"/>
                <a:ea typeface="微软雅黑 Light" pitchFamily="34" charset="-122"/>
              </a:rPr>
              <a:t>磅 段前：</a:t>
            </a:r>
            <a:r>
              <a:rPr lang="en-US" altLang="zh-CN" sz="1300">
                <a:solidFill>
                  <a:srgbClr val="656464"/>
                </a:solidFill>
                <a:latin typeface="微软雅黑 Light" pitchFamily="34" charset="-122"/>
                <a:ea typeface="微软雅黑 Light" pitchFamily="34" charset="-122"/>
              </a:rPr>
              <a:t>0</a:t>
            </a:r>
            <a:r>
              <a:rPr lang="zh-CN" altLang="en-US" sz="1300">
                <a:solidFill>
                  <a:srgbClr val="656464"/>
                </a:solidFill>
                <a:latin typeface="微软雅黑 Light" pitchFamily="34" charset="-122"/>
                <a:ea typeface="微软雅黑 Light" pitchFamily="34" charset="-122"/>
              </a:rPr>
              <a:t>磅 段后：</a:t>
            </a:r>
            <a:r>
              <a:rPr lang="en-US" altLang="zh-CN" sz="1300">
                <a:solidFill>
                  <a:srgbClr val="656464"/>
                </a:solidFill>
                <a:latin typeface="微软雅黑 Light" pitchFamily="34" charset="-122"/>
                <a:ea typeface="微软雅黑 Light" pitchFamily="34" charset="-122"/>
              </a:rPr>
              <a:t>5</a:t>
            </a:r>
            <a:r>
              <a:rPr lang="zh-CN" altLang="en-US" sz="1300">
                <a:solidFill>
                  <a:srgbClr val="656464"/>
                </a:solidFill>
                <a:latin typeface="微软雅黑 Light" pitchFamily="34" charset="-122"/>
                <a:ea typeface="微软雅黑 Light" pitchFamily="34" charset="-122"/>
              </a:rPr>
              <a:t>磅 左对齐</a:t>
            </a:r>
            <a:endParaRPr lang="en-US" altLang="zh-CN" sz="1300">
              <a:solidFill>
                <a:srgbClr val="656464"/>
              </a:solidFill>
              <a:latin typeface="微软雅黑 Light" pitchFamily="34" charset="-122"/>
              <a:ea typeface="微软雅黑 Light" pitchFamily="34" charset="-122"/>
            </a:endParaRPr>
          </a:p>
          <a:p>
            <a:endParaRPr lang="zh-CN" altLang="en-US" dirty="0">
              <a:latin typeface="微软雅黑" panose="020B0503020204020204" pitchFamily="34" charset="-122"/>
              <a:ea typeface="微软雅黑" panose="020B0503020204020204" pitchFamily="34" charset="-122"/>
            </a:endParaRPr>
          </a:p>
        </p:txBody>
      </p:sp>
      <p:sp>
        <p:nvSpPr>
          <p:cNvPr id="85" name="文本占位符 2"/>
          <p:cNvSpPr>
            <a:spLocks noGrp="1"/>
          </p:cNvSpPr>
          <p:nvPr>
            <p:ph type="body" idx="36" hasCustomPrompt="1"/>
          </p:nvPr>
        </p:nvSpPr>
        <p:spPr>
          <a:xfrm>
            <a:off x="398339" y="1131590"/>
            <a:ext cx="4965749" cy="288032"/>
          </a:xfrm>
          <a:prstGeom prst="rect">
            <a:avLst/>
          </a:prstGeom>
        </p:spPr>
        <p:txBody>
          <a:bodyPr anchor="b">
            <a:normAutofit/>
          </a:bodyPr>
          <a:lstStyle>
            <a:lvl1pPr marL="0" indent="0">
              <a:buNone/>
              <a:defRPr sz="1300" b="1"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sz="1300" b="1">
                <a:latin typeface="黑体" pitchFamily="49" charset="-122"/>
                <a:ea typeface="黑体" pitchFamily="49" charset="-122"/>
              </a:rPr>
              <a:t>单击此处编辑二级标题：黑体</a:t>
            </a:r>
            <a:r>
              <a:rPr lang="en-US" altLang="zh-CN" sz="1300" b="1">
                <a:latin typeface="黑体" pitchFamily="49" charset="-122"/>
                <a:ea typeface="黑体" pitchFamily="49" charset="-122"/>
              </a:rPr>
              <a:t>13pt </a:t>
            </a:r>
            <a:r>
              <a:rPr lang="zh-CN" altLang="en-US" sz="1300" b="1">
                <a:latin typeface="黑体" pitchFamily="49" charset="-122"/>
                <a:ea typeface="黑体" pitchFamily="49" charset="-122"/>
              </a:rPr>
              <a:t>字体加粗</a:t>
            </a:r>
            <a:endParaRPr lang="en-US" altLang="zh-CN" sz="1300" b="1" dirty="0">
              <a:latin typeface="黑体" pitchFamily="49" charset="-122"/>
              <a:ea typeface="黑体" pitchFamily="49" charset="-122"/>
            </a:endParaRPr>
          </a:p>
        </p:txBody>
      </p:sp>
      <p:sp>
        <p:nvSpPr>
          <p:cNvPr id="10" name="文本占位符 87"/>
          <p:cNvSpPr>
            <a:spLocks noGrp="1"/>
          </p:cNvSpPr>
          <p:nvPr>
            <p:ph type="body" sz="quarter" idx="37" hasCustomPrompt="1"/>
          </p:nvPr>
        </p:nvSpPr>
        <p:spPr>
          <a:xfrm>
            <a:off x="395288" y="123478"/>
            <a:ext cx="6192837" cy="431800"/>
          </a:xfrm>
          <a:prstGeom prst="rect">
            <a:avLst/>
          </a:prstGeom>
        </p:spPr>
        <p:txBody>
          <a:bodyPr>
            <a:noAutofit/>
          </a:bodyPr>
          <a:lstStyle>
            <a:lvl1pPr marL="0" indent="0">
              <a:buNone/>
              <a:defRPr sz="2800">
                <a:solidFill>
                  <a:srgbClr val="2E5C9E"/>
                </a:solidFill>
                <a:latin typeface="微软雅黑" panose="020B0503020204020204" pitchFamily="34" charset="-122"/>
                <a:ea typeface="微软雅黑" panose="020B0503020204020204" pitchFamily="34" charset="-122"/>
              </a:defRPr>
            </a:lvl1pPr>
          </a:lstStyle>
          <a:p>
            <a:r>
              <a:rPr lang="zh-CN" altLang="en-US">
                <a:latin typeface="黑体" pitchFamily="49" charset="-122"/>
                <a:ea typeface="黑体" pitchFamily="49" charset="-122"/>
              </a:rPr>
              <a:t>单击添加标题（黑体</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16" name="内容占位符 10"/>
          <p:cNvSpPr>
            <a:spLocks noGrp="1"/>
          </p:cNvSpPr>
          <p:nvPr>
            <p:ph sz="quarter" idx="41" hasCustomPrompt="1"/>
          </p:nvPr>
        </p:nvSpPr>
        <p:spPr>
          <a:xfrm>
            <a:off x="395289" y="3338066"/>
            <a:ext cx="4968799" cy="1609948"/>
          </a:xfrm>
          <a:prstGeom prst="rect">
            <a:avLst/>
          </a:prstGeom>
        </p:spPr>
        <p:txBody>
          <a:bodyPr>
            <a:normAutofit/>
          </a:bodyPr>
          <a:lstStyle>
            <a:lvl1pPr marL="0" indent="0">
              <a:lnSpc>
                <a:spcPts val="2000"/>
              </a:lnSpc>
              <a:spcBef>
                <a:spcPts val="0"/>
              </a:spcBef>
              <a:spcAft>
                <a:spcPts val="500"/>
              </a:spcAft>
              <a:buNone/>
              <a:defRPr sz="1300">
                <a:solidFill>
                  <a:srgbClr val="656464"/>
                </a:solidFill>
              </a:defRPr>
            </a:lvl1pPr>
            <a:lvl2pPr>
              <a:defRPr sz="1300">
                <a:solidFill>
                  <a:srgbClr val="656464"/>
                </a:solidFill>
              </a:defRPr>
            </a:lvl2pPr>
            <a:lvl3pPr>
              <a:defRPr sz="1300">
                <a:solidFill>
                  <a:srgbClr val="656464"/>
                </a:solidFill>
              </a:defRPr>
            </a:lvl3pPr>
            <a:lvl4pPr>
              <a:defRPr sz="1300">
                <a:solidFill>
                  <a:srgbClr val="656464"/>
                </a:solidFill>
              </a:defRPr>
            </a:lvl4pPr>
            <a:lvl5pPr>
              <a:defRPr sz="1300">
                <a:solidFill>
                  <a:srgbClr val="656464"/>
                </a:solidFill>
              </a:defRPr>
            </a:lvl5pPr>
          </a:lstStyle>
          <a:p>
            <a:r>
              <a:rPr lang="en-US" altLang="zh-CN">
                <a:latin typeface="Georgia" pitchFamily="18" charset="0"/>
                <a:ea typeface="微软雅黑" panose="020B0503020204020204" pitchFamily="34" charset="-122"/>
                <a:cs typeface="Arial" pitchFamily="34" charset="0"/>
              </a:rPr>
              <a:t>Text: Click here to edit English font Georgia 13pt 75% Gray Left Justified Line spacing Design value 20 pts Before: 0 pt After: 5 pt Left Justified</a:t>
            </a:r>
            <a:endParaRPr lang="zh-CN" altLang="en-US" dirty="0">
              <a:latin typeface="Georgia" pitchFamily="18" charset="0"/>
              <a:ea typeface="微软雅黑" panose="020B0503020204020204" pitchFamily="34" charset="-122"/>
              <a:cs typeface="Arial" pitchFamily="34" charset="0"/>
            </a:endParaRPr>
          </a:p>
        </p:txBody>
      </p:sp>
      <p:sp>
        <p:nvSpPr>
          <p:cNvPr id="17" name="文本占位符 2"/>
          <p:cNvSpPr>
            <a:spLocks noGrp="1"/>
          </p:cNvSpPr>
          <p:nvPr>
            <p:ph type="body" idx="42" hasCustomPrompt="1"/>
          </p:nvPr>
        </p:nvSpPr>
        <p:spPr>
          <a:xfrm>
            <a:off x="398338" y="3068998"/>
            <a:ext cx="4965750" cy="294840"/>
          </a:xfrm>
          <a:prstGeom prst="rect">
            <a:avLst/>
          </a:prstGeom>
        </p:spPr>
        <p:txBody>
          <a:bodyPr anchor="b">
            <a:normAutofit/>
          </a:bodyPr>
          <a:lstStyle>
            <a:lvl1pPr marL="0" indent="0">
              <a:buNone/>
              <a:defRPr sz="1300" b="1"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b="1">
                <a:latin typeface="Georgia" pitchFamily="18" charset="0"/>
                <a:ea typeface="微软雅黑" panose="020B0503020204020204" pitchFamily="34" charset="-122"/>
                <a:cs typeface="Arial" pitchFamily="34" charset="0"/>
              </a:rPr>
              <a:t>Click here to edit the subheading: Georgia 13pt Bold font</a:t>
            </a:r>
            <a:endParaRPr lang="en-US" altLang="zh-CN" b="1" dirty="0">
              <a:latin typeface="Georgia" pitchFamily="18" charset="0"/>
              <a:ea typeface="微软雅黑" panose="020B0503020204020204" pitchFamily="34" charset="-122"/>
              <a:cs typeface="Arial" pitchFamily="34" charset="0"/>
            </a:endParaRPr>
          </a:p>
        </p:txBody>
      </p:sp>
      <p:pic>
        <p:nvPicPr>
          <p:cNvPr id="18" name="图片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9"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
        <p:nvSpPr>
          <p:cNvPr id="12" name="文本占位符 2"/>
          <p:cNvSpPr>
            <a:spLocks noGrp="1"/>
          </p:cNvSpPr>
          <p:nvPr>
            <p:ph type="body" idx="43"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latin typeface="Georgia" pitchFamily="18" charset="0"/>
                <a:ea typeface="微软雅黑" panose="020B0503020204020204" pitchFamily="34" charset="-122"/>
                <a:cs typeface="Arial" pitchFamily="34" charset="0"/>
              </a:rPr>
              <a:t>Add the English title here（ Fonts Georgia 18pt）</a:t>
            </a:r>
            <a:endParaRPr lang="en-US" altLang="zh-CN" dirty="0"/>
          </a:p>
        </p:txBody>
      </p:sp>
    </p:spTree>
    <p:extLst>
      <p:ext uri="{BB962C8B-B14F-4D97-AF65-F5344CB8AC3E}">
        <p14:creationId xmlns:p14="http://schemas.microsoft.com/office/powerpoint/2010/main" val="1176723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文字与图表竖版">
    <p:spTree>
      <p:nvGrpSpPr>
        <p:cNvPr id="1" name=""/>
        <p:cNvGrpSpPr/>
        <p:nvPr/>
      </p:nvGrpSpPr>
      <p:grpSpPr>
        <a:xfrm>
          <a:off x="0" y="0"/>
          <a:ext cx="0" cy="0"/>
          <a:chOff x="0" y="0"/>
          <a:chExt cx="0" cy="0"/>
        </a:xfrm>
      </p:grpSpPr>
      <p:sp>
        <p:nvSpPr>
          <p:cNvPr id="11" name="文本占位符 87"/>
          <p:cNvSpPr>
            <a:spLocks noGrp="1"/>
          </p:cNvSpPr>
          <p:nvPr>
            <p:ph type="body" sz="quarter" idx="37" hasCustomPrompt="1"/>
          </p:nvPr>
        </p:nvSpPr>
        <p:spPr>
          <a:xfrm>
            <a:off x="395288" y="123478"/>
            <a:ext cx="6192837" cy="431800"/>
          </a:xfrm>
          <a:prstGeom prst="rect">
            <a:avLst/>
          </a:prstGeom>
        </p:spPr>
        <p:txBody>
          <a:bodyPr>
            <a:noAutofit/>
          </a:bodyPr>
          <a:lstStyle>
            <a:lvl1pPr marL="0" indent="0">
              <a:buNone/>
              <a:defRPr sz="2800">
                <a:solidFill>
                  <a:srgbClr val="2E5C9E"/>
                </a:solidFill>
                <a:latin typeface="微软雅黑" panose="020B0503020204020204" pitchFamily="34" charset="-122"/>
                <a:ea typeface="微软雅黑" panose="020B0503020204020204" pitchFamily="34" charset="-122"/>
              </a:defRPr>
            </a:lvl1pPr>
          </a:lstStyle>
          <a:p>
            <a:pPr lvl="0"/>
            <a:r>
              <a:rPr lang="zh-CN" altLang="en-US">
                <a:latin typeface="黑体" pitchFamily="49" charset="-122"/>
                <a:ea typeface="黑体" pitchFamily="49" charset="-122"/>
              </a:rPr>
              <a:t>单击添加标题（字体黑体 </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12" name="文本占位符 2"/>
          <p:cNvSpPr>
            <a:spLocks noGrp="1"/>
          </p:cNvSpPr>
          <p:nvPr>
            <p:ph type="body" idx="36"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latin typeface="Georgia" pitchFamily="18" charset="0"/>
                <a:ea typeface="微软雅黑" panose="020B0503020204020204" pitchFamily="34" charset="-122"/>
                <a:cs typeface="Arial" pitchFamily="34" charset="0"/>
              </a:rPr>
              <a:t>Add the English title here（Fonts Georgia 18pt）</a:t>
            </a:r>
            <a:endParaRPr lang="en-US" altLang="zh-CN" dirty="0">
              <a:latin typeface="Georgia" pitchFamily="18" charset="0"/>
              <a:ea typeface="微软雅黑" panose="020B0503020204020204" pitchFamily="34" charset="-122"/>
              <a:cs typeface="Arial" pitchFamily="34" charset="0"/>
            </a:endParaRPr>
          </a:p>
        </p:txBody>
      </p:sp>
      <p:sp>
        <p:nvSpPr>
          <p:cNvPr id="13" name="内容占位符 3"/>
          <p:cNvSpPr>
            <a:spLocks noGrp="1"/>
          </p:cNvSpPr>
          <p:nvPr>
            <p:ph sz="half" idx="16" hasCustomPrompt="1"/>
          </p:nvPr>
        </p:nvSpPr>
        <p:spPr>
          <a:xfrm>
            <a:off x="395536" y="1131590"/>
            <a:ext cx="4896544" cy="1872208"/>
          </a:xfrm>
          <a:prstGeom prst="rect">
            <a:avLst/>
          </a:prstGeom>
        </p:spPr>
        <p:txBody>
          <a:bodyPr>
            <a:normAutofit/>
          </a:bodyPr>
          <a:lstStyle>
            <a:lvl1pPr marL="0" indent="0">
              <a:lnSpc>
                <a:spcPts val="2000"/>
              </a:lnSpc>
              <a:spcBef>
                <a:spcPts val="0"/>
              </a:spcBef>
              <a:spcAft>
                <a:spcPts val="500"/>
              </a:spcAft>
              <a:buNone/>
              <a:defRPr sz="1300" baseline="0">
                <a:solidFill>
                  <a:srgbClr val="656464"/>
                </a:solidFill>
                <a:latin typeface="+mn-lt"/>
                <a:ea typeface="微软雅黑" panose="020B0503020204020204" pitchFamily="34" charset="-122"/>
              </a:defRPr>
            </a:lvl1pPr>
            <a:lvl2pPr marL="457200" indent="0">
              <a:buNone/>
              <a:defRPr sz="1300" baseline="0">
                <a:solidFill>
                  <a:srgbClr val="656464"/>
                </a:solidFill>
                <a:latin typeface="+mn-lt"/>
                <a:ea typeface="微软雅黑" panose="020B0503020204020204" pitchFamily="34" charset="-122"/>
              </a:defRPr>
            </a:lvl2pPr>
            <a:lvl3pPr marL="914400" indent="0">
              <a:buNone/>
              <a:defRPr sz="1300" baseline="0">
                <a:solidFill>
                  <a:srgbClr val="656464"/>
                </a:solidFill>
                <a:latin typeface="+mn-lt"/>
                <a:ea typeface="微软雅黑" panose="020B0503020204020204" pitchFamily="34" charset="-122"/>
              </a:defRPr>
            </a:lvl3pPr>
            <a:lvl4pPr marL="1371600" indent="0">
              <a:buNone/>
              <a:defRPr sz="1300" baseline="0">
                <a:solidFill>
                  <a:srgbClr val="656464"/>
                </a:solidFill>
                <a:latin typeface="+mn-lt"/>
                <a:ea typeface="微软雅黑" panose="020B0503020204020204" pitchFamily="34" charset="-122"/>
              </a:defRPr>
            </a:lvl4pPr>
            <a:lvl5pPr marL="1828800" indent="0">
              <a:buNone/>
              <a:defRPr sz="1300" baseline="0">
                <a:solidFill>
                  <a:srgbClr val="656464"/>
                </a:solidFill>
                <a:latin typeface="+mn-lt"/>
                <a:ea typeface="微软雅黑" panose="020B0503020204020204" pitchFamily="34" charset="-122"/>
              </a:defRPr>
            </a:lvl5pPr>
            <a:lvl6pPr>
              <a:defRPr sz="1600"/>
            </a:lvl6pPr>
            <a:lvl7pPr>
              <a:defRPr sz="1600"/>
            </a:lvl7pPr>
            <a:lvl8pPr>
              <a:defRPr sz="1600"/>
            </a:lvl8pPr>
            <a:lvl9pPr>
              <a:defRPr sz="1600"/>
            </a:lvl9pPr>
          </a:lstStyle>
          <a:p>
            <a:pPr lvl="0"/>
            <a:r>
              <a:rPr lang="zh-CN" altLang="en-US">
                <a:latin typeface="微软雅黑 Light" pitchFamily="34" charset="-122"/>
                <a:ea typeface="微软雅黑 Light" pitchFamily="34" charset="-122"/>
              </a:rPr>
              <a:t>正文：单击此处编辑中文字体微软雅黑</a:t>
            </a:r>
            <a:r>
              <a:rPr lang="en-US" altLang="zh-CN">
                <a:latin typeface="微软雅黑 Light" pitchFamily="34" charset="-122"/>
                <a:ea typeface="微软雅黑 Light" pitchFamily="34" charset="-122"/>
              </a:rPr>
              <a:t>Light</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 左对齐  正文字体：微软雅黑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 行距设计值</a:t>
            </a:r>
            <a:r>
              <a:rPr lang="en-US" altLang="zh-CN">
                <a:latin typeface="微软雅黑 Light" pitchFamily="34" charset="-122"/>
                <a:ea typeface="微软雅黑 Light" pitchFamily="34" charset="-122"/>
              </a:rPr>
              <a:t>20</a:t>
            </a:r>
            <a:r>
              <a:rPr lang="zh-CN" altLang="en-US">
                <a:latin typeface="微软雅黑 Light" pitchFamily="34" charset="-122"/>
                <a:ea typeface="微软雅黑 Light" pitchFamily="34" charset="-122"/>
              </a:rPr>
              <a:t>磅 段前：</a:t>
            </a:r>
            <a:r>
              <a:rPr lang="en-US" altLang="zh-CN">
                <a:latin typeface="微软雅黑 Light" pitchFamily="34" charset="-122"/>
                <a:ea typeface="微软雅黑 Light" pitchFamily="34" charset="-122"/>
              </a:rPr>
              <a:t>0</a:t>
            </a:r>
            <a:r>
              <a:rPr lang="zh-CN" altLang="en-US">
                <a:latin typeface="微软雅黑 Light" pitchFamily="34" charset="-122"/>
                <a:ea typeface="微软雅黑 Light" pitchFamily="34" charset="-122"/>
              </a:rPr>
              <a:t>磅 段后：</a:t>
            </a:r>
            <a:r>
              <a:rPr lang="en-US" altLang="zh-CN">
                <a:latin typeface="微软雅黑 Light" pitchFamily="34" charset="-122"/>
                <a:ea typeface="微软雅黑 Light" pitchFamily="34" charset="-122"/>
              </a:rPr>
              <a:t>5</a:t>
            </a:r>
            <a:r>
              <a:rPr lang="zh-CN" altLang="en-US">
                <a:latin typeface="微软雅黑 Light" pitchFamily="34" charset="-122"/>
                <a:ea typeface="微软雅黑 Light" pitchFamily="34" charset="-122"/>
              </a:rPr>
              <a:t>磅 左对齐</a:t>
            </a:r>
            <a:endParaRPr lang="zh-CN" altLang="en-US" dirty="0">
              <a:latin typeface="微软雅黑 Light" pitchFamily="34" charset="-122"/>
              <a:ea typeface="微软雅黑 Light" pitchFamily="34" charset="-122"/>
            </a:endParaRPr>
          </a:p>
        </p:txBody>
      </p:sp>
      <p:sp>
        <p:nvSpPr>
          <p:cNvPr id="5" name="内容占位符 3"/>
          <p:cNvSpPr>
            <a:spLocks noGrp="1"/>
          </p:cNvSpPr>
          <p:nvPr>
            <p:ph sz="half" idx="38" hasCustomPrompt="1"/>
          </p:nvPr>
        </p:nvSpPr>
        <p:spPr>
          <a:xfrm>
            <a:off x="395536" y="3067070"/>
            <a:ext cx="4896544" cy="1952952"/>
          </a:xfrm>
          <a:prstGeom prst="rect">
            <a:avLst/>
          </a:prstGeom>
        </p:spPr>
        <p:txBody>
          <a:bodyPr>
            <a:normAutofit/>
          </a:bodyPr>
          <a:lstStyle>
            <a:lvl1pPr marL="0" indent="0">
              <a:lnSpc>
                <a:spcPts val="2000"/>
              </a:lnSpc>
              <a:spcBef>
                <a:spcPts val="0"/>
              </a:spcBef>
              <a:spcAft>
                <a:spcPts val="500"/>
              </a:spcAft>
              <a:buNone/>
              <a:defRPr sz="1300" baseline="0">
                <a:solidFill>
                  <a:srgbClr val="656464"/>
                </a:solidFill>
                <a:latin typeface="+mn-lt"/>
                <a:ea typeface="微软雅黑" panose="020B0503020204020204" pitchFamily="34" charset="-122"/>
              </a:defRPr>
            </a:lvl1pPr>
            <a:lvl2pPr marL="457200" indent="0">
              <a:buNone/>
              <a:defRPr sz="1300" baseline="0">
                <a:solidFill>
                  <a:srgbClr val="656464"/>
                </a:solidFill>
                <a:latin typeface="+mn-lt"/>
                <a:ea typeface="微软雅黑" panose="020B0503020204020204" pitchFamily="34" charset="-122"/>
              </a:defRPr>
            </a:lvl2pPr>
            <a:lvl3pPr marL="914400" indent="0">
              <a:buNone/>
              <a:defRPr sz="1300" baseline="0">
                <a:solidFill>
                  <a:srgbClr val="656464"/>
                </a:solidFill>
                <a:latin typeface="+mn-lt"/>
                <a:ea typeface="微软雅黑" panose="020B0503020204020204" pitchFamily="34" charset="-122"/>
              </a:defRPr>
            </a:lvl3pPr>
            <a:lvl4pPr marL="1371600" indent="0">
              <a:buNone/>
              <a:defRPr sz="1300" baseline="0">
                <a:solidFill>
                  <a:srgbClr val="656464"/>
                </a:solidFill>
                <a:latin typeface="+mn-lt"/>
                <a:ea typeface="微软雅黑" panose="020B0503020204020204" pitchFamily="34" charset="-122"/>
              </a:defRPr>
            </a:lvl4pPr>
            <a:lvl5pPr marL="1828800" indent="0">
              <a:buNone/>
              <a:defRPr sz="1300" baseline="0">
                <a:solidFill>
                  <a:srgbClr val="656464"/>
                </a:solidFill>
                <a:latin typeface="+mn-lt"/>
                <a:ea typeface="微软雅黑" panose="020B0503020204020204" pitchFamily="34" charset="-122"/>
              </a:defRPr>
            </a:lvl5pPr>
            <a:lvl6pPr>
              <a:defRPr sz="1600"/>
            </a:lvl6pPr>
            <a:lvl7pPr>
              <a:defRPr sz="1600"/>
            </a:lvl7pPr>
            <a:lvl8pPr>
              <a:defRPr sz="1600"/>
            </a:lvl8pPr>
            <a:lvl9pPr>
              <a:defRPr sz="1600"/>
            </a:lvl9pPr>
          </a:lstStyle>
          <a:p>
            <a:pPr lvl="0"/>
            <a:r>
              <a:rPr lang="en-US" altLang="zh-CN">
                <a:latin typeface="Georgia" pitchFamily="18" charset="0"/>
                <a:cs typeface="Arial" pitchFamily="34" charset="0"/>
              </a:rPr>
              <a:t>Text: Georgia 13pt 75% Gray Ahead 13pt 75% Gray Left Alignment Body Font: Georgia 13pt 75% Gray Line Spacing Design Value 20 pts Before: 0 pound After: 5 pt Left Justified</a:t>
            </a:r>
            <a:endParaRPr lang="zh-CN" altLang="en-US" dirty="0">
              <a:latin typeface="Georgia" pitchFamily="18" charset="0"/>
              <a:cs typeface="Arial" pitchFamily="34" charset="0"/>
            </a:endParaRPr>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8" name="文本占位符 62"/>
          <p:cNvSpPr>
            <a:spLocks noGrp="1"/>
          </p:cNvSpPr>
          <p:nvPr>
            <p:ph type="body" sz="quarter" idx="35" hasCustomPrompt="1"/>
          </p:nvPr>
        </p:nvSpPr>
        <p:spPr>
          <a:xfrm>
            <a:off x="5364088" y="1131590"/>
            <a:ext cx="3528392" cy="3888432"/>
          </a:xfrm>
          <a:prstGeom prst="rect">
            <a:avLst/>
          </a:prstGeom>
        </p:spPr>
        <p:txBody>
          <a:bodyPr anchor="ctr">
            <a:normAutofit/>
          </a:bodyPr>
          <a:lstStyle>
            <a:lvl1pPr marL="0" indent="0" algn="ctr">
              <a:lnSpc>
                <a:spcPts val="3000"/>
              </a:lnSpc>
              <a:spcBef>
                <a:spcPts val="0"/>
              </a:spcBef>
              <a:spcAft>
                <a:spcPts val="500"/>
              </a:spcAft>
              <a:buNone/>
              <a:defRPr sz="1800">
                <a:solidFill>
                  <a:srgbClr val="B1B1B1"/>
                </a:solidFill>
                <a:latin typeface="微软雅黑 Light" pitchFamily="34" charset="-122"/>
                <a:ea typeface="微软雅黑 Light" pitchFamily="34" charset="-122"/>
              </a:defRPr>
            </a:lvl1pPr>
            <a:lvl2pPr>
              <a:defRPr sz="1800"/>
            </a:lvl2pPr>
            <a:lvl3pPr>
              <a:defRPr sz="1800"/>
            </a:lvl3pPr>
            <a:lvl4pPr>
              <a:defRPr sz="1800"/>
            </a:lvl4pPr>
            <a:lvl5pPr>
              <a:defRPr sz="1800"/>
            </a:lvl5pPr>
          </a:lstStyle>
          <a:p>
            <a:pPr lvl="0"/>
            <a:r>
              <a:rPr lang="zh-CN" altLang="en-US" dirty="0"/>
              <a:t>此处插入图表根据具体情况而定</a:t>
            </a:r>
          </a:p>
        </p:txBody>
      </p:sp>
      <p:pic>
        <p:nvPicPr>
          <p:cNvPr id="9"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677449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文字与图表横版">
    <p:spTree>
      <p:nvGrpSpPr>
        <p:cNvPr id="1" name=""/>
        <p:cNvGrpSpPr/>
        <p:nvPr/>
      </p:nvGrpSpPr>
      <p:grpSpPr>
        <a:xfrm>
          <a:off x="0" y="0"/>
          <a:ext cx="0" cy="0"/>
          <a:chOff x="0" y="0"/>
          <a:chExt cx="0" cy="0"/>
        </a:xfrm>
      </p:grpSpPr>
      <p:sp>
        <p:nvSpPr>
          <p:cNvPr id="15" name="文本占位符 52"/>
          <p:cNvSpPr>
            <a:spLocks noGrp="1"/>
          </p:cNvSpPr>
          <p:nvPr>
            <p:ph type="body" sz="quarter" idx="27" hasCustomPrompt="1"/>
          </p:nvPr>
        </p:nvSpPr>
        <p:spPr>
          <a:xfrm>
            <a:off x="395288" y="2787774"/>
            <a:ext cx="3960688" cy="247650"/>
          </a:xfrm>
          <a:prstGeom prst="rect">
            <a:avLst/>
          </a:prstGeom>
        </p:spPr>
        <p:txBody>
          <a:bodyPr>
            <a:noAutofit/>
          </a:bodyPr>
          <a:lstStyle>
            <a:lvl1pPr marL="0" indent="0">
              <a:buNone/>
              <a:defRPr sz="1300" b="1" baseline="0">
                <a:solidFill>
                  <a:srgbClr val="ED1A3B"/>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zh-CN" altLang="en-US">
                <a:latin typeface="黑体" pitchFamily="49" charset="-122"/>
                <a:ea typeface="黑体" pitchFamily="49" charset="-122"/>
              </a:rPr>
              <a:t>此处编辑中文标题：黑体 </a:t>
            </a:r>
            <a:r>
              <a:rPr lang="en-US" altLang="zh-CN">
                <a:latin typeface="黑体" pitchFamily="49" charset="-122"/>
                <a:ea typeface="黑体" pitchFamily="49" charset="-122"/>
              </a:rPr>
              <a:t>13pt </a:t>
            </a:r>
            <a:r>
              <a:rPr lang="zh-CN" altLang="en-US">
                <a:latin typeface="黑体" pitchFamily="49" charset="-122"/>
                <a:ea typeface="黑体" pitchFamily="49" charset="-122"/>
              </a:rPr>
              <a:t>标准红 加粗</a:t>
            </a:r>
            <a:endParaRPr lang="zh-CN" altLang="en-US" dirty="0">
              <a:latin typeface="黑体" pitchFamily="49" charset="-122"/>
              <a:ea typeface="黑体" pitchFamily="49" charset="-122"/>
            </a:endParaRPr>
          </a:p>
        </p:txBody>
      </p:sp>
      <p:sp>
        <p:nvSpPr>
          <p:cNvPr id="16" name="文本占位符 54"/>
          <p:cNvSpPr>
            <a:spLocks noGrp="1"/>
          </p:cNvSpPr>
          <p:nvPr>
            <p:ph type="body" sz="quarter" idx="28" hasCustomPrompt="1"/>
          </p:nvPr>
        </p:nvSpPr>
        <p:spPr>
          <a:xfrm>
            <a:off x="395288" y="3035424"/>
            <a:ext cx="3960688" cy="1984598"/>
          </a:xfrm>
          <a:prstGeom prst="rect">
            <a:avLst/>
          </a:prstGeom>
        </p:spPr>
        <p:txBody>
          <a:bodyPr>
            <a:noAutofit/>
          </a:bodyPr>
          <a:lstStyle>
            <a:lvl1pPr marL="0" indent="0">
              <a:buNone/>
              <a:defRPr sz="1300" b="0" baseline="0">
                <a:solidFill>
                  <a:srgbClr val="656464"/>
                </a:solidFill>
              </a:defRPr>
            </a:lvl1pPr>
            <a:lvl2pPr>
              <a:defRPr sz="1300"/>
            </a:lvl2pPr>
            <a:lvl3pPr>
              <a:defRPr sz="1300"/>
            </a:lvl3pPr>
            <a:lvl4pPr>
              <a:defRPr sz="1300"/>
            </a:lvl4pPr>
            <a:lvl5pPr>
              <a:defRPr sz="1300"/>
            </a:lvl5pPr>
          </a:lstStyle>
          <a:p>
            <a:r>
              <a:rPr lang="zh-CN" altLang="en-US">
                <a:latin typeface="微软雅黑 Light" pitchFamily="34" charset="-122"/>
                <a:ea typeface="微软雅黑 Light" pitchFamily="34" charset="-122"/>
              </a:rPr>
              <a:t>此处编辑正文：微软雅黑</a:t>
            </a:r>
            <a:r>
              <a:rPr lang="en-US" altLang="zh-CN">
                <a:latin typeface="微软雅黑 Light" pitchFamily="34" charset="-122"/>
                <a:ea typeface="微软雅黑 Light" pitchFamily="34" charset="-122"/>
              </a:rPr>
              <a:t>Light</a:t>
            </a:r>
            <a:r>
              <a:rPr lang="zh-CN" altLang="en-US">
                <a:latin typeface="微软雅黑 Light" pitchFamily="34" charset="-122"/>
                <a:ea typeface="微软雅黑 Light" pitchFamily="34" charset="-122"/>
              </a:rPr>
              <a:t> </a:t>
            </a:r>
            <a:r>
              <a:rPr lang="en-US" altLang="zh-CN">
                <a:latin typeface="微软雅黑 Light" pitchFamily="34" charset="-122"/>
                <a:ea typeface="微软雅黑 Light" pitchFamily="34" charset="-122"/>
              </a:rPr>
              <a:t>13pt 75%</a:t>
            </a:r>
            <a:r>
              <a:rPr lang="zh-CN" altLang="en-US">
                <a:latin typeface="微软雅黑 Light" pitchFamily="34" charset="-122"/>
                <a:ea typeface="微软雅黑 Light" pitchFamily="34" charset="-122"/>
              </a:rPr>
              <a:t>灰色</a:t>
            </a:r>
            <a:endParaRPr lang="zh-CN" altLang="en-US" dirty="0">
              <a:latin typeface="微软雅黑 Light" pitchFamily="34" charset="-122"/>
              <a:ea typeface="微软雅黑 Light" pitchFamily="34" charset="-122"/>
            </a:endParaRPr>
          </a:p>
        </p:txBody>
      </p:sp>
      <p:sp>
        <p:nvSpPr>
          <p:cNvPr id="18" name="文本占位符 54"/>
          <p:cNvSpPr>
            <a:spLocks noGrp="1"/>
          </p:cNvSpPr>
          <p:nvPr>
            <p:ph type="body" sz="quarter" idx="39" hasCustomPrompt="1"/>
          </p:nvPr>
        </p:nvSpPr>
        <p:spPr>
          <a:xfrm>
            <a:off x="4715768" y="3035424"/>
            <a:ext cx="3960688" cy="1984598"/>
          </a:xfrm>
          <a:prstGeom prst="rect">
            <a:avLst/>
          </a:prstGeom>
        </p:spPr>
        <p:txBody>
          <a:bodyPr>
            <a:noAutofit/>
          </a:bodyPr>
          <a:lstStyle>
            <a:lvl1pPr marL="0" indent="0">
              <a:buNone/>
              <a:defRPr sz="1300" b="0" baseline="0">
                <a:solidFill>
                  <a:srgbClr val="656464"/>
                </a:solidFill>
              </a:defRPr>
            </a:lvl1pPr>
            <a:lvl2pPr>
              <a:defRPr sz="1300"/>
            </a:lvl2pPr>
            <a:lvl3pPr>
              <a:defRPr sz="1300"/>
            </a:lvl3pPr>
            <a:lvl4pPr>
              <a:defRPr sz="1300"/>
            </a:lvl4pPr>
            <a:lvl5pPr>
              <a:defRPr sz="1300"/>
            </a:lvl5pPr>
          </a:lstStyle>
          <a:p>
            <a:r>
              <a:rPr lang="en-US" altLang="zh-CN">
                <a:latin typeface="Georgia" pitchFamily="18" charset="0"/>
                <a:ea typeface="微软雅黑" panose="020B0503020204020204" pitchFamily="34" charset="-122"/>
                <a:cs typeface="Arial" pitchFamily="34" charset="0"/>
              </a:rPr>
              <a:t>Edit the text here: Georgia 13pt 75% gray</a:t>
            </a:r>
            <a:endParaRPr lang="zh-CN" altLang="en-US" dirty="0">
              <a:latin typeface="Georgia" pitchFamily="18" charset="0"/>
              <a:ea typeface="微软雅黑" panose="020B0503020204020204" pitchFamily="34" charset="-122"/>
              <a:cs typeface="Arial" pitchFamily="34" charset="0"/>
            </a:endParaRPr>
          </a:p>
        </p:txBody>
      </p:sp>
      <p:sp>
        <p:nvSpPr>
          <p:cNvPr id="9" name="文本占位符 52"/>
          <p:cNvSpPr>
            <a:spLocks noGrp="1"/>
          </p:cNvSpPr>
          <p:nvPr>
            <p:ph type="body" sz="quarter" idx="40" hasCustomPrompt="1"/>
          </p:nvPr>
        </p:nvSpPr>
        <p:spPr>
          <a:xfrm>
            <a:off x="4715768" y="2787774"/>
            <a:ext cx="3960688" cy="247650"/>
          </a:xfrm>
          <a:prstGeom prst="rect">
            <a:avLst/>
          </a:prstGeom>
        </p:spPr>
        <p:txBody>
          <a:bodyPr>
            <a:noAutofit/>
          </a:bodyPr>
          <a:lstStyle>
            <a:lvl1pPr marL="0" indent="0">
              <a:buNone/>
              <a:defRPr sz="1300" b="1" baseline="0">
                <a:solidFill>
                  <a:srgbClr val="ED1A3B"/>
                </a:solidFill>
                <a:latin typeface="微软雅黑" panose="020B0503020204020204" pitchFamily="34" charset="-122"/>
                <a:ea typeface="微软雅黑" panose="020B0503020204020204" pitchFamily="34" charset="-122"/>
              </a:defRPr>
            </a:lvl1pPr>
            <a:lvl2pPr>
              <a:defRPr sz="1300"/>
            </a:lvl2pPr>
            <a:lvl3pPr>
              <a:defRPr sz="1300"/>
            </a:lvl3pPr>
            <a:lvl4pPr>
              <a:defRPr sz="1300"/>
            </a:lvl4pPr>
            <a:lvl5pPr>
              <a:defRPr sz="1300"/>
            </a:lvl5pPr>
          </a:lstStyle>
          <a:p>
            <a:r>
              <a:rPr lang="nn-NO" altLang="zh-CN">
                <a:latin typeface="Georgia" pitchFamily="18" charset="0"/>
                <a:cs typeface="Arial" pitchFamily="34" charset="0"/>
              </a:rPr>
              <a:t>Georgia 13pt standard red bold</a:t>
            </a:r>
            <a:endParaRPr lang="zh-CN" altLang="en-US" dirty="0">
              <a:latin typeface="Georgia" pitchFamily="18" charset="0"/>
              <a:cs typeface="Arial" pitchFamily="34" charset="0"/>
            </a:endParaRPr>
          </a:p>
        </p:txBody>
      </p:sp>
      <p:sp>
        <p:nvSpPr>
          <p:cNvPr id="10" name="文本占位符 87"/>
          <p:cNvSpPr>
            <a:spLocks noGrp="1"/>
          </p:cNvSpPr>
          <p:nvPr>
            <p:ph type="body" sz="quarter" idx="37" hasCustomPrompt="1"/>
          </p:nvPr>
        </p:nvSpPr>
        <p:spPr>
          <a:xfrm>
            <a:off x="395288" y="123478"/>
            <a:ext cx="6192837" cy="431800"/>
          </a:xfrm>
          <a:prstGeom prst="rect">
            <a:avLst/>
          </a:prstGeom>
        </p:spPr>
        <p:txBody>
          <a:bodyPr>
            <a:noAutofit/>
          </a:bodyPr>
          <a:lstStyle>
            <a:lvl1pPr marL="0" indent="0">
              <a:buNone/>
              <a:defRPr sz="2800">
                <a:solidFill>
                  <a:srgbClr val="2E5C9E"/>
                </a:solidFill>
                <a:latin typeface="微软雅黑" panose="020B0503020204020204" pitchFamily="34" charset="-122"/>
                <a:ea typeface="微软雅黑" panose="020B0503020204020204" pitchFamily="34" charset="-122"/>
              </a:defRPr>
            </a:lvl1pPr>
          </a:lstStyle>
          <a:p>
            <a:r>
              <a:rPr lang="zh-CN" altLang="en-US">
                <a:latin typeface="黑体" pitchFamily="49" charset="-122"/>
                <a:ea typeface="黑体" pitchFamily="49" charset="-122"/>
              </a:rPr>
              <a:t>单击添加标题（字体黑体 </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11" name="文本占位符 2"/>
          <p:cNvSpPr>
            <a:spLocks noGrp="1"/>
          </p:cNvSpPr>
          <p:nvPr>
            <p:ph type="body" idx="36"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a:latin typeface="Georgia" pitchFamily="18" charset="0"/>
                <a:ea typeface="微软雅黑" panose="020B0503020204020204" pitchFamily="34" charset="-122"/>
                <a:cs typeface="Arial" pitchFamily="34" charset="0"/>
              </a:rPr>
              <a:t>Add the English title here（Fonts Georgia 18pt）</a:t>
            </a:r>
            <a:endParaRPr lang="en-US" altLang="zh-CN" dirty="0">
              <a:latin typeface="Georgia" pitchFamily="18" charset="0"/>
              <a:ea typeface="微软雅黑" panose="020B0503020204020204" pitchFamily="34" charset="-122"/>
              <a:cs typeface="Arial" pitchFamily="34" charset="0"/>
            </a:endParaRPr>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13" name="文本占位符 62"/>
          <p:cNvSpPr>
            <a:spLocks noGrp="1"/>
          </p:cNvSpPr>
          <p:nvPr>
            <p:ph type="body" sz="quarter" idx="35" hasCustomPrompt="1"/>
          </p:nvPr>
        </p:nvSpPr>
        <p:spPr>
          <a:xfrm>
            <a:off x="395288" y="987574"/>
            <a:ext cx="3960688" cy="1656184"/>
          </a:xfrm>
          <a:prstGeom prst="rect">
            <a:avLst/>
          </a:prstGeom>
        </p:spPr>
        <p:txBody>
          <a:bodyPr anchor="ctr">
            <a:normAutofit/>
          </a:bodyPr>
          <a:lstStyle>
            <a:lvl1pPr marL="0" indent="0" algn="ctr">
              <a:lnSpc>
                <a:spcPts val="3000"/>
              </a:lnSpc>
              <a:spcBef>
                <a:spcPts val="0"/>
              </a:spcBef>
              <a:spcAft>
                <a:spcPts val="500"/>
              </a:spcAft>
              <a:buNone/>
              <a:defRPr sz="1800">
                <a:solidFill>
                  <a:srgbClr val="B1B1B1"/>
                </a:solidFill>
                <a:latin typeface="微软雅黑 Light" pitchFamily="34" charset="-122"/>
                <a:ea typeface="微软雅黑 Light" pitchFamily="34" charset="-122"/>
              </a:defRPr>
            </a:lvl1pPr>
            <a:lvl2pPr>
              <a:defRPr sz="1800"/>
            </a:lvl2pPr>
            <a:lvl3pPr>
              <a:defRPr sz="1800"/>
            </a:lvl3pPr>
            <a:lvl4pPr>
              <a:defRPr sz="1800"/>
            </a:lvl4pPr>
            <a:lvl5pPr>
              <a:defRPr sz="1800"/>
            </a:lvl5pPr>
          </a:lstStyle>
          <a:p>
            <a:pPr lvl="0"/>
            <a:r>
              <a:rPr lang="zh-CN" altLang="en-US" dirty="0"/>
              <a:t>此处插入图表根据具体情况而定</a:t>
            </a:r>
          </a:p>
        </p:txBody>
      </p:sp>
      <p:sp>
        <p:nvSpPr>
          <p:cNvPr id="14" name="文本占位符 62"/>
          <p:cNvSpPr>
            <a:spLocks noGrp="1"/>
          </p:cNvSpPr>
          <p:nvPr>
            <p:ph type="body" sz="quarter" idx="41" hasCustomPrompt="1"/>
          </p:nvPr>
        </p:nvSpPr>
        <p:spPr>
          <a:xfrm>
            <a:off x="4715768" y="987574"/>
            <a:ext cx="3960688" cy="1656184"/>
          </a:xfrm>
          <a:prstGeom prst="rect">
            <a:avLst/>
          </a:prstGeom>
        </p:spPr>
        <p:txBody>
          <a:bodyPr anchor="ctr">
            <a:normAutofit/>
          </a:bodyPr>
          <a:lstStyle>
            <a:lvl1pPr marL="0" indent="0" algn="ctr">
              <a:lnSpc>
                <a:spcPts val="3000"/>
              </a:lnSpc>
              <a:spcBef>
                <a:spcPts val="0"/>
              </a:spcBef>
              <a:spcAft>
                <a:spcPts val="500"/>
              </a:spcAft>
              <a:buNone/>
              <a:defRPr sz="1800">
                <a:solidFill>
                  <a:srgbClr val="B1B1B1"/>
                </a:solidFill>
                <a:latin typeface="微软雅黑 Light" pitchFamily="34" charset="-122"/>
                <a:ea typeface="微软雅黑 Light" pitchFamily="34" charset="-122"/>
              </a:defRPr>
            </a:lvl1pPr>
            <a:lvl2pPr>
              <a:defRPr sz="1800"/>
            </a:lvl2pPr>
            <a:lvl3pPr>
              <a:defRPr sz="1800"/>
            </a:lvl3pPr>
            <a:lvl4pPr>
              <a:defRPr sz="1800"/>
            </a:lvl4pPr>
            <a:lvl5pPr>
              <a:defRPr sz="1800"/>
            </a:lvl5pPr>
          </a:lstStyle>
          <a:p>
            <a:pPr lvl="0"/>
            <a:r>
              <a:rPr lang="zh-CN" altLang="en-US" dirty="0"/>
              <a:t>此处插入图表根据具体情况而定</a:t>
            </a:r>
          </a:p>
        </p:txBody>
      </p:sp>
      <p:pic>
        <p:nvPicPr>
          <p:cNvPr id="17"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267414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文字与流程图版式">
    <p:spTree>
      <p:nvGrpSpPr>
        <p:cNvPr id="1" name=""/>
        <p:cNvGrpSpPr/>
        <p:nvPr/>
      </p:nvGrpSpPr>
      <p:grpSpPr>
        <a:xfrm>
          <a:off x="0" y="0"/>
          <a:ext cx="0" cy="0"/>
          <a:chOff x="0" y="0"/>
          <a:chExt cx="0" cy="0"/>
        </a:xfrm>
      </p:grpSpPr>
      <p:sp>
        <p:nvSpPr>
          <p:cNvPr id="9" name="文本占位符 8"/>
          <p:cNvSpPr>
            <a:spLocks noGrp="1"/>
          </p:cNvSpPr>
          <p:nvPr>
            <p:ph type="body" sz="quarter" idx="23" hasCustomPrompt="1"/>
          </p:nvPr>
        </p:nvSpPr>
        <p:spPr>
          <a:xfrm>
            <a:off x="939893" y="1402602"/>
            <a:ext cx="3632106" cy="822938"/>
          </a:xfrm>
          <a:prstGeom prst="rect">
            <a:avLst/>
          </a:prstGeom>
        </p:spPr>
        <p:txBody>
          <a:bodyPr>
            <a:noAutofit/>
          </a:bodyPr>
          <a:lstStyle>
            <a:lvl1pPr marL="0" indent="0">
              <a:buNone/>
              <a:defRPr sz="1300" baseline="0">
                <a:solidFill>
                  <a:srgbClr val="656464"/>
                </a:solidFill>
              </a:defRPr>
            </a:lvl1pPr>
            <a:lvl2pPr>
              <a:defRPr sz="1300"/>
            </a:lvl2pPr>
            <a:lvl3pPr>
              <a:defRPr sz="1300"/>
            </a:lvl3pPr>
            <a:lvl4pPr>
              <a:defRPr sz="1300"/>
            </a:lvl4pPr>
            <a:lvl5pPr>
              <a:defRPr sz="1300"/>
            </a:lvl5pPr>
          </a:lstStyle>
          <a:p>
            <a:r>
              <a:rPr lang="en-US" altLang="zh-CN" dirty="0">
                <a:latin typeface="Georgia" pitchFamily="18" charset="0"/>
                <a:ea typeface="微软雅黑" panose="020B0503020204020204" pitchFamily="34" charset="-122"/>
                <a:cs typeface="Arial" pitchFamily="34" charset="0"/>
              </a:rPr>
              <a:t>English title font Georgia 13pt 75%  Gray</a:t>
            </a:r>
            <a:endParaRPr lang="zh-CN" altLang="en-US" dirty="0">
              <a:latin typeface="Georgia" pitchFamily="18" charset="0"/>
              <a:ea typeface="微软雅黑" panose="020B0503020204020204" pitchFamily="34" charset="-122"/>
              <a:cs typeface="Arial" pitchFamily="34" charset="0"/>
            </a:endParaRPr>
          </a:p>
        </p:txBody>
      </p:sp>
      <p:sp>
        <p:nvSpPr>
          <p:cNvPr id="5" name="内容占位符 4"/>
          <p:cNvSpPr>
            <a:spLocks noGrp="1"/>
          </p:cNvSpPr>
          <p:nvPr>
            <p:ph sz="quarter" idx="22" hasCustomPrompt="1"/>
          </p:nvPr>
        </p:nvSpPr>
        <p:spPr>
          <a:xfrm>
            <a:off x="395536" y="2331162"/>
            <a:ext cx="8401338" cy="1227471"/>
          </a:xfrm>
          <a:prstGeom prst="rect">
            <a:avLst/>
          </a:prstGeom>
        </p:spPr>
        <p:txBody>
          <a:bodyPr numCol="1" anchor="ctr">
            <a:normAutofit/>
          </a:bodyPr>
          <a:lstStyle>
            <a:lvl1pPr marL="0" indent="0" algn="ctr">
              <a:buFont typeface="Arial" panose="020B0604020202020204" pitchFamily="34" charset="0"/>
              <a:buNone/>
              <a:defRPr sz="1800">
                <a:solidFill>
                  <a:srgbClr val="B1B1B1"/>
                </a:solidFill>
                <a:latin typeface="微软雅黑 Light" pitchFamily="34" charset="-122"/>
                <a:ea typeface="微软雅黑 Light" pitchFamily="34" charset="-122"/>
              </a:defRPr>
            </a:lvl1pPr>
          </a:lstStyle>
          <a:p>
            <a:pPr lvl="0"/>
            <a:r>
              <a:rPr lang="zh-CN" altLang="en-US" dirty="0"/>
              <a:t>可在此处添加流程或步骤等图标示意</a:t>
            </a:r>
          </a:p>
        </p:txBody>
      </p:sp>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
        <p:nvSpPr>
          <p:cNvPr id="22" name="内容占位符 3"/>
          <p:cNvSpPr>
            <a:spLocks noGrp="1"/>
          </p:cNvSpPr>
          <p:nvPr>
            <p:ph sz="half" idx="20" hasCustomPrompt="1"/>
          </p:nvPr>
        </p:nvSpPr>
        <p:spPr>
          <a:xfrm>
            <a:off x="939892" y="1114570"/>
            <a:ext cx="3632107" cy="288032"/>
          </a:xfrm>
          <a:prstGeom prst="rect">
            <a:avLst/>
          </a:prstGeom>
        </p:spPr>
        <p:txBody>
          <a:bodyPr>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300" b="0">
                <a:solidFill>
                  <a:srgbClr val="ED1A3B"/>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b="0">
                <a:latin typeface="黑体" pitchFamily="49" charset="-122"/>
                <a:ea typeface="黑体" pitchFamily="49" charset="-122"/>
              </a:rPr>
              <a:t>此处编辑中文字体黑体</a:t>
            </a:r>
            <a:r>
              <a:rPr lang="en-US" altLang="zh-CN" b="0">
                <a:latin typeface="黑体" pitchFamily="49" charset="-122"/>
                <a:ea typeface="黑体" pitchFamily="49" charset="-122"/>
              </a:rPr>
              <a:t>13pt </a:t>
            </a:r>
            <a:r>
              <a:rPr lang="zh-CN" altLang="en-US" b="0">
                <a:latin typeface="黑体" pitchFamily="49" charset="-122"/>
                <a:ea typeface="黑体" pitchFamily="49" charset="-122"/>
              </a:rPr>
              <a:t>标准红</a:t>
            </a:r>
            <a:r>
              <a:rPr lang="en-US" altLang="zh-CN" b="0">
                <a:latin typeface="黑体" pitchFamily="49" charset="-122"/>
                <a:ea typeface="黑体" pitchFamily="49" charset="-122"/>
              </a:rPr>
              <a:t> </a:t>
            </a:r>
            <a:endParaRPr lang="zh-CN" altLang="en-US" b="0" dirty="0">
              <a:latin typeface="黑体" pitchFamily="49" charset="-122"/>
              <a:ea typeface="黑体" pitchFamily="49" charset="-122"/>
            </a:endParaRPr>
          </a:p>
        </p:txBody>
      </p:sp>
      <p:sp>
        <p:nvSpPr>
          <p:cNvPr id="34" name="内容占位符 3"/>
          <p:cNvSpPr>
            <a:spLocks noGrp="1"/>
          </p:cNvSpPr>
          <p:nvPr>
            <p:ph sz="half" idx="24" hasCustomPrompt="1"/>
          </p:nvPr>
        </p:nvSpPr>
        <p:spPr>
          <a:xfrm>
            <a:off x="4848952" y="1114570"/>
            <a:ext cx="3539472" cy="288032"/>
          </a:xfrm>
          <a:prstGeom prst="rect">
            <a:avLst/>
          </a:prstGeom>
        </p:spPr>
        <p:txBody>
          <a:bodyPr>
            <a:no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300" b="0">
                <a:solidFill>
                  <a:srgbClr val="ED1A3B"/>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b="0">
                <a:latin typeface="黑体" pitchFamily="49" charset="-122"/>
                <a:ea typeface="黑体" pitchFamily="49" charset="-122"/>
              </a:rPr>
              <a:t>此处编辑中文字体黑体</a:t>
            </a:r>
            <a:r>
              <a:rPr lang="en-US" altLang="zh-CN" b="0">
                <a:latin typeface="黑体" pitchFamily="49" charset="-122"/>
                <a:ea typeface="黑体" pitchFamily="49" charset="-122"/>
              </a:rPr>
              <a:t>13pt </a:t>
            </a:r>
            <a:r>
              <a:rPr lang="zh-CN" altLang="en-US" b="0">
                <a:latin typeface="黑体" pitchFamily="49" charset="-122"/>
                <a:ea typeface="黑体" pitchFamily="49" charset="-122"/>
              </a:rPr>
              <a:t>标准红</a:t>
            </a:r>
            <a:r>
              <a:rPr lang="en-US" altLang="zh-CN" b="0">
                <a:latin typeface="黑体" pitchFamily="49" charset="-122"/>
                <a:ea typeface="黑体" pitchFamily="49" charset="-122"/>
              </a:rPr>
              <a:t> </a:t>
            </a:r>
            <a:endParaRPr lang="zh-CN" altLang="en-US" b="0" dirty="0">
              <a:latin typeface="黑体" pitchFamily="49" charset="-122"/>
              <a:ea typeface="黑体" pitchFamily="49" charset="-122"/>
            </a:endParaRPr>
          </a:p>
        </p:txBody>
      </p:sp>
      <p:sp>
        <p:nvSpPr>
          <p:cNvPr id="35" name="文本占位符 8"/>
          <p:cNvSpPr>
            <a:spLocks noGrp="1"/>
          </p:cNvSpPr>
          <p:nvPr>
            <p:ph type="body" sz="quarter" idx="25" hasCustomPrompt="1"/>
          </p:nvPr>
        </p:nvSpPr>
        <p:spPr>
          <a:xfrm>
            <a:off x="4848953" y="1402602"/>
            <a:ext cx="3539471" cy="822938"/>
          </a:xfrm>
          <a:prstGeom prst="rect">
            <a:avLst/>
          </a:prstGeom>
        </p:spPr>
        <p:txBody>
          <a:bodyPr>
            <a:noAutofit/>
          </a:bodyPr>
          <a:lstStyle>
            <a:lvl1pPr marL="0" indent="0">
              <a:buNone/>
              <a:defRPr sz="1300" baseline="0">
                <a:solidFill>
                  <a:srgbClr val="656464"/>
                </a:solidFill>
              </a:defRPr>
            </a:lvl1pPr>
            <a:lvl2pPr>
              <a:defRPr sz="1300"/>
            </a:lvl2pPr>
            <a:lvl3pPr>
              <a:defRPr sz="1300"/>
            </a:lvl3pPr>
            <a:lvl4pPr>
              <a:defRPr sz="1300"/>
            </a:lvl4pPr>
            <a:lvl5pPr>
              <a:defRPr sz="1300"/>
            </a:lvl5pPr>
          </a:lstStyle>
          <a:p>
            <a:r>
              <a:rPr lang="en-US" altLang="zh-CN" dirty="0">
                <a:latin typeface="Georgia" pitchFamily="18" charset="0"/>
                <a:ea typeface="微软雅黑" panose="020B0503020204020204" pitchFamily="34" charset="-122"/>
                <a:cs typeface="Arial" pitchFamily="34" charset="0"/>
              </a:rPr>
              <a:t>English title font Georgia 13pt 75%  Gray</a:t>
            </a:r>
            <a:endParaRPr lang="zh-CN" altLang="en-US" dirty="0">
              <a:latin typeface="Georgia" pitchFamily="18" charset="0"/>
              <a:ea typeface="微软雅黑" panose="020B0503020204020204" pitchFamily="34" charset="-122"/>
              <a:cs typeface="Arial" pitchFamily="34" charset="0"/>
            </a:endParaRPr>
          </a:p>
        </p:txBody>
      </p:sp>
      <p:sp>
        <p:nvSpPr>
          <p:cNvPr id="36" name="内容占位符 3"/>
          <p:cNvSpPr>
            <a:spLocks noGrp="1"/>
          </p:cNvSpPr>
          <p:nvPr>
            <p:ph sz="half" idx="26" hasCustomPrompt="1"/>
          </p:nvPr>
        </p:nvSpPr>
        <p:spPr>
          <a:xfrm>
            <a:off x="384457" y="3709543"/>
            <a:ext cx="2603367" cy="230359"/>
          </a:xfrm>
          <a:prstGeom prst="rect">
            <a:avLst/>
          </a:prstGeom>
        </p:spPr>
        <p:txBody>
          <a:bodyPr>
            <a:norm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300" b="0">
                <a:solidFill>
                  <a:srgbClr val="ED1A3B"/>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b="0">
                <a:latin typeface="黑体" pitchFamily="49" charset="-122"/>
                <a:ea typeface="黑体" pitchFamily="49" charset="-122"/>
              </a:rPr>
              <a:t>此处编辑中文字体</a:t>
            </a:r>
            <a:r>
              <a:rPr lang="en-US" altLang="zh-CN" b="0">
                <a:latin typeface="黑体" pitchFamily="49" charset="-122"/>
                <a:ea typeface="黑体" pitchFamily="49" charset="-122"/>
              </a:rPr>
              <a:t>13pt </a:t>
            </a:r>
            <a:r>
              <a:rPr lang="zh-CN" altLang="en-US" b="0">
                <a:latin typeface="黑体" pitchFamily="49" charset="-122"/>
                <a:ea typeface="黑体" pitchFamily="49" charset="-122"/>
              </a:rPr>
              <a:t>标准红</a:t>
            </a:r>
            <a:r>
              <a:rPr lang="en-US" altLang="zh-CN" b="0">
                <a:latin typeface="黑体" pitchFamily="49" charset="-122"/>
                <a:ea typeface="黑体" pitchFamily="49" charset="-122"/>
              </a:rPr>
              <a:t> </a:t>
            </a:r>
            <a:endParaRPr lang="zh-CN" altLang="en-US" b="0" dirty="0">
              <a:latin typeface="黑体" pitchFamily="49" charset="-122"/>
              <a:ea typeface="黑体" pitchFamily="49" charset="-122"/>
            </a:endParaRPr>
          </a:p>
        </p:txBody>
      </p:sp>
      <p:sp>
        <p:nvSpPr>
          <p:cNvPr id="37" name="文本占位符 8"/>
          <p:cNvSpPr>
            <a:spLocks noGrp="1"/>
          </p:cNvSpPr>
          <p:nvPr>
            <p:ph type="body" sz="quarter" idx="27" hasCustomPrompt="1"/>
          </p:nvPr>
        </p:nvSpPr>
        <p:spPr>
          <a:xfrm>
            <a:off x="384457" y="3953732"/>
            <a:ext cx="2603367" cy="994282"/>
          </a:xfrm>
          <a:prstGeom prst="rect">
            <a:avLst/>
          </a:prstGeom>
        </p:spPr>
        <p:txBody>
          <a:bodyPr>
            <a:noAutofit/>
          </a:bodyPr>
          <a:lstStyle>
            <a:lvl1pPr marL="0" indent="0">
              <a:buNone/>
              <a:defRPr sz="1300" baseline="0">
                <a:solidFill>
                  <a:srgbClr val="656464"/>
                </a:solidFill>
              </a:defRPr>
            </a:lvl1pPr>
            <a:lvl2pPr>
              <a:defRPr sz="1300"/>
            </a:lvl2pPr>
            <a:lvl3pPr>
              <a:defRPr sz="1300"/>
            </a:lvl3pPr>
            <a:lvl4pPr>
              <a:defRPr sz="1300"/>
            </a:lvl4pPr>
            <a:lvl5pPr>
              <a:defRPr sz="1300"/>
            </a:lvl5pPr>
          </a:lstStyle>
          <a:p>
            <a:r>
              <a:rPr lang="en-US" altLang="zh-CN" dirty="0">
                <a:latin typeface="Georgia" pitchFamily="18" charset="0"/>
                <a:ea typeface="微软雅黑" panose="020B0503020204020204" pitchFamily="34" charset="-122"/>
                <a:cs typeface="Arial" pitchFamily="34" charset="0"/>
              </a:rPr>
              <a:t>English title font Georgia 13pt 75%  Gray</a:t>
            </a:r>
            <a:endParaRPr lang="zh-CN" altLang="en-US" dirty="0">
              <a:latin typeface="Georgia" pitchFamily="18" charset="0"/>
              <a:ea typeface="微软雅黑" panose="020B0503020204020204" pitchFamily="34" charset="-122"/>
              <a:cs typeface="Arial" pitchFamily="34" charset="0"/>
            </a:endParaRPr>
          </a:p>
        </p:txBody>
      </p:sp>
      <p:sp>
        <p:nvSpPr>
          <p:cNvPr id="42" name="内容占位符 3"/>
          <p:cNvSpPr>
            <a:spLocks noGrp="1"/>
          </p:cNvSpPr>
          <p:nvPr>
            <p:ph sz="half" idx="28" hasCustomPrompt="1"/>
          </p:nvPr>
        </p:nvSpPr>
        <p:spPr>
          <a:xfrm>
            <a:off x="3347864" y="3709543"/>
            <a:ext cx="2533983" cy="230359"/>
          </a:xfrm>
          <a:prstGeom prst="rect">
            <a:avLst/>
          </a:prstGeom>
        </p:spPr>
        <p:txBody>
          <a:bodyPr>
            <a:norm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300" b="0">
                <a:solidFill>
                  <a:srgbClr val="ED1A3B"/>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b="0">
                <a:latin typeface="黑体" pitchFamily="49" charset="-122"/>
                <a:ea typeface="黑体" pitchFamily="49" charset="-122"/>
              </a:rPr>
              <a:t>此处编辑中文字体</a:t>
            </a:r>
            <a:r>
              <a:rPr lang="en-US" altLang="zh-CN" b="0">
                <a:latin typeface="黑体" pitchFamily="49" charset="-122"/>
                <a:ea typeface="黑体" pitchFamily="49" charset="-122"/>
              </a:rPr>
              <a:t>13pt </a:t>
            </a:r>
            <a:r>
              <a:rPr lang="zh-CN" altLang="en-US" b="0">
                <a:latin typeface="黑体" pitchFamily="49" charset="-122"/>
                <a:ea typeface="黑体" pitchFamily="49" charset="-122"/>
              </a:rPr>
              <a:t>标准红</a:t>
            </a:r>
            <a:r>
              <a:rPr lang="en-US" altLang="zh-CN" b="0">
                <a:latin typeface="黑体" pitchFamily="49" charset="-122"/>
                <a:ea typeface="黑体" pitchFamily="49" charset="-122"/>
              </a:rPr>
              <a:t> </a:t>
            </a:r>
            <a:endParaRPr lang="zh-CN" altLang="en-US" b="0" dirty="0">
              <a:latin typeface="黑体" pitchFamily="49" charset="-122"/>
              <a:ea typeface="黑体" pitchFamily="49" charset="-122"/>
            </a:endParaRPr>
          </a:p>
        </p:txBody>
      </p:sp>
      <p:sp>
        <p:nvSpPr>
          <p:cNvPr id="43" name="文本占位符 8"/>
          <p:cNvSpPr>
            <a:spLocks noGrp="1"/>
          </p:cNvSpPr>
          <p:nvPr>
            <p:ph type="body" sz="quarter" idx="29" hasCustomPrompt="1"/>
          </p:nvPr>
        </p:nvSpPr>
        <p:spPr>
          <a:xfrm>
            <a:off x="3347864" y="3953732"/>
            <a:ext cx="2533983" cy="994282"/>
          </a:xfrm>
          <a:prstGeom prst="rect">
            <a:avLst/>
          </a:prstGeom>
        </p:spPr>
        <p:txBody>
          <a:bodyPr>
            <a:noAutofit/>
          </a:bodyPr>
          <a:lstStyle>
            <a:lvl1pPr marL="0" indent="0">
              <a:buNone/>
              <a:defRPr sz="1300" baseline="0">
                <a:solidFill>
                  <a:srgbClr val="656464"/>
                </a:solidFill>
              </a:defRPr>
            </a:lvl1pPr>
            <a:lvl2pPr>
              <a:defRPr sz="1300"/>
            </a:lvl2pPr>
            <a:lvl3pPr>
              <a:defRPr sz="1300"/>
            </a:lvl3pPr>
            <a:lvl4pPr>
              <a:defRPr sz="1300"/>
            </a:lvl4pPr>
            <a:lvl5pPr>
              <a:defRPr sz="1300"/>
            </a:lvl5pPr>
          </a:lstStyle>
          <a:p>
            <a:r>
              <a:rPr lang="en-US" altLang="zh-CN" dirty="0">
                <a:latin typeface="Georgia" pitchFamily="18" charset="0"/>
                <a:ea typeface="微软雅黑" panose="020B0503020204020204" pitchFamily="34" charset="-122"/>
                <a:cs typeface="Arial" pitchFamily="34" charset="0"/>
              </a:rPr>
              <a:t>English title font Georgia 13pt 75%  Gray</a:t>
            </a:r>
            <a:endParaRPr lang="zh-CN" altLang="en-US" dirty="0">
              <a:latin typeface="Georgia" pitchFamily="18" charset="0"/>
              <a:ea typeface="微软雅黑" panose="020B0503020204020204" pitchFamily="34" charset="-122"/>
              <a:cs typeface="Arial" pitchFamily="34" charset="0"/>
            </a:endParaRPr>
          </a:p>
        </p:txBody>
      </p:sp>
      <p:sp>
        <p:nvSpPr>
          <p:cNvPr id="44" name="内容占位符 3"/>
          <p:cNvSpPr>
            <a:spLocks noGrp="1"/>
          </p:cNvSpPr>
          <p:nvPr>
            <p:ph sz="half" idx="30" hasCustomPrompt="1"/>
          </p:nvPr>
        </p:nvSpPr>
        <p:spPr>
          <a:xfrm>
            <a:off x="6228184" y="3709543"/>
            <a:ext cx="2554957" cy="230359"/>
          </a:xfrm>
          <a:prstGeom prst="rect">
            <a:avLst/>
          </a:prstGeom>
        </p:spPr>
        <p:txBody>
          <a:bodyPr>
            <a:norm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300" b="0">
                <a:solidFill>
                  <a:srgbClr val="ED1A3B"/>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b="0">
                <a:latin typeface="黑体" pitchFamily="49" charset="-122"/>
                <a:ea typeface="黑体" pitchFamily="49" charset="-122"/>
              </a:rPr>
              <a:t>此处编辑中文字体</a:t>
            </a:r>
            <a:r>
              <a:rPr lang="en-US" altLang="zh-CN" b="0">
                <a:latin typeface="黑体" pitchFamily="49" charset="-122"/>
                <a:ea typeface="黑体" pitchFamily="49" charset="-122"/>
              </a:rPr>
              <a:t>13pt </a:t>
            </a:r>
            <a:r>
              <a:rPr lang="zh-CN" altLang="en-US" b="0">
                <a:latin typeface="黑体" pitchFamily="49" charset="-122"/>
                <a:ea typeface="黑体" pitchFamily="49" charset="-122"/>
              </a:rPr>
              <a:t>标准红</a:t>
            </a:r>
            <a:r>
              <a:rPr lang="en-US" altLang="zh-CN" b="0">
                <a:latin typeface="黑体" pitchFamily="49" charset="-122"/>
                <a:ea typeface="黑体" pitchFamily="49" charset="-122"/>
              </a:rPr>
              <a:t> </a:t>
            </a:r>
            <a:endParaRPr lang="zh-CN" altLang="en-US" b="0" dirty="0">
              <a:latin typeface="黑体" pitchFamily="49" charset="-122"/>
              <a:ea typeface="黑体" pitchFamily="49" charset="-122"/>
            </a:endParaRPr>
          </a:p>
        </p:txBody>
      </p:sp>
      <p:sp>
        <p:nvSpPr>
          <p:cNvPr id="45" name="文本占位符 8"/>
          <p:cNvSpPr>
            <a:spLocks noGrp="1"/>
          </p:cNvSpPr>
          <p:nvPr>
            <p:ph type="body" sz="quarter" idx="31" hasCustomPrompt="1"/>
          </p:nvPr>
        </p:nvSpPr>
        <p:spPr>
          <a:xfrm>
            <a:off x="6228184" y="3953732"/>
            <a:ext cx="2554957" cy="994282"/>
          </a:xfrm>
          <a:prstGeom prst="rect">
            <a:avLst/>
          </a:prstGeom>
        </p:spPr>
        <p:txBody>
          <a:bodyPr>
            <a:noAutofit/>
          </a:bodyPr>
          <a:lstStyle>
            <a:lvl1pPr marL="0" indent="0">
              <a:buNone/>
              <a:defRPr sz="1300" baseline="0">
                <a:solidFill>
                  <a:srgbClr val="656464"/>
                </a:solidFill>
              </a:defRPr>
            </a:lvl1pPr>
            <a:lvl2pPr>
              <a:defRPr sz="1300"/>
            </a:lvl2pPr>
            <a:lvl3pPr>
              <a:defRPr sz="1300"/>
            </a:lvl3pPr>
            <a:lvl4pPr>
              <a:defRPr sz="1300"/>
            </a:lvl4pPr>
            <a:lvl5pPr>
              <a:defRPr sz="1300"/>
            </a:lvl5pPr>
          </a:lstStyle>
          <a:p>
            <a:r>
              <a:rPr lang="en-US" altLang="zh-CN" dirty="0">
                <a:latin typeface="Georgia" pitchFamily="18" charset="0"/>
                <a:ea typeface="微软雅黑" panose="020B0503020204020204" pitchFamily="34" charset="-122"/>
                <a:cs typeface="Arial" pitchFamily="34" charset="0"/>
              </a:rPr>
              <a:t>English title font Georgia 13pt 75%  Gray</a:t>
            </a:r>
            <a:endParaRPr lang="zh-CN" altLang="en-US" dirty="0">
              <a:latin typeface="Georgia" pitchFamily="18" charset="0"/>
              <a:ea typeface="微软雅黑" panose="020B0503020204020204" pitchFamily="34" charset="-122"/>
              <a:cs typeface="Arial" pitchFamily="34" charset="0"/>
            </a:endParaRPr>
          </a:p>
        </p:txBody>
      </p:sp>
      <p:sp>
        <p:nvSpPr>
          <p:cNvPr id="16" name="文本占位符 87"/>
          <p:cNvSpPr>
            <a:spLocks noGrp="1"/>
          </p:cNvSpPr>
          <p:nvPr>
            <p:ph type="body" sz="quarter" idx="37" hasCustomPrompt="1"/>
          </p:nvPr>
        </p:nvSpPr>
        <p:spPr>
          <a:xfrm>
            <a:off x="395288" y="123478"/>
            <a:ext cx="6192837" cy="431800"/>
          </a:xfrm>
          <a:prstGeom prst="rect">
            <a:avLst/>
          </a:prstGeom>
        </p:spPr>
        <p:txBody>
          <a:bodyPr>
            <a:noAutofit/>
          </a:bodyPr>
          <a:lstStyle>
            <a:lvl1pPr marL="0" indent="0">
              <a:buNone/>
              <a:defRPr sz="2800">
                <a:solidFill>
                  <a:srgbClr val="2E5C9E"/>
                </a:solidFill>
                <a:latin typeface="微软雅黑" panose="020B0503020204020204" pitchFamily="34" charset="-122"/>
                <a:ea typeface="微软雅黑" panose="020B0503020204020204" pitchFamily="34" charset="-122"/>
              </a:defRPr>
            </a:lvl1pPr>
          </a:lstStyle>
          <a:p>
            <a:r>
              <a:rPr lang="zh-CN" altLang="en-US">
                <a:latin typeface="黑体" pitchFamily="49" charset="-122"/>
                <a:ea typeface="黑体" pitchFamily="49" charset="-122"/>
              </a:rPr>
              <a:t>单击添加标题（字体黑体 </a:t>
            </a:r>
            <a:r>
              <a:rPr lang="en-US" altLang="zh-CN">
                <a:latin typeface="黑体" pitchFamily="49" charset="-122"/>
                <a:ea typeface="黑体" pitchFamily="49" charset="-122"/>
              </a:rPr>
              <a:t>28pt）</a:t>
            </a:r>
            <a:endParaRPr lang="zh-CN" altLang="en-US" dirty="0">
              <a:latin typeface="黑体" pitchFamily="49" charset="-122"/>
              <a:ea typeface="黑体" pitchFamily="49" charset="-122"/>
            </a:endParaRPr>
          </a:p>
        </p:txBody>
      </p:sp>
      <p:sp>
        <p:nvSpPr>
          <p:cNvPr id="17" name="文本占位符 2"/>
          <p:cNvSpPr>
            <a:spLocks noGrp="1"/>
          </p:cNvSpPr>
          <p:nvPr>
            <p:ph type="body" idx="36" hasCustomPrompt="1"/>
          </p:nvPr>
        </p:nvSpPr>
        <p:spPr>
          <a:xfrm>
            <a:off x="395536" y="555526"/>
            <a:ext cx="6192688" cy="360040"/>
          </a:xfrm>
          <a:prstGeom prst="rect">
            <a:avLst/>
          </a:prstGeom>
        </p:spPr>
        <p:txBody>
          <a:bodyPr anchor="b">
            <a:normAutofit/>
          </a:bodyPr>
          <a:lstStyle>
            <a:lvl1pPr marL="0" indent="0">
              <a:buNone/>
              <a:defRPr sz="1800" b="0" baseline="0">
                <a:solidFill>
                  <a:srgbClr val="ED1A3B"/>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CN">
                <a:latin typeface="Georgia" pitchFamily="18" charset="0"/>
                <a:ea typeface="微软雅黑" panose="020B0503020204020204" pitchFamily="34" charset="-122"/>
                <a:cs typeface="Arial" pitchFamily="34" charset="0"/>
              </a:rPr>
              <a:t>Add the English title here（Fonts Georgia 18pt）</a:t>
            </a:r>
            <a:endParaRPr lang="en-US" altLang="zh-CN" dirty="0">
              <a:latin typeface="Georgia" pitchFamily="18" charset="0"/>
              <a:ea typeface="微软雅黑" panose="020B0503020204020204" pitchFamily="34" charset="-122"/>
              <a:cs typeface="Arial" pitchFamily="34" charset="0"/>
            </a:endParaRPr>
          </a:p>
        </p:txBody>
      </p:sp>
      <p:pic>
        <p:nvPicPr>
          <p:cNvPr id="18"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1503973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空白页">
    <p:spTree>
      <p:nvGrpSpPr>
        <p:cNvPr id="1" name=""/>
        <p:cNvGrpSpPr/>
        <p:nvPr/>
      </p:nvGrpSpPr>
      <p:grpSpPr>
        <a:xfrm>
          <a:off x="0" y="0"/>
          <a:ext cx="0" cy="0"/>
          <a:chOff x="0" y="0"/>
          <a:chExt cx="0" cy="0"/>
        </a:xfrm>
      </p:grpSpPr>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9" name="Picture 1" descr="image.pd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5"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19323031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结尾页-英文版">
    <p:spTree>
      <p:nvGrpSpPr>
        <p:cNvPr id="1" name=""/>
        <p:cNvGrpSpPr/>
        <p:nvPr/>
      </p:nvGrpSpPr>
      <p:grpSpPr>
        <a:xfrm>
          <a:off x="0" y="0"/>
          <a:ext cx="0" cy="0"/>
          <a:chOff x="0" y="0"/>
          <a:chExt cx="0" cy="0"/>
        </a:xfrm>
      </p:grpSpPr>
      <p:grpSp>
        <p:nvGrpSpPr>
          <p:cNvPr id="6" name="组合 5"/>
          <p:cNvGrpSpPr/>
          <p:nvPr userDrawn="1"/>
        </p:nvGrpSpPr>
        <p:grpSpPr>
          <a:xfrm>
            <a:off x="2295576" y="1419622"/>
            <a:ext cx="4552849" cy="1996479"/>
            <a:chOff x="2295576" y="1419622"/>
            <a:chExt cx="4552849" cy="1996479"/>
          </a:xfrm>
        </p:grpSpPr>
        <p:sp>
          <p:nvSpPr>
            <p:cNvPr id="7" name="文本框 6"/>
            <p:cNvSpPr txBox="1"/>
            <p:nvPr/>
          </p:nvSpPr>
          <p:spPr>
            <a:xfrm>
              <a:off x="2295576" y="1419622"/>
              <a:ext cx="4552849" cy="1554272"/>
            </a:xfrm>
            <a:prstGeom prst="rect">
              <a:avLst/>
            </a:prstGeom>
            <a:noFill/>
          </p:spPr>
          <p:txBody>
            <a:bodyPr wrap="none" rtlCol="0">
              <a:spAutoFit/>
            </a:bodyPr>
            <a:lstStyle/>
            <a:p>
              <a:r>
                <a:rPr lang="en-US" altLang="zh-CN" sz="9500" b="1" dirty="0">
                  <a:solidFill>
                    <a:srgbClr val="2E5C9E"/>
                  </a:solidFill>
                  <a:latin typeface="微软雅黑" panose="020B0503020204020204" pitchFamily="34" charset="-122"/>
                  <a:ea typeface="微软雅黑" panose="020B0503020204020204" pitchFamily="34" charset="-122"/>
                </a:rPr>
                <a:t>Thanks</a:t>
              </a:r>
              <a:endParaRPr lang="zh-CN" altLang="en-US" sz="9500" b="1" dirty="0">
                <a:solidFill>
                  <a:srgbClr val="2E5C9E"/>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2878450" y="3075806"/>
              <a:ext cx="3391656" cy="340295"/>
              <a:chOff x="2878450" y="3095551"/>
              <a:chExt cx="3391656" cy="340295"/>
            </a:xfrm>
          </p:grpSpPr>
          <p:sp>
            <p:nvSpPr>
              <p:cNvPr id="19" name="矩形 18"/>
              <p:cNvSpPr/>
              <p:nvPr/>
            </p:nvSpPr>
            <p:spPr bwMode="auto">
              <a:xfrm>
                <a:off x="2878450" y="3095551"/>
                <a:ext cx="1045478" cy="292388"/>
              </a:xfrm>
              <a:prstGeom prst="rect">
                <a:avLst/>
              </a:prstGeom>
            </p:spPr>
            <p:txBody>
              <a:bodyPr wrap="none">
                <a:spAutoFit/>
              </a:bodyPr>
              <a:lstStyle/>
              <a:p>
                <a:pPr algn="ctr" fontAlgn="auto">
                  <a:spcBef>
                    <a:spcPts val="0"/>
                  </a:spcBef>
                  <a:spcAft>
                    <a:spcPts val="0"/>
                  </a:spcAft>
                  <a:defRPr/>
                </a:pPr>
                <a:r>
                  <a:rPr lang="en-US" altLang="zh-CN" sz="1300" b="1" kern="0" dirty="0">
                    <a:solidFill>
                      <a:srgbClr val="ED1A3B"/>
                    </a:solidFill>
                    <a:latin typeface="Calibri"/>
                  </a:rPr>
                  <a:t>Cooperation</a:t>
                </a:r>
                <a:endParaRPr lang="zh-CN" altLang="en-US" sz="1300" b="1" kern="0" dirty="0">
                  <a:solidFill>
                    <a:srgbClr val="ED1A3B"/>
                  </a:solidFill>
                  <a:latin typeface="Calibri"/>
                  <a:ea typeface="宋体"/>
                </a:endParaRPr>
              </a:p>
            </p:txBody>
          </p:sp>
          <p:sp>
            <p:nvSpPr>
              <p:cNvPr id="17" name="矩形 16"/>
              <p:cNvSpPr/>
              <p:nvPr/>
            </p:nvSpPr>
            <p:spPr bwMode="auto">
              <a:xfrm>
                <a:off x="4225591" y="3095551"/>
                <a:ext cx="896399" cy="307777"/>
              </a:xfrm>
              <a:prstGeom prst="rect">
                <a:avLst/>
              </a:prstGeom>
            </p:spPr>
            <p:txBody>
              <a:bodyPr wrap="none">
                <a:spAutoFit/>
              </a:bodyPr>
              <a:lstStyle/>
              <a:p>
                <a:pPr algn="ctr" fontAlgn="auto">
                  <a:spcBef>
                    <a:spcPts val="0"/>
                  </a:spcBef>
                  <a:spcAft>
                    <a:spcPts val="0"/>
                  </a:spcAft>
                  <a:defRPr/>
                </a:pPr>
                <a:r>
                  <a:rPr lang="en-US" altLang="zh-CN" sz="1400" b="1" kern="0" dirty="0">
                    <a:solidFill>
                      <a:srgbClr val="2E5C9E"/>
                    </a:solidFill>
                    <a:latin typeface="Calibri"/>
                    <a:ea typeface="宋体"/>
                  </a:rPr>
                  <a:t>Efficiency</a:t>
                </a:r>
                <a:endParaRPr lang="zh-CN" altLang="en-US" sz="1400" b="1" kern="0" dirty="0">
                  <a:solidFill>
                    <a:srgbClr val="2E5C9E"/>
                  </a:solidFill>
                  <a:latin typeface="Calibri"/>
                  <a:ea typeface="宋体"/>
                </a:endParaRPr>
              </a:p>
            </p:txBody>
          </p:sp>
          <p:sp>
            <p:nvSpPr>
              <p:cNvPr id="15" name="矩形 14"/>
              <p:cNvSpPr/>
              <p:nvPr/>
            </p:nvSpPr>
            <p:spPr bwMode="auto">
              <a:xfrm>
                <a:off x="5364088" y="3095551"/>
                <a:ext cx="906018" cy="307777"/>
              </a:xfrm>
              <a:prstGeom prst="rect">
                <a:avLst/>
              </a:prstGeom>
            </p:spPr>
            <p:txBody>
              <a:bodyPr wrap="none">
                <a:spAutoFit/>
              </a:bodyPr>
              <a:lstStyle/>
              <a:p>
                <a:pPr algn="ctr" fontAlgn="auto">
                  <a:spcBef>
                    <a:spcPts val="0"/>
                  </a:spcBef>
                  <a:spcAft>
                    <a:spcPts val="0"/>
                  </a:spcAft>
                  <a:defRPr/>
                </a:pPr>
                <a:r>
                  <a:rPr lang="en-US" altLang="zh-CN" sz="1400" b="1" kern="0" dirty="0">
                    <a:solidFill>
                      <a:srgbClr val="008286"/>
                    </a:solidFill>
                    <a:latin typeface="Calibri"/>
                  </a:rPr>
                  <a:t>Creativity</a:t>
                </a:r>
                <a:endParaRPr lang="zh-CN" altLang="en-US" sz="1400" b="1" kern="0" dirty="0">
                  <a:solidFill>
                    <a:srgbClr val="008286"/>
                  </a:solidFill>
                  <a:latin typeface="Calibri"/>
                  <a:ea typeface="宋体"/>
                </a:endParaRPr>
              </a:p>
            </p:txBody>
          </p:sp>
          <p:cxnSp>
            <p:nvCxnSpPr>
              <p:cNvPr id="12" name="直接连接符 20"/>
              <p:cNvCxnSpPr>
                <a:cxnSpLocks noChangeShapeType="1"/>
              </p:cNvCxnSpPr>
              <p:nvPr/>
            </p:nvCxnSpPr>
            <p:spPr bwMode="auto">
              <a:xfrm>
                <a:off x="5220072" y="3096769"/>
                <a:ext cx="0" cy="339077"/>
              </a:xfrm>
              <a:prstGeom prst="line">
                <a:avLst/>
              </a:prstGeom>
              <a:noFill/>
              <a:ln w="28575" algn="ctr">
                <a:solidFill>
                  <a:srgbClr val="F2F2F2"/>
                </a:solidFill>
                <a:round/>
                <a:headEnd/>
                <a:tailEnd/>
              </a:ln>
              <a:extLst>
                <a:ext uri="{909E8E84-426E-40DD-AFC4-6F175D3DCCD1}">
                  <a14:hiddenFill xmlns:a14="http://schemas.microsoft.com/office/drawing/2010/main">
                    <a:noFill/>
                  </a14:hiddenFill>
                </a:ext>
              </a:extLst>
            </p:spPr>
          </p:cxnSp>
          <p:cxnSp>
            <p:nvCxnSpPr>
              <p:cNvPr id="13" name="直接连接符 20"/>
              <p:cNvCxnSpPr>
                <a:cxnSpLocks noChangeShapeType="1"/>
              </p:cNvCxnSpPr>
              <p:nvPr/>
            </p:nvCxnSpPr>
            <p:spPr bwMode="auto">
              <a:xfrm>
                <a:off x="4067944" y="3096769"/>
                <a:ext cx="0" cy="339077"/>
              </a:xfrm>
              <a:prstGeom prst="line">
                <a:avLst/>
              </a:prstGeom>
              <a:noFill/>
              <a:ln w="28575" algn="ctr">
                <a:solidFill>
                  <a:srgbClr val="F2F2F2"/>
                </a:solidFill>
                <a:round/>
                <a:headEnd/>
                <a:tailEnd/>
              </a:ln>
              <a:extLst>
                <a:ext uri="{909E8E84-426E-40DD-AFC4-6F175D3DCCD1}">
                  <a14:hiddenFill xmlns:a14="http://schemas.microsoft.com/office/drawing/2010/main">
                    <a:noFill/>
                  </a14:hiddenFill>
                </a:ext>
              </a:extLst>
            </p:spPr>
          </p:cxnSp>
        </p:grpSp>
      </p:grpSp>
      <p:pic>
        <p:nvPicPr>
          <p:cNvPr id="20" name="图片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21" name="Picture 1" descr="image.pd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061139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fen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pic>
        <p:nvPicPr>
          <p:cNvPr id="9" name="Picture 1" descr="image.pdf"/>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249921" y="0"/>
            <a:ext cx="366081"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spTree>
    <p:extLst>
      <p:ext uri="{BB962C8B-B14F-4D97-AF65-F5344CB8AC3E}">
        <p14:creationId xmlns:p14="http://schemas.microsoft.com/office/powerpoint/2010/main" val="3596475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7308304" y="195486"/>
            <a:ext cx="1584176" cy="353145"/>
          </a:xfrm>
          <a:prstGeom prst="rect">
            <a:avLst/>
          </a:prstGeom>
        </p:spPr>
      </p:pic>
    </p:spTree>
    <p:extLst>
      <p:ext uri="{BB962C8B-B14F-4D97-AF65-F5344CB8AC3E}">
        <p14:creationId xmlns:p14="http://schemas.microsoft.com/office/powerpoint/2010/main" val="925447"/>
      </p:ext>
    </p:extLst>
  </p:cSld>
  <p:clrMap bg1="lt1" tx1="dk1" bg2="lt2" tx2="dk2" accent1="accent1" accent2="accent2" accent3="accent3" accent4="accent4" accent5="accent5" accent6="accent6" hlink="hlink" folHlink="folHlink"/>
  <p:sldLayoutIdLst>
    <p:sldLayoutId id="2147483667" r:id="rId1"/>
    <p:sldLayoutId id="2147483687" r:id="rId2"/>
    <p:sldLayoutId id="2147483691" r:id="rId3"/>
    <p:sldLayoutId id="2147483668" r:id="rId4"/>
    <p:sldLayoutId id="2147483669" r:id="rId5"/>
    <p:sldLayoutId id="2147483681" r:id="rId6"/>
    <p:sldLayoutId id="2147483672" r:id="rId7"/>
    <p:sldLayoutId id="2147483684" r:id="rId8"/>
    <p:sldLayoutId id="2147483685" r:id="rId9"/>
    <p:sldLayoutId id="2147483676" r:id="rId10"/>
    <p:sldLayoutId id="2147483666" r:id="rId11"/>
    <p:sldLayoutId id="2147483692" r:id="rId12"/>
    <p:sldLayoutId id="2147483695"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tmp"/></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5.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image" Target="../media/image16.tm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3" cstate="print">
            <a:extLst>
              <a:ext uri="{28A0092B-C50C-407E-A947-70E740481C1C}">
                <a14:useLocalDpi xmlns:a14="http://schemas.microsoft.com/office/drawing/2010/main" val="0"/>
              </a:ext>
            </a:extLst>
          </a:blip>
          <a:srcRect t="52229" b="2272"/>
          <a:stretch/>
        </p:blipFill>
        <p:spPr>
          <a:xfrm>
            <a:off x="0" y="0"/>
            <a:ext cx="9144000" cy="3875294"/>
          </a:xfrm>
          <a:prstGeom prst="rect">
            <a:avLst/>
          </a:prstGeom>
        </p:spPr>
      </p:pic>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2715766"/>
            <a:ext cx="9144000" cy="1159528"/>
          </a:xfrm>
          <a:prstGeom prst="rect">
            <a:avLst/>
          </a:prstGeom>
        </p:spPr>
      </p:pic>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20272" y="4344793"/>
            <a:ext cx="1736932" cy="387197"/>
          </a:xfrm>
          <a:prstGeom prst="rect">
            <a:avLst/>
          </a:prstGeom>
        </p:spPr>
      </p:pic>
      <p:sp>
        <p:nvSpPr>
          <p:cNvPr id="13" name="文本框 12"/>
          <p:cNvSpPr txBox="1"/>
          <p:nvPr/>
        </p:nvSpPr>
        <p:spPr>
          <a:xfrm>
            <a:off x="270504" y="2867040"/>
            <a:ext cx="8838000" cy="830997"/>
          </a:xfrm>
          <a:prstGeom prst="rect">
            <a:avLst/>
          </a:prstGeom>
          <a:noFill/>
        </p:spPr>
        <p:txBody>
          <a:bodyPr wrap="square" rtlCol="0">
            <a:spAutoFit/>
          </a:bodyPr>
          <a:lstStyle/>
          <a:p>
            <a:r>
              <a:rPr lang="en-US" altLang="zh-CN" sz="4800" dirty="0">
                <a:solidFill>
                  <a:schemeClr val="bg1"/>
                </a:solidFill>
                <a:latin typeface="Georgia" pitchFamily="18" charset="0"/>
                <a:ea typeface="黑体" pitchFamily="49" charset="-122"/>
              </a:rPr>
              <a:t>UPI QR Code Payment</a:t>
            </a:r>
          </a:p>
        </p:txBody>
      </p:sp>
    </p:spTree>
    <p:extLst>
      <p:ext uri="{BB962C8B-B14F-4D97-AF65-F5344CB8AC3E}">
        <p14:creationId xmlns:p14="http://schemas.microsoft.com/office/powerpoint/2010/main" val="34995291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467544" y="1057835"/>
            <a:ext cx="8208912"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ea typeface="幼圆"/>
                <a:cs typeface="幼圆"/>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ea typeface="幼圆"/>
                <a:cs typeface="幼圆"/>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ea typeface="幼圆"/>
                <a:cs typeface="幼圆"/>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ea typeface="幼圆"/>
                <a:cs typeface="幼圆"/>
              </a:defRPr>
            </a:lvl9pPr>
          </a:lstStyle>
          <a:p>
            <a:pPr algn="just">
              <a:lnSpc>
                <a:spcPts val="2000"/>
              </a:lnSpc>
              <a:spcBef>
                <a:spcPts val="0"/>
              </a:spcBef>
              <a:spcAft>
                <a:spcPts val="500"/>
              </a:spcAft>
              <a:buClrTx/>
              <a:buNone/>
            </a:pPr>
            <a:r>
              <a:rPr lang="en-US" altLang="zh-CN" sz="1400" dirty="0">
                <a:solidFill>
                  <a:srgbClr val="656464"/>
                </a:solidFill>
                <a:latin typeface="Georgia" pitchFamily="18" charset="0"/>
                <a:ea typeface="微软雅黑 Light" pitchFamily="34" charset="-122"/>
                <a:cs typeface="+mn-cs"/>
              </a:rPr>
              <a:t>The contents shared in this presentation are provided "AS IS" and intended for informational purposes only and should not be relied upon for operational, marketing, legal, technical, tax, financial or other advice. It is intended to be used between UnionPay International and the parties with whom the content is shared; it cannot be distributed nor shared with any other parties. All material mentioned in this presentation is to facilitate discussion between both parties and will not be deemed as an agreement.   Assumptions were made by us in light of our experience and our perceptions of historical trends, current conditions and expected future developments and other factors that we believe are appropriate under the circumstance. Recommendations are subject to risks and uncertainties, which may cause actual and future results and trends to differ materially from the assumptions or recommendations. UnionPay International is not responsible for your use of the information contained herein (including errors, omissions, inaccuracy, formatting errors or non-timeliness of any kind) or any assumptions or conclusions you might draw from its use. </a:t>
            </a:r>
          </a:p>
        </p:txBody>
      </p:sp>
    </p:spTree>
    <p:extLst>
      <p:ext uri="{BB962C8B-B14F-4D97-AF65-F5344CB8AC3E}">
        <p14:creationId xmlns:p14="http://schemas.microsoft.com/office/powerpoint/2010/main" val="34907283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361549"/>
            <a:ext cx="9144000" cy="1080120"/>
          </a:xfrm>
          <a:prstGeom prst="rect">
            <a:avLst/>
          </a:prstGeom>
          <a:gradFill>
            <a:gsLst>
              <a:gs pos="100000">
                <a:schemeClr val="bg1"/>
              </a:gs>
              <a:gs pos="50000">
                <a:schemeClr val="bg1">
                  <a:lumMod val="85000"/>
                </a:schemeClr>
              </a:gs>
              <a:gs pos="100000">
                <a:schemeClr val="accent1">
                  <a:shade val="100000"/>
                  <a:satMod val="11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0" y="1361549"/>
            <a:ext cx="1691680" cy="2218313"/>
            <a:chOff x="0" y="1563638"/>
            <a:chExt cx="1691680" cy="2218313"/>
          </a:xfrm>
        </p:grpSpPr>
        <p:sp>
          <p:nvSpPr>
            <p:cNvPr id="3" name="矩形 2"/>
            <p:cNvSpPr/>
            <p:nvPr/>
          </p:nvSpPr>
          <p:spPr>
            <a:xfrm>
              <a:off x="0" y="1563638"/>
              <a:ext cx="1547664" cy="2088232"/>
            </a:xfrm>
            <a:prstGeom prst="rect">
              <a:avLst/>
            </a:prstGeom>
            <a:solidFill>
              <a:srgbClr val="2E5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E5C9E"/>
                </a:solidFill>
              </a:endParaRPr>
            </a:p>
          </p:txBody>
        </p:sp>
        <p:sp>
          <p:nvSpPr>
            <p:cNvPr id="5" name="文本框 4"/>
            <p:cNvSpPr txBox="1"/>
            <p:nvPr/>
          </p:nvSpPr>
          <p:spPr>
            <a:xfrm>
              <a:off x="455444" y="2427734"/>
              <a:ext cx="1236236" cy="1354217"/>
            </a:xfrm>
            <a:prstGeom prst="rect">
              <a:avLst/>
            </a:prstGeom>
            <a:noFill/>
          </p:spPr>
          <p:txBody>
            <a:bodyPr wrap="none" rtlCol="0">
              <a:spAutoFit/>
            </a:bodyPr>
            <a:lstStyle>
              <a:defPPr>
                <a:defRPr lang="zh-CN"/>
              </a:defPPr>
              <a:lvl1pPr>
                <a:defRPr sz="2400">
                  <a:solidFill>
                    <a:schemeClr val="bg1"/>
                  </a:solidFill>
                  <a:latin typeface="微软雅黑" panose="020B0503020204020204" pitchFamily="34" charset="-122"/>
                  <a:ea typeface="微软雅黑" panose="020B0503020204020204" pitchFamily="34" charset="-122"/>
                </a:defRPr>
              </a:lvl1pPr>
            </a:lstStyle>
            <a:p>
              <a:r>
                <a:rPr lang="en-US" altLang="zh-CN" sz="8200" dirty="0" smtClean="0">
                  <a:latin typeface="黑体" pitchFamily="49" charset="-122"/>
                  <a:ea typeface="黑体" pitchFamily="49" charset="-122"/>
                </a:rPr>
                <a:t>01</a:t>
              </a:r>
              <a:endParaRPr lang="zh-CN" altLang="en-US" sz="8200" dirty="0">
                <a:latin typeface="黑体" pitchFamily="49" charset="-122"/>
                <a:ea typeface="黑体" pitchFamily="49" charset="-122"/>
              </a:endParaRPr>
            </a:p>
          </p:txBody>
        </p:sp>
      </p:grpSp>
      <p:sp>
        <p:nvSpPr>
          <p:cNvPr id="7" name="文本框 6"/>
          <p:cNvSpPr txBox="1"/>
          <p:nvPr/>
        </p:nvSpPr>
        <p:spPr>
          <a:xfrm>
            <a:off x="1691680" y="3195654"/>
            <a:ext cx="7452320" cy="360483"/>
          </a:xfrm>
          <a:prstGeom prst="rect">
            <a:avLst/>
          </a:prstGeom>
        </p:spPr>
        <p:txBody>
          <a:bodyPr wrap="square" rtlCol="0">
            <a:spAutoFit/>
          </a:bodyPr>
          <a:lstStyle/>
          <a:p>
            <a:pPr>
              <a:lnSpc>
                <a:spcPts val="1800"/>
              </a:lnSpc>
            </a:pPr>
            <a:r>
              <a:rPr lang="en-US" altLang="zh-CN" sz="3200" b="1" dirty="0" smtClean="0">
                <a:solidFill>
                  <a:srgbClr val="2E5C9E"/>
                </a:solidFill>
                <a:latin typeface="Georgia" pitchFamily="18" charset="0"/>
                <a:ea typeface="微软雅黑" panose="020B0503020204020204" pitchFamily="34" charset="-122"/>
                <a:cs typeface="Arial" pitchFamily="34" charset="0"/>
              </a:rPr>
              <a:t>QR </a:t>
            </a:r>
            <a:r>
              <a:rPr lang="en-US" altLang="zh-CN" sz="3200" b="1" dirty="0">
                <a:solidFill>
                  <a:srgbClr val="2E5C9E"/>
                </a:solidFill>
                <a:latin typeface="Georgia" pitchFamily="18" charset="0"/>
                <a:ea typeface="微软雅黑" panose="020B0503020204020204" pitchFamily="34" charset="-122"/>
                <a:cs typeface="Arial" pitchFamily="34" charset="0"/>
              </a:rPr>
              <a:t>Code </a:t>
            </a:r>
            <a:r>
              <a:rPr lang="en-US" altLang="zh-CN" sz="3200" b="1" dirty="0" smtClean="0">
                <a:solidFill>
                  <a:srgbClr val="2E5C9E"/>
                </a:solidFill>
                <a:latin typeface="Georgia" pitchFamily="18" charset="0"/>
                <a:ea typeface="微软雅黑" panose="020B0503020204020204" pitchFamily="34" charset="-122"/>
                <a:cs typeface="Arial" pitchFamily="34" charset="0"/>
              </a:rPr>
              <a:t>Payment Transaction</a:t>
            </a:r>
            <a:endParaRPr lang="sv-SE" altLang="zh-CN" sz="3200" b="1" dirty="0">
              <a:solidFill>
                <a:srgbClr val="2E5C9E"/>
              </a:solidFill>
              <a:latin typeface="Georgia" pitchFamily="18" charset="0"/>
              <a:ea typeface="微软雅黑" panose="020B0503020204020204" pitchFamily="34" charset="-122"/>
              <a:cs typeface="Arial" pitchFamily="34" charset="0"/>
            </a:endParaRPr>
          </a:p>
        </p:txBody>
      </p:sp>
    </p:spTree>
    <p:extLst>
      <p:ext uri="{BB962C8B-B14F-4D97-AF65-F5344CB8AC3E}">
        <p14:creationId xmlns:p14="http://schemas.microsoft.com/office/powerpoint/2010/main" val="27283466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标题 1"/>
          <p:cNvSpPr txBox="1">
            <a:spLocks/>
          </p:cNvSpPr>
          <p:nvPr/>
        </p:nvSpPr>
        <p:spPr>
          <a:xfrm>
            <a:off x="395535"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UPI</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QR</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Code</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a:t>
            </a:r>
            <a:r>
              <a:rPr lang="zh-CN" altLang="en-US" b="1" dirty="0">
                <a:latin typeface="Georgia" pitchFamily="18" charset="0"/>
                <a:ea typeface="黑体" pitchFamily="49" charset="-122"/>
              </a:rPr>
              <a:t> </a:t>
            </a:r>
            <a:r>
              <a:rPr lang="en-US" altLang="zh-CN" sz="1800" b="1" dirty="0">
                <a:latin typeface="Georgia" pitchFamily="18" charset="0"/>
                <a:ea typeface="黑体" pitchFamily="49" charset="-122"/>
              </a:rPr>
              <a:t>Merchant</a:t>
            </a:r>
            <a:r>
              <a:rPr lang="zh-CN" altLang="en-US" sz="1800" b="1" dirty="0">
                <a:latin typeface="Georgia" pitchFamily="18" charset="0"/>
                <a:ea typeface="黑体" pitchFamily="49" charset="-122"/>
              </a:rPr>
              <a:t> </a:t>
            </a:r>
            <a:r>
              <a:rPr lang="en-US" altLang="zh-CN" sz="1800" b="1" dirty="0" smtClean="0">
                <a:latin typeface="Georgia" pitchFamily="18" charset="0"/>
                <a:ea typeface="黑体" pitchFamily="49" charset="-122"/>
              </a:rPr>
              <a:t>Presented (ISO 8583)</a:t>
            </a:r>
            <a:endParaRPr lang="zh-CN" altLang="en-US" sz="1800" b="1" dirty="0">
              <a:latin typeface="Georgia" pitchFamily="18" charset="0"/>
              <a:ea typeface="黑体" pitchFamily="49" charset="-122"/>
            </a:endParaRPr>
          </a:p>
        </p:txBody>
      </p:sp>
      <p:pic>
        <p:nvPicPr>
          <p:cNvPr id="9219" name="Picture 3" descr="C:\Users\zhengzuyi\Desktop\____.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9097" y="2427734"/>
            <a:ext cx="1080120" cy="90010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C:\Users\zhengzuyi\Desktop\____.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6604" y="3867894"/>
            <a:ext cx="1080120" cy="900101"/>
          </a:xfrm>
          <a:prstGeom prst="rect">
            <a:avLst/>
          </a:prstGeom>
          <a:noFill/>
          <a:extLst>
            <a:ext uri="{909E8E84-426E-40DD-AFC4-6F175D3DCCD1}">
              <a14:hiddenFill xmlns:a14="http://schemas.microsoft.com/office/drawing/2010/main">
                <a:solidFill>
                  <a:srgbClr val="FFFFFF"/>
                </a:solidFill>
              </a14:hiddenFill>
            </a:ext>
          </a:extLst>
        </p:spPr>
      </p:pic>
      <p:pic>
        <p:nvPicPr>
          <p:cNvPr id="9223" name="Picture 7" descr="C:\Users\zhengzuyi\Desktop\__.png"/>
          <p:cNvPicPr>
            <a:picLocks noChangeAspect="1" noChangeArrowheads="1"/>
          </p:cNvPicPr>
          <p:nvPr/>
        </p:nvPicPr>
        <p:blipFill>
          <a:blip r:embed="rId4">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6588224" y="1007182"/>
            <a:ext cx="915709" cy="792088"/>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C:\Users\zhengzuyi\Desktop\__ (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0611" y="2569827"/>
            <a:ext cx="1186526" cy="1186526"/>
          </a:xfrm>
          <a:prstGeom prst="rect">
            <a:avLst/>
          </a:prstGeom>
          <a:noFill/>
          <a:extLst>
            <a:ext uri="{909E8E84-426E-40DD-AFC4-6F175D3DCCD1}">
              <a14:hiddenFill xmlns:a14="http://schemas.microsoft.com/office/drawing/2010/main">
                <a:solidFill>
                  <a:srgbClr val="FFFFFF"/>
                </a:solidFill>
              </a14:hiddenFill>
            </a:ext>
          </a:extLst>
        </p:spPr>
      </p:pic>
      <p:pic>
        <p:nvPicPr>
          <p:cNvPr id="9225" name="Picture 9" descr="C:\Users\zhengzuyi\Desktop\131670994.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2098" y="3600400"/>
            <a:ext cx="1347614" cy="1347614"/>
          </a:xfrm>
          <a:prstGeom prst="rect">
            <a:avLst/>
          </a:prstGeom>
          <a:noFill/>
          <a:extLst>
            <a:ext uri="{909E8E84-426E-40DD-AFC4-6F175D3DCCD1}">
              <a14:hiddenFill xmlns:a14="http://schemas.microsoft.com/office/drawing/2010/main">
                <a:solidFill>
                  <a:srgbClr val="FFFFFF"/>
                </a:solidFill>
              </a14:hiddenFill>
            </a:ext>
          </a:extLst>
        </p:spPr>
      </p:pic>
      <p:pic>
        <p:nvPicPr>
          <p:cNvPr id="9226" name="Picture 10" descr="C:\Users\zhengzuyi\Desktop\____.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91208" y="1098799"/>
            <a:ext cx="608855" cy="608855"/>
          </a:xfrm>
          <a:prstGeom prst="rect">
            <a:avLst/>
          </a:prstGeom>
          <a:noFill/>
          <a:extLst>
            <a:ext uri="{909E8E84-426E-40DD-AFC4-6F175D3DCCD1}">
              <a14:hiddenFill xmlns:a14="http://schemas.microsoft.com/office/drawing/2010/main">
                <a:solidFill>
                  <a:srgbClr val="FFFFFF"/>
                </a:solidFill>
              </a14:hiddenFill>
            </a:ext>
          </a:extLst>
        </p:spPr>
      </p:pic>
      <p:pic>
        <p:nvPicPr>
          <p:cNvPr id="9227" name="Picture 11" descr="C:\Users\zhengzuyi\Desktop\__ (2).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71600" y="1857186"/>
            <a:ext cx="642555" cy="78657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991208" y="821799"/>
            <a:ext cx="574196"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APP</a:t>
            </a:r>
          </a:p>
        </p:txBody>
      </p:sp>
      <p:sp>
        <p:nvSpPr>
          <p:cNvPr id="17" name="TextBox 16"/>
          <p:cNvSpPr txBox="1"/>
          <p:nvPr/>
        </p:nvSpPr>
        <p:spPr>
          <a:xfrm>
            <a:off x="808161" y="2679795"/>
            <a:ext cx="974947"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Gateway</a:t>
            </a:r>
          </a:p>
        </p:txBody>
      </p:sp>
      <p:cxnSp>
        <p:nvCxnSpPr>
          <p:cNvPr id="5" name="直接箭头连接符 4"/>
          <p:cNvCxnSpPr/>
          <p:nvPr/>
        </p:nvCxnSpPr>
        <p:spPr>
          <a:xfrm>
            <a:off x="1907704" y="1367222"/>
            <a:ext cx="4532907" cy="0"/>
          </a:xfrm>
          <a:prstGeom prst="straightConnector1">
            <a:avLst/>
          </a:prstGeom>
          <a:ln w="158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6915625" y="1874816"/>
            <a:ext cx="0" cy="792088"/>
          </a:xfrm>
          <a:prstGeom prst="straightConnector1">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1981873" y="2542679"/>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4904294" y="3033995"/>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肘形连接符 13"/>
          <p:cNvCxnSpPr/>
          <p:nvPr/>
        </p:nvCxnSpPr>
        <p:spPr>
          <a:xfrm rot="10800000" flipV="1">
            <a:off x="4904295" y="3959647"/>
            <a:ext cx="2011330" cy="431084"/>
          </a:xfrm>
          <a:prstGeom prst="bentConnector3">
            <a:avLst>
              <a:gd name="adj1" fmla="val -35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1981875" y="4390732"/>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2051720" y="4551971"/>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肘形连接符 31"/>
          <p:cNvCxnSpPr/>
          <p:nvPr/>
        </p:nvCxnSpPr>
        <p:spPr>
          <a:xfrm flipV="1">
            <a:off x="4932042" y="3959647"/>
            <a:ext cx="2232246" cy="592325"/>
          </a:xfrm>
          <a:prstGeom prst="bentConnector3">
            <a:avLst>
              <a:gd name="adj1" fmla="val 99773"/>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4860032" y="3219822"/>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1907704" y="2715766"/>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V="1">
            <a:off x="7164288" y="1874816"/>
            <a:ext cx="0" cy="69501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907118" y="3344093"/>
            <a:ext cx="764953"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Issuer</a:t>
            </a:r>
          </a:p>
        </p:txBody>
      </p:sp>
      <p:sp>
        <p:nvSpPr>
          <p:cNvPr id="51" name="TextBox 50"/>
          <p:cNvSpPr txBox="1"/>
          <p:nvPr/>
        </p:nvSpPr>
        <p:spPr>
          <a:xfrm>
            <a:off x="6588224" y="3651870"/>
            <a:ext cx="1008609"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Acquirer</a:t>
            </a:r>
          </a:p>
        </p:txBody>
      </p:sp>
      <p:sp>
        <p:nvSpPr>
          <p:cNvPr id="52" name="TextBox 51"/>
          <p:cNvSpPr txBox="1"/>
          <p:nvPr/>
        </p:nvSpPr>
        <p:spPr>
          <a:xfrm>
            <a:off x="3810253" y="2139702"/>
            <a:ext cx="761747"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UMPS</a:t>
            </a:r>
          </a:p>
        </p:txBody>
      </p:sp>
      <p:sp>
        <p:nvSpPr>
          <p:cNvPr id="55" name="TextBox 54"/>
          <p:cNvSpPr txBox="1"/>
          <p:nvPr/>
        </p:nvSpPr>
        <p:spPr>
          <a:xfrm>
            <a:off x="3810253" y="3560117"/>
            <a:ext cx="691215"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GSCS</a:t>
            </a:r>
          </a:p>
        </p:txBody>
      </p:sp>
      <p:sp>
        <p:nvSpPr>
          <p:cNvPr id="49" name="TextBox 48"/>
          <p:cNvSpPr txBox="1"/>
          <p:nvPr/>
        </p:nvSpPr>
        <p:spPr>
          <a:xfrm>
            <a:off x="5508104" y="2139702"/>
            <a:ext cx="1435008"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1.0 Generate QR Code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5" name="TextBox 64"/>
          <p:cNvSpPr txBox="1"/>
          <p:nvPr/>
        </p:nvSpPr>
        <p:spPr>
          <a:xfrm>
            <a:off x="3217982" y="1059582"/>
            <a:ext cx="1786066" cy="246221"/>
          </a:xfrm>
          <a:prstGeom prst="rect">
            <a:avLst/>
          </a:prstGeom>
        </p:spPr>
        <p:txBody>
          <a:bodyPr wrap="none" rtlCol="0">
            <a:spAutoFit/>
          </a:bodyPr>
          <a:lstStyle/>
          <a:p>
            <a:r>
              <a:rPr lang="en-US" altLang="zh-CN" sz="1000" dirty="0">
                <a:solidFill>
                  <a:schemeClr val="tx1">
                    <a:lumMod val="85000"/>
                    <a:lumOff val="15000"/>
                  </a:schemeClr>
                </a:solidFill>
                <a:latin typeface="Georgia" panose="02040502050405020303" pitchFamily="18" charset="0"/>
                <a:ea typeface="黑体" pitchFamily="49" charset="-122"/>
              </a:rPr>
              <a:t>2</a:t>
            </a:r>
            <a:r>
              <a:rPr lang="en-US" altLang="zh-CN" sz="1000" dirty="0" smtClean="0">
                <a:solidFill>
                  <a:schemeClr val="tx1">
                    <a:lumMod val="85000"/>
                    <a:lumOff val="15000"/>
                  </a:schemeClr>
                </a:solidFill>
                <a:latin typeface="Georgia" panose="02040502050405020303" pitchFamily="18" charset="0"/>
                <a:ea typeface="黑体" pitchFamily="49" charset="-122"/>
              </a:rPr>
              <a:t>.0 Scan Merchant QR Code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6" name="TextBox 65"/>
          <p:cNvSpPr txBox="1"/>
          <p:nvPr/>
        </p:nvSpPr>
        <p:spPr>
          <a:xfrm>
            <a:off x="1907704" y="2283718"/>
            <a:ext cx="136768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3.1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7" name="TextBox 66"/>
          <p:cNvSpPr txBox="1"/>
          <p:nvPr/>
        </p:nvSpPr>
        <p:spPr>
          <a:xfrm>
            <a:off x="4860502" y="2787774"/>
            <a:ext cx="138531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3.3 </a:t>
            </a:r>
            <a:r>
              <a:rPr lang="en-US" altLang="zh-CN" sz="1000" dirty="0" smtClean="0">
                <a:solidFill>
                  <a:schemeClr val="tx1">
                    <a:lumMod val="85000"/>
                    <a:lumOff val="15000"/>
                  </a:schemeClr>
                </a:solidFill>
                <a:latin typeface="Georgia" panose="02040502050405020303" pitchFamily="18" charset="0"/>
                <a:ea typeface="黑体" pitchFamily="49" charset="-122"/>
              </a:rPr>
              <a:t>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8" name="TextBox 67"/>
          <p:cNvSpPr txBox="1"/>
          <p:nvPr/>
        </p:nvSpPr>
        <p:spPr>
          <a:xfrm>
            <a:off x="5202908" y="4125729"/>
            <a:ext cx="138371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3.4 </a:t>
            </a:r>
            <a:r>
              <a:rPr lang="en-US" altLang="zh-CN" sz="1000" dirty="0" smtClean="0">
                <a:solidFill>
                  <a:schemeClr val="tx1">
                    <a:lumMod val="85000"/>
                    <a:lumOff val="15000"/>
                  </a:schemeClr>
                </a:solidFill>
                <a:latin typeface="Georgia" panose="02040502050405020303" pitchFamily="18" charset="0"/>
                <a:ea typeface="黑体" pitchFamily="49" charset="-122"/>
              </a:rPr>
              <a:t>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9" name="TextBox 68"/>
          <p:cNvSpPr txBox="1"/>
          <p:nvPr/>
        </p:nvSpPr>
        <p:spPr>
          <a:xfrm>
            <a:off x="2051720" y="4125729"/>
            <a:ext cx="138531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3.5 </a:t>
            </a:r>
            <a:r>
              <a:rPr lang="en-US" altLang="zh-CN" sz="1000" dirty="0" smtClean="0">
                <a:solidFill>
                  <a:schemeClr val="tx1">
                    <a:lumMod val="85000"/>
                    <a:lumOff val="15000"/>
                  </a:schemeClr>
                </a:solidFill>
                <a:latin typeface="Georgia" panose="02040502050405020303" pitchFamily="18" charset="0"/>
                <a:ea typeface="黑体" pitchFamily="49" charset="-122"/>
              </a:rPr>
              <a:t>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0" name="TextBox 69"/>
          <p:cNvSpPr txBox="1"/>
          <p:nvPr/>
        </p:nvSpPr>
        <p:spPr>
          <a:xfrm>
            <a:off x="2051720" y="4557777"/>
            <a:ext cx="146386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3.6 </a:t>
            </a:r>
            <a:r>
              <a:rPr lang="en-US" altLang="zh-CN" sz="1000" dirty="0" smtClean="0">
                <a:solidFill>
                  <a:schemeClr val="tx1">
                    <a:lumMod val="85000"/>
                    <a:lumOff val="15000"/>
                  </a:schemeClr>
                </a:solidFill>
                <a:latin typeface="Georgia" panose="02040502050405020303" pitchFamily="18" charset="0"/>
                <a:ea typeface="黑体" pitchFamily="49" charset="-122"/>
              </a:rPr>
              <a:t>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1" name="TextBox 70"/>
          <p:cNvSpPr txBox="1"/>
          <p:nvPr/>
        </p:nvSpPr>
        <p:spPr>
          <a:xfrm>
            <a:off x="5196370" y="4557777"/>
            <a:ext cx="146867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3.7 </a:t>
            </a:r>
            <a:r>
              <a:rPr lang="en-US" altLang="zh-CN" sz="1000" dirty="0" smtClean="0">
                <a:solidFill>
                  <a:schemeClr val="tx1">
                    <a:lumMod val="85000"/>
                    <a:lumOff val="15000"/>
                  </a:schemeClr>
                </a:solidFill>
                <a:latin typeface="Georgia" panose="02040502050405020303" pitchFamily="18" charset="0"/>
                <a:ea typeface="黑体" pitchFamily="49" charset="-122"/>
              </a:rPr>
              <a:t>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2" name="TextBox 71"/>
          <p:cNvSpPr txBox="1"/>
          <p:nvPr/>
        </p:nvSpPr>
        <p:spPr>
          <a:xfrm>
            <a:off x="7092280" y="2139702"/>
            <a:ext cx="1752403"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3.8 </a:t>
            </a:r>
            <a:r>
              <a:rPr lang="en-US" altLang="zh-CN" sz="1000" dirty="0" smtClean="0">
                <a:solidFill>
                  <a:schemeClr val="tx1">
                    <a:lumMod val="85000"/>
                    <a:lumOff val="15000"/>
                  </a:schemeClr>
                </a:solidFill>
                <a:latin typeface="Georgia" panose="02040502050405020303" pitchFamily="18" charset="0"/>
                <a:ea typeface="黑体" pitchFamily="49" charset="-122"/>
              </a:rPr>
              <a:t>TXN Result Notification</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3" name="TextBox 72"/>
          <p:cNvSpPr txBox="1"/>
          <p:nvPr/>
        </p:nvSpPr>
        <p:spPr>
          <a:xfrm>
            <a:off x="4860032" y="3219822"/>
            <a:ext cx="146867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3.9 </a:t>
            </a:r>
            <a:r>
              <a:rPr lang="en-US" altLang="zh-CN" sz="1000" dirty="0" smtClean="0">
                <a:solidFill>
                  <a:schemeClr val="tx1">
                    <a:lumMod val="85000"/>
                    <a:lumOff val="15000"/>
                  </a:schemeClr>
                </a:solidFill>
                <a:latin typeface="Georgia" panose="02040502050405020303" pitchFamily="18" charset="0"/>
                <a:ea typeface="黑体" pitchFamily="49" charset="-122"/>
              </a:rPr>
              <a:t>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5" name="TextBox 74"/>
          <p:cNvSpPr txBox="1"/>
          <p:nvPr/>
        </p:nvSpPr>
        <p:spPr>
          <a:xfrm>
            <a:off x="1907704" y="2715766"/>
            <a:ext cx="1768433"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4.0</a:t>
            </a:r>
            <a:r>
              <a:rPr lang="en-US" altLang="zh-CN" sz="1000" dirty="0" smtClean="0">
                <a:solidFill>
                  <a:schemeClr val="tx1">
                    <a:lumMod val="85000"/>
                    <a:lumOff val="15000"/>
                  </a:schemeClr>
                </a:solidFill>
                <a:latin typeface="Georgia" panose="02040502050405020303" pitchFamily="18" charset="0"/>
                <a:ea typeface="黑体" pitchFamily="49" charset="-122"/>
              </a:rPr>
              <a:t> </a:t>
            </a:r>
            <a:r>
              <a:rPr lang="en-US" altLang="zh-CN" sz="1000" dirty="0" smtClean="0">
                <a:solidFill>
                  <a:schemeClr val="tx1">
                    <a:lumMod val="85000"/>
                    <a:lumOff val="15000"/>
                  </a:schemeClr>
                </a:solidFill>
                <a:latin typeface="Georgia" panose="02040502050405020303" pitchFamily="18" charset="0"/>
                <a:ea typeface="黑体" pitchFamily="49" charset="-122"/>
              </a:rPr>
              <a:t>TXN Result Notification</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pic>
        <p:nvPicPr>
          <p:cNvPr id="38" name="图片 37" descr="屏幕剪辑"/>
          <p:cNvPicPr>
            <a:picLocks noChangeAspect="1"/>
          </p:cNvPicPr>
          <p:nvPr/>
        </p:nvPicPr>
        <p:blipFill rotWithShape="1">
          <a:blip r:embed="rId9">
            <a:extLst>
              <a:ext uri="{28A0092B-C50C-407E-A947-70E740481C1C}">
                <a14:useLocalDpi xmlns:a14="http://schemas.microsoft.com/office/drawing/2010/main" val="0"/>
              </a:ext>
            </a:extLst>
          </a:blip>
          <a:srcRect b="17225"/>
          <a:stretch/>
        </p:blipFill>
        <p:spPr>
          <a:xfrm>
            <a:off x="3457924" y="1501246"/>
            <a:ext cx="1374699" cy="596047"/>
          </a:xfrm>
          <a:prstGeom prst="rect">
            <a:avLst/>
          </a:prstGeom>
        </p:spPr>
      </p:pic>
      <p:cxnSp>
        <p:nvCxnSpPr>
          <p:cNvPr id="4" name="肘形连接符 3"/>
          <p:cNvCxnSpPr>
            <a:endCxn id="38" idx="3"/>
          </p:cNvCxnSpPr>
          <p:nvPr/>
        </p:nvCxnSpPr>
        <p:spPr>
          <a:xfrm rot="5400000" flipH="1" flipV="1">
            <a:off x="4447345" y="2184549"/>
            <a:ext cx="770557" cy="12700"/>
          </a:xfrm>
          <a:prstGeom prst="bentConnector4">
            <a:avLst>
              <a:gd name="adj1" fmla="val 1314"/>
              <a:gd name="adj2" fmla="val 4803220"/>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4623638" y="1965489"/>
            <a:ext cx="138852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3.2 Coupon Write-off</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Tree>
    <p:extLst>
      <p:ext uri="{BB962C8B-B14F-4D97-AF65-F5344CB8AC3E}">
        <p14:creationId xmlns:p14="http://schemas.microsoft.com/office/powerpoint/2010/main" val="19612758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7" name="Picture 11" descr="C:\Users\zhengzuyi\Desktop\__ (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1868" y="1259879"/>
            <a:ext cx="1027532" cy="1289317"/>
          </a:xfrm>
          <a:prstGeom prst="rect">
            <a:avLst/>
          </a:prstGeom>
          <a:noFill/>
          <a:extLst>
            <a:ext uri="{909E8E84-426E-40DD-AFC4-6F175D3DCCD1}">
              <a14:hiddenFill xmlns:a14="http://schemas.microsoft.com/office/drawing/2010/main">
                <a:solidFill>
                  <a:srgbClr val="FFFFFF"/>
                </a:solidFill>
              </a14:hiddenFill>
            </a:ext>
          </a:extLst>
        </p:spPr>
      </p:pic>
      <p:sp>
        <p:nvSpPr>
          <p:cNvPr id="53" name="标题 1"/>
          <p:cNvSpPr txBox="1">
            <a:spLocks/>
          </p:cNvSpPr>
          <p:nvPr/>
        </p:nvSpPr>
        <p:spPr>
          <a:xfrm>
            <a:off x="395535" y="123478"/>
            <a:ext cx="7416825" cy="432048"/>
          </a:xfrm>
          <a:prstGeom prst="rect">
            <a:avLst/>
          </a:prstGeom>
        </p:spPr>
        <p:txBody>
          <a:bodyPr anchor="t">
            <a:noAutofit/>
          </a:bodyPr>
          <a:lstStyle>
            <a:lvl1pPr algn="l" defTabSz="914400" rtl="0" eaLnBrk="1" latinLnBrk="0" hangingPunct="1">
              <a:spcBef>
                <a:spcPct val="0"/>
              </a:spcBef>
              <a:buNone/>
              <a:defRPr sz="2800" kern="1200" baseline="0">
                <a:solidFill>
                  <a:srgbClr val="2E5C9E"/>
                </a:solidFill>
                <a:latin typeface="微软雅黑" panose="020B0503020204020204" pitchFamily="34" charset="-122"/>
                <a:ea typeface="微软雅黑" panose="020B0503020204020204" pitchFamily="34" charset="-122"/>
                <a:cs typeface="+mj-cs"/>
              </a:defRPr>
            </a:lvl1pPr>
          </a:lstStyle>
          <a:p>
            <a:r>
              <a:rPr lang="en-US" altLang="zh-CN" b="1" dirty="0">
                <a:latin typeface="Georgia" pitchFamily="18" charset="0"/>
                <a:ea typeface="黑体" pitchFamily="49" charset="-122"/>
              </a:rPr>
              <a:t>UPI</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QR</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Code</a:t>
            </a:r>
            <a:r>
              <a:rPr lang="zh-CN" altLang="en-US" b="1" dirty="0">
                <a:latin typeface="Georgia" pitchFamily="18" charset="0"/>
                <a:ea typeface="黑体" pitchFamily="49" charset="-122"/>
              </a:rPr>
              <a:t> </a:t>
            </a:r>
            <a:r>
              <a:rPr lang="en-US" altLang="zh-CN" b="1" dirty="0">
                <a:latin typeface="Georgia" pitchFamily="18" charset="0"/>
                <a:ea typeface="黑体" pitchFamily="49" charset="-122"/>
              </a:rPr>
              <a:t>-</a:t>
            </a:r>
            <a:r>
              <a:rPr lang="zh-CN" altLang="en-US" b="1" dirty="0">
                <a:latin typeface="Georgia" pitchFamily="18" charset="0"/>
                <a:ea typeface="黑体" pitchFamily="49" charset="-122"/>
              </a:rPr>
              <a:t> </a:t>
            </a:r>
            <a:r>
              <a:rPr lang="en-US" altLang="zh-CN" sz="1800" b="1" dirty="0" smtClean="0">
                <a:latin typeface="Georgia" pitchFamily="18" charset="0"/>
                <a:ea typeface="黑体" pitchFamily="49" charset="-122"/>
              </a:rPr>
              <a:t>Consumer</a:t>
            </a:r>
            <a:r>
              <a:rPr lang="zh-CN" altLang="en-US" sz="1800" b="1" dirty="0" smtClean="0">
                <a:latin typeface="Georgia" pitchFamily="18" charset="0"/>
                <a:ea typeface="黑体" pitchFamily="49" charset="-122"/>
              </a:rPr>
              <a:t> </a:t>
            </a:r>
            <a:r>
              <a:rPr lang="en-US" altLang="zh-CN" sz="1800" b="1" dirty="0" smtClean="0">
                <a:latin typeface="Georgia" pitchFamily="18" charset="0"/>
                <a:ea typeface="黑体" pitchFamily="49" charset="-122"/>
              </a:rPr>
              <a:t>Presented (ISO 8583)</a:t>
            </a:r>
            <a:endParaRPr lang="zh-CN" altLang="en-US" sz="1800" b="1" dirty="0">
              <a:latin typeface="Georgia" pitchFamily="18" charset="0"/>
              <a:ea typeface="黑体" pitchFamily="49" charset="-122"/>
            </a:endParaRPr>
          </a:p>
        </p:txBody>
      </p:sp>
      <p:pic>
        <p:nvPicPr>
          <p:cNvPr id="9219" name="Picture 3" descr="C:\Users\zhengzuyi\Desktop\____.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9097" y="2427734"/>
            <a:ext cx="1080120" cy="90010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C:\Users\zhengzuyi\Desktop\____.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6604" y="3867894"/>
            <a:ext cx="1595476" cy="1089538"/>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C:\Users\zhengzuyi\Desktop\__ (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0611" y="2569827"/>
            <a:ext cx="1186526" cy="1186526"/>
          </a:xfrm>
          <a:prstGeom prst="rect">
            <a:avLst/>
          </a:prstGeom>
          <a:noFill/>
          <a:extLst>
            <a:ext uri="{909E8E84-426E-40DD-AFC4-6F175D3DCCD1}">
              <a14:hiddenFill xmlns:a14="http://schemas.microsoft.com/office/drawing/2010/main">
                <a:solidFill>
                  <a:srgbClr val="FFFFFF"/>
                </a:solidFill>
              </a14:hiddenFill>
            </a:ext>
          </a:extLst>
        </p:spPr>
      </p:pic>
      <p:pic>
        <p:nvPicPr>
          <p:cNvPr id="9225" name="Picture 9" descr="C:\Users\zhengzuyi\Desktop\131670994.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2098" y="3600400"/>
            <a:ext cx="1347614" cy="1347614"/>
          </a:xfrm>
          <a:prstGeom prst="rect">
            <a:avLst/>
          </a:prstGeom>
          <a:noFill/>
          <a:extLst>
            <a:ext uri="{909E8E84-426E-40DD-AFC4-6F175D3DCCD1}">
              <a14:hiddenFill xmlns:a14="http://schemas.microsoft.com/office/drawing/2010/main">
                <a:solidFill>
                  <a:srgbClr val="FFFFFF"/>
                </a:solidFill>
              </a14:hiddenFill>
            </a:ext>
          </a:extLst>
        </p:spPr>
      </p:pic>
      <p:pic>
        <p:nvPicPr>
          <p:cNvPr id="9226" name="Picture 10" descr="C:\Users\zhengzuyi\Desktop\____.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91208" y="1458839"/>
            <a:ext cx="608855" cy="60885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991208" y="821799"/>
            <a:ext cx="574196"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APP</a:t>
            </a:r>
          </a:p>
        </p:txBody>
      </p:sp>
      <p:sp>
        <p:nvSpPr>
          <p:cNvPr id="17" name="TextBox 16"/>
          <p:cNvSpPr txBox="1"/>
          <p:nvPr/>
        </p:nvSpPr>
        <p:spPr>
          <a:xfrm>
            <a:off x="808161" y="2679795"/>
            <a:ext cx="974947"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Gateway</a:t>
            </a:r>
          </a:p>
        </p:txBody>
      </p:sp>
      <p:cxnSp>
        <p:nvCxnSpPr>
          <p:cNvPr id="5" name="直接箭头连接符 4"/>
          <p:cNvCxnSpPr/>
          <p:nvPr/>
        </p:nvCxnSpPr>
        <p:spPr>
          <a:xfrm>
            <a:off x="1840254" y="1357928"/>
            <a:ext cx="4631211" cy="0"/>
          </a:xfrm>
          <a:prstGeom prst="straightConnector1">
            <a:avLst/>
          </a:prstGeom>
          <a:ln w="15875">
            <a:solidFill>
              <a:schemeClr val="tx1"/>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6915625" y="1904537"/>
            <a:ext cx="0" cy="739221"/>
          </a:xfrm>
          <a:prstGeom prst="straightConnector1">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1907704" y="2542679"/>
            <a:ext cx="1512000" cy="0"/>
          </a:xfrm>
          <a:prstGeom prst="straightConnector1">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肘形连接符 13"/>
          <p:cNvCxnSpPr/>
          <p:nvPr/>
        </p:nvCxnSpPr>
        <p:spPr>
          <a:xfrm rot="10800000" flipV="1">
            <a:off x="5390437" y="3959646"/>
            <a:ext cx="1525188" cy="431085"/>
          </a:xfrm>
          <a:prstGeom prst="bentConnector3">
            <a:avLst>
              <a:gd name="adj1" fmla="val -283"/>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1981875" y="4390732"/>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2051720" y="4551971"/>
            <a:ext cx="1437997"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肘形连接符 31"/>
          <p:cNvCxnSpPr/>
          <p:nvPr/>
        </p:nvCxnSpPr>
        <p:spPr>
          <a:xfrm flipV="1">
            <a:off x="5468503" y="4033014"/>
            <a:ext cx="1944216" cy="715435"/>
          </a:xfrm>
          <a:prstGeom prst="bentConnector3">
            <a:avLst>
              <a:gd name="adj1" fmla="val 100067"/>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1907704" y="3003798"/>
            <a:ext cx="1437997"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907118" y="3344093"/>
            <a:ext cx="764953"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Issuer</a:t>
            </a:r>
          </a:p>
        </p:txBody>
      </p:sp>
      <p:sp>
        <p:nvSpPr>
          <p:cNvPr id="51" name="TextBox 50"/>
          <p:cNvSpPr txBox="1"/>
          <p:nvPr/>
        </p:nvSpPr>
        <p:spPr>
          <a:xfrm>
            <a:off x="6588224" y="3651870"/>
            <a:ext cx="1008609"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Acquirer</a:t>
            </a:r>
          </a:p>
        </p:txBody>
      </p:sp>
      <p:sp>
        <p:nvSpPr>
          <p:cNvPr id="52" name="TextBox 51"/>
          <p:cNvSpPr txBox="1"/>
          <p:nvPr/>
        </p:nvSpPr>
        <p:spPr>
          <a:xfrm>
            <a:off x="3810253" y="2139702"/>
            <a:ext cx="761747"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UMPS</a:t>
            </a:r>
          </a:p>
        </p:txBody>
      </p:sp>
      <p:sp>
        <p:nvSpPr>
          <p:cNvPr id="55" name="TextBox 54"/>
          <p:cNvSpPr txBox="1"/>
          <p:nvPr/>
        </p:nvSpPr>
        <p:spPr>
          <a:xfrm>
            <a:off x="3810253" y="3560117"/>
            <a:ext cx="691215" cy="307777"/>
          </a:xfrm>
          <a:prstGeom prst="rect">
            <a:avLst/>
          </a:prstGeom>
        </p:spPr>
        <p:txBody>
          <a:bodyPr wrap="none" rtlCol="0">
            <a:spAutoFit/>
          </a:bodyPr>
          <a:lstStyle/>
          <a:p>
            <a:r>
              <a:rPr lang="en-US" altLang="zh-CN" sz="1400" b="1" dirty="0" smtClean="0">
                <a:solidFill>
                  <a:schemeClr val="tx1">
                    <a:lumMod val="85000"/>
                    <a:lumOff val="15000"/>
                  </a:schemeClr>
                </a:solidFill>
                <a:latin typeface="Georgia" panose="02040502050405020303" pitchFamily="18" charset="0"/>
                <a:ea typeface="黑体" pitchFamily="49" charset="-122"/>
              </a:rPr>
              <a:t>GSCS</a:t>
            </a:r>
          </a:p>
        </p:txBody>
      </p:sp>
      <p:sp>
        <p:nvSpPr>
          <p:cNvPr id="49" name="TextBox 48"/>
          <p:cNvSpPr txBox="1"/>
          <p:nvPr/>
        </p:nvSpPr>
        <p:spPr>
          <a:xfrm>
            <a:off x="5436096" y="2139702"/>
            <a:ext cx="1515158"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3.1.0  Coupon Write-off</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5" name="TextBox 64"/>
          <p:cNvSpPr txBox="1"/>
          <p:nvPr/>
        </p:nvSpPr>
        <p:spPr>
          <a:xfrm>
            <a:off x="3217982" y="1059582"/>
            <a:ext cx="1786066" cy="246221"/>
          </a:xfrm>
          <a:prstGeom prst="rect">
            <a:avLst/>
          </a:prstGeom>
        </p:spPr>
        <p:txBody>
          <a:bodyPr wrap="none" rtlCol="0">
            <a:spAutoFit/>
          </a:bodyPr>
          <a:lstStyle/>
          <a:p>
            <a:r>
              <a:rPr lang="en-US" altLang="zh-CN" sz="1000" dirty="0">
                <a:solidFill>
                  <a:schemeClr val="tx1">
                    <a:lumMod val="85000"/>
                    <a:lumOff val="15000"/>
                  </a:schemeClr>
                </a:solidFill>
                <a:latin typeface="Georgia" panose="02040502050405020303" pitchFamily="18" charset="0"/>
                <a:ea typeface="黑体" pitchFamily="49" charset="-122"/>
              </a:rPr>
              <a:t>2</a:t>
            </a:r>
            <a:r>
              <a:rPr lang="en-US" altLang="zh-CN" sz="1000" dirty="0" smtClean="0">
                <a:solidFill>
                  <a:schemeClr val="tx1">
                    <a:lumMod val="85000"/>
                    <a:lumOff val="15000"/>
                  </a:schemeClr>
                </a:solidFill>
                <a:latin typeface="Georgia" panose="02040502050405020303" pitchFamily="18" charset="0"/>
                <a:ea typeface="黑体" pitchFamily="49" charset="-122"/>
              </a:rPr>
              <a:t>.0 Scan Merchant QR Code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6" name="TextBox 65"/>
          <p:cNvSpPr txBox="1"/>
          <p:nvPr/>
        </p:nvSpPr>
        <p:spPr>
          <a:xfrm>
            <a:off x="1907704" y="2283718"/>
            <a:ext cx="1435008"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1.0 Generate QR Code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8" name="TextBox 67"/>
          <p:cNvSpPr txBox="1"/>
          <p:nvPr/>
        </p:nvSpPr>
        <p:spPr>
          <a:xfrm>
            <a:off x="5436096" y="4125729"/>
            <a:ext cx="146065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3.1.1 Cou</a:t>
            </a:r>
            <a:r>
              <a:rPr lang="en-US" altLang="zh-CN" sz="1000" dirty="0" smtClean="0">
                <a:solidFill>
                  <a:schemeClr val="tx1">
                    <a:lumMod val="85000"/>
                    <a:lumOff val="15000"/>
                  </a:schemeClr>
                </a:solidFill>
                <a:latin typeface="Georgia" panose="02040502050405020303" pitchFamily="18" charset="0"/>
                <a:ea typeface="黑体" pitchFamily="49" charset="-122"/>
              </a:rPr>
              <a:t>pon Write-off</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69" name="TextBox 68"/>
          <p:cNvSpPr txBox="1"/>
          <p:nvPr/>
        </p:nvSpPr>
        <p:spPr>
          <a:xfrm>
            <a:off x="2051720" y="4125729"/>
            <a:ext cx="138531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3.6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0" name="TextBox 69"/>
          <p:cNvSpPr txBox="1"/>
          <p:nvPr/>
        </p:nvSpPr>
        <p:spPr>
          <a:xfrm>
            <a:off x="2051720" y="4557777"/>
            <a:ext cx="146065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3.7 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1" name="TextBox 70"/>
          <p:cNvSpPr txBox="1"/>
          <p:nvPr/>
        </p:nvSpPr>
        <p:spPr>
          <a:xfrm>
            <a:off x="5508104" y="4701793"/>
            <a:ext cx="146867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3.9 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2" name="TextBox 71"/>
          <p:cNvSpPr txBox="1"/>
          <p:nvPr/>
        </p:nvSpPr>
        <p:spPr>
          <a:xfrm>
            <a:off x="7073695" y="2324368"/>
            <a:ext cx="1768433"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4.0 TXN Result Notification</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75" name="TextBox 74"/>
          <p:cNvSpPr txBox="1"/>
          <p:nvPr/>
        </p:nvSpPr>
        <p:spPr>
          <a:xfrm>
            <a:off x="1907704" y="3003798"/>
            <a:ext cx="1760418"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3.9 TXN Result Notification</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sp>
        <p:nvSpPr>
          <p:cNvPr id="81" name="TextBox 80"/>
          <p:cNvSpPr txBox="1"/>
          <p:nvPr/>
        </p:nvSpPr>
        <p:spPr>
          <a:xfrm>
            <a:off x="4211960" y="3405649"/>
            <a:ext cx="1662635"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3.4  Additional Processing</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cxnSp>
        <p:nvCxnSpPr>
          <p:cNvPr id="74" name="直接箭头连接符 73"/>
          <p:cNvCxnSpPr/>
          <p:nvPr/>
        </p:nvCxnSpPr>
        <p:spPr>
          <a:xfrm flipV="1">
            <a:off x="3810253" y="3384744"/>
            <a:ext cx="0" cy="42101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2339752" y="3405649"/>
            <a:ext cx="1473480"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3.8 Payment Response</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pic>
        <p:nvPicPr>
          <p:cNvPr id="11268"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01775" y="840940"/>
            <a:ext cx="1094561" cy="1082738"/>
          </a:xfrm>
          <a:prstGeom prst="rect">
            <a:avLst/>
          </a:prstGeom>
          <a:noFill/>
          <a:ln>
            <a:noFill/>
          </a:ln>
          <a:scene3d>
            <a:camera prst="orthographicFront">
              <a:rot lat="0" lon="0" rev="10799999"/>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0" name="直接箭头连接符 79"/>
          <p:cNvCxnSpPr/>
          <p:nvPr/>
        </p:nvCxnSpPr>
        <p:spPr>
          <a:xfrm flipV="1">
            <a:off x="4572000" y="3384744"/>
            <a:ext cx="0" cy="421014"/>
          </a:xfrm>
          <a:prstGeom prst="straightConnector1">
            <a:avLst/>
          </a:prstGeom>
          <a:ln w="158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p:nvPr/>
        </p:nvCxnSpPr>
        <p:spPr>
          <a:xfrm>
            <a:off x="1907704" y="2643758"/>
            <a:ext cx="1512000" cy="0"/>
          </a:xfrm>
          <a:prstGeom prst="straightConnector1">
            <a:avLst/>
          </a:prstGeom>
          <a:ln w="158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1902856" y="2643758"/>
            <a:ext cx="1657826"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3.5  Additional Processing</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pic>
        <p:nvPicPr>
          <p:cNvPr id="2" name="图片 1" descr="屏幕剪辑"/>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46830" y="2476836"/>
            <a:ext cx="1741394" cy="912158"/>
          </a:xfrm>
          <a:prstGeom prst="rect">
            <a:avLst/>
          </a:prstGeom>
        </p:spPr>
      </p:pic>
      <p:cxnSp>
        <p:nvCxnSpPr>
          <p:cNvPr id="13" name="肘形连接符 12"/>
          <p:cNvCxnSpPr/>
          <p:nvPr/>
        </p:nvCxnSpPr>
        <p:spPr>
          <a:xfrm rot="5400000" flipH="1" flipV="1">
            <a:off x="5381517" y="3258939"/>
            <a:ext cx="833901" cy="816062"/>
          </a:xfrm>
          <a:prstGeom prst="bentConnector3">
            <a:avLst>
              <a:gd name="adj1" fmla="val 1658"/>
            </a:avLst>
          </a:prstGeom>
          <a:ln w="158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5325958" y="3837697"/>
            <a:ext cx="1478290"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3.1.2 </a:t>
            </a:r>
            <a:r>
              <a:rPr lang="en-US" altLang="zh-CN" sz="1000" dirty="0" smtClean="0">
                <a:solidFill>
                  <a:schemeClr val="tx1">
                    <a:lumMod val="85000"/>
                    <a:lumOff val="15000"/>
                  </a:schemeClr>
                </a:solidFill>
                <a:latin typeface="Georgia" panose="02040502050405020303" pitchFamily="18" charset="0"/>
                <a:ea typeface="黑体" pitchFamily="49" charset="-122"/>
              </a:rPr>
              <a:t>Coupon Write-off</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cxnSp>
        <p:nvCxnSpPr>
          <p:cNvPr id="44" name="直接箭头连接符 43"/>
          <p:cNvCxnSpPr/>
          <p:nvPr/>
        </p:nvCxnSpPr>
        <p:spPr>
          <a:xfrm>
            <a:off x="7068025" y="1923678"/>
            <a:ext cx="0" cy="720080"/>
          </a:xfrm>
          <a:prstGeom prst="straightConnector1">
            <a:avLst/>
          </a:prstGeom>
          <a:ln w="15875">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7068025" y="1923678"/>
            <a:ext cx="141577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3.2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cxnSp>
        <p:nvCxnSpPr>
          <p:cNvPr id="10" name="肘形连接符 9"/>
          <p:cNvCxnSpPr/>
          <p:nvPr/>
        </p:nvCxnSpPr>
        <p:spPr>
          <a:xfrm rot="5400000">
            <a:off x="6017079" y="3512773"/>
            <a:ext cx="592324" cy="1702093"/>
          </a:xfrm>
          <a:prstGeom prst="bentConnector2">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5508104" y="4413761"/>
            <a:ext cx="1415772" cy="246221"/>
          </a:xfrm>
          <a:prstGeom prst="rect">
            <a:avLst/>
          </a:prstGeom>
        </p:spPr>
        <p:txBody>
          <a:bodyPr wrap="none" rtlCol="0">
            <a:spAutoFit/>
          </a:bodyPr>
          <a:lstStyle/>
          <a:p>
            <a:r>
              <a:rPr lang="en-US" altLang="zh-CN" sz="1000" dirty="0" smtClean="0">
                <a:solidFill>
                  <a:schemeClr val="tx1">
                    <a:lumMod val="85000"/>
                    <a:lumOff val="15000"/>
                  </a:schemeClr>
                </a:solidFill>
                <a:latin typeface="Georgia" panose="02040502050405020303" pitchFamily="18" charset="0"/>
                <a:ea typeface="黑体" pitchFamily="49" charset="-122"/>
              </a:rPr>
              <a:t>3.3 Payment Request</a:t>
            </a:r>
            <a:endParaRPr lang="zh-CN" altLang="en-US" sz="1000" dirty="0" smtClean="0">
              <a:solidFill>
                <a:schemeClr val="tx1">
                  <a:lumMod val="85000"/>
                  <a:lumOff val="15000"/>
                </a:schemeClr>
              </a:solidFill>
              <a:latin typeface="Georgia" panose="02040502050405020303" pitchFamily="18" charset="0"/>
              <a:ea typeface="黑体" pitchFamily="49" charset="-122"/>
            </a:endParaRPr>
          </a:p>
        </p:txBody>
      </p:sp>
      <p:cxnSp>
        <p:nvCxnSpPr>
          <p:cNvPr id="56" name="肘形连接符 55"/>
          <p:cNvCxnSpPr>
            <a:stCxn id="9224" idx="3"/>
            <a:endCxn id="11268" idx="3"/>
          </p:cNvCxnSpPr>
          <p:nvPr/>
        </p:nvCxnSpPr>
        <p:spPr>
          <a:xfrm flipH="1" flipV="1">
            <a:off x="7596336" y="1382309"/>
            <a:ext cx="30801" cy="1780781"/>
          </a:xfrm>
          <a:prstGeom prst="bentConnector3">
            <a:avLst>
              <a:gd name="adj1" fmla="val -307248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68735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382654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自定12-01">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a:blip xmlns:r="http://schemas.openxmlformats.org/officeDocument/2006/relationships" r:embed="rId1" cstate="print"/>
          <a:stretch>
            <a:fillRect/>
          </a:stretch>
        </a:blipFill>
      </a:spPr>
      <a:bodyPr wrap="square" lIns="0" tIns="0" rIns="0" bIns="0" rtlCol="0"/>
      <a:lstStyle>
        <a:defPPr>
          <a:defRPr/>
        </a:defPPr>
      </a:lstStyle>
    </a:spDef>
    <a:txDef>
      <a:spPr/>
      <a:bodyPr wrap="square" rtlCol="0">
        <a:spAutoFit/>
      </a:bodyPr>
      <a:lstStyle>
        <a:defPPr>
          <a:defRPr sz="2800" dirty="0" smtClean="0">
            <a:solidFill>
              <a:srgbClr val="FF0000"/>
            </a:solidFill>
            <a:latin typeface="黑体" pitchFamily="49" charset="-122"/>
            <a:ea typeface="黑体" pitchFamily="49" charset="-122"/>
          </a:defRPr>
        </a:defPPr>
      </a:lstStyle>
    </a:txDef>
  </a:objectDefaults>
  <a:extraClrSchemeLst/>
  <a:extLst>
    <a:ext uri="{05A4C25C-085E-4340-85A3-A5531E510DB2}">
      <thm15:themeFamily xmlns="" xmlns:thm15="http://schemas.microsoft.com/office/thememl/2012/main" name="自定12-01" id="{20A3AD24-A193-47EB-8D30-55118CC09C65}" vid="{4E844742-2FCB-4B75-ADAA-9A0131350F67}"/>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25039</TotalTime>
  <Words>538</Words>
  <Application>Microsoft Office PowerPoint</Application>
  <PresentationFormat>全屏显示(16:9)</PresentationFormat>
  <Paragraphs>65</Paragraphs>
  <Slides>6</Slides>
  <Notes>6</Notes>
  <HiddenSlides>0</HiddenSlides>
  <MMClips>0</MMClips>
  <ScaleCrop>false</ScaleCrop>
  <HeadingPairs>
    <vt:vector size="4" baseType="variant">
      <vt:variant>
        <vt:lpstr>主题</vt:lpstr>
      </vt:variant>
      <vt:variant>
        <vt:i4>1</vt:i4>
      </vt:variant>
      <vt:variant>
        <vt:lpstr>幻灯片标题</vt:lpstr>
      </vt:variant>
      <vt:variant>
        <vt:i4>6</vt:i4>
      </vt:variant>
    </vt:vector>
  </HeadingPairs>
  <TitlesOfParts>
    <vt:vector size="7" baseType="lpstr">
      <vt:lpstr>自定12-01</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Microsoft</dc:creator>
  <cp:lastModifiedBy>郑祖一</cp:lastModifiedBy>
  <cp:revision>1682</cp:revision>
  <cp:lastPrinted>2018-01-04T02:53:35Z</cp:lastPrinted>
  <dcterms:created xsi:type="dcterms:W3CDTF">2016-10-31T07:37:43Z</dcterms:created>
  <dcterms:modified xsi:type="dcterms:W3CDTF">2018-07-26T03:05:23Z</dcterms:modified>
</cp:coreProperties>
</file>