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32"/>
  </p:notesMasterIdLst>
  <p:handoutMasterIdLst>
    <p:handoutMasterId r:id="rId33"/>
  </p:handoutMasterIdLst>
  <p:sldIdLst>
    <p:sldId id="280" r:id="rId2"/>
    <p:sldId id="351" r:id="rId3"/>
    <p:sldId id="591" r:id="rId4"/>
    <p:sldId id="490" r:id="rId5"/>
    <p:sldId id="594" r:id="rId6"/>
    <p:sldId id="508" r:id="rId7"/>
    <p:sldId id="569" r:id="rId8"/>
    <p:sldId id="595" r:id="rId9"/>
    <p:sldId id="427" r:id="rId10"/>
    <p:sldId id="568" r:id="rId11"/>
    <p:sldId id="402" r:id="rId12"/>
    <p:sldId id="413" r:id="rId13"/>
    <p:sldId id="509" r:id="rId14"/>
    <p:sldId id="472" r:id="rId15"/>
    <p:sldId id="473" r:id="rId16"/>
    <p:sldId id="577" r:id="rId17"/>
    <p:sldId id="589" r:id="rId18"/>
    <p:sldId id="590" r:id="rId19"/>
    <p:sldId id="596" r:id="rId20"/>
    <p:sldId id="597" r:id="rId21"/>
    <p:sldId id="598" r:id="rId22"/>
    <p:sldId id="438" r:id="rId23"/>
    <p:sldId id="533" r:id="rId24"/>
    <p:sldId id="535" r:id="rId25"/>
    <p:sldId id="588" r:id="rId26"/>
    <p:sldId id="582" r:id="rId27"/>
    <p:sldId id="584" r:id="rId28"/>
    <p:sldId id="585" r:id="rId29"/>
    <p:sldId id="570" r:id="rId30"/>
    <p:sldId id="360" r:id="rId31"/>
  </p:sldIdLst>
  <p:sldSz cx="9144000" cy="5143500" type="screen16x9"/>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nQin" initials="Dan" lastIdx="8" clrIdx="0"/>
  <p:cmAuthor id="1" name="Charlie Tu (涂俊辉)" initials="CT"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E2E33"/>
    <a:srgbClr val="EF856D"/>
    <a:srgbClr val="096762"/>
    <a:srgbClr val="12315E"/>
    <a:srgbClr val="DE1B23"/>
    <a:srgbClr val="3333FF"/>
    <a:srgbClr val="FFCC99"/>
    <a:srgbClr val="5B98D2"/>
    <a:srgbClr val="ED17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FD4443E-F989-4FC4-A0C8-D5A2AF1F390B}" styleName="深色样式 1 - 强调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7" autoAdjust="0"/>
    <p:restoredTop sz="73467" autoAdjust="0"/>
  </p:normalViewPr>
  <p:slideViewPr>
    <p:cSldViewPr showGuides="1">
      <p:cViewPr varScale="1">
        <p:scale>
          <a:sx n="101" d="100"/>
          <a:sy n="101" d="100"/>
        </p:scale>
        <p:origin x="162" y="9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150" d="100"/>
          <a:sy n="150" d="100"/>
        </p:scale>
        <p:origin x="1668" y="-18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oleObject" Target="file:///C:\Users\zhengzuyi\Desktop\&#24037;&#20316;&#31807;1.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yangjiaqi\Documents\&#39033;&#30446;\&#39033;&#30446;&#32479;&#31609;\&#20108;&#32500;&#30721;&#25910;&#21333;&#39033;&#30446;&#36319;&#36827;&#32479;&#31609;&#34920;0927.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a:lstStyle/>
          <a:p>
            <a:pPr>
              <a:defRPr sz="1600"/>
            </a:pPr>
            <a:r>
              <a:rPr lang="en-US" sz="1600" dirty="0">
                <a:latin typeface="Georgia" panose="02040502050405020303" pitchFamily="18" charset="0"/>
              </a:rPr>
              <a:t>Merchant Distribution</a:t>
            </a:r>
            <a:endParaRPr lang="zh-CN" sz="1600" dirty="0">
              <a:latin typeface="Georgia" panose="02040502050405020303" pitchFamily="18" charset="0"/>
            </a:endParaRPr>
          </a:p>
        </c:rich>
      </c:tx>
      <c:layout/>
      <c:overlay val="0"/>
    </c:title>
    <c:autoTitleDeleted val="0"/>
    <c:plotArea>
      <c:layout>
        <c:manualLayout>
          <c:layoutTarget val="inner"/>
          <c:xMode val="edge"/>
          <c:yMode val="edge"/>
          <c:x val="0.33994356955380578"/>
          <c:y val="0.23723242927967336"/>
          <c:w val="0.41733508311461065"/>
          <c:h val="0.69555847185768449"/>
        </c:manualLayout>
      </c:layout>
      <c:pieChart>
        <c:varyColors val="1"/>
        <c:ser>
          <c:idx val="0"/>
          <c:order val="0"/>
          <c:explosion val="25"/>
          <c:dLbls>
            <c:dLbl>
              <c:idx val="0"/>
              <c:layout>
                <c:manualLayout>
                  <c:x val="-3.5451662292213474E-3"/>
                  <c:y val="-4.5884733158355208E-2"/>
                </c:manualLayout>
              </c:layout>
              <c:showLegendKey val="0"/>
              <c:showVal val="0"/>
              <c:showCatName val="1"/>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0-0C33-4E21-81A7-7BADE821149C}"/>
                </c:ext>
              </c:extLst>
            </c:dLbl>
            <c:dLbl>
              <c:idx val="2"/>
              <c:layout/>
              <c:tx>
                <c:rich>
                  <a:bodyPr/>
                  <a:lstStyle/>
                  <a:p>
                    <a:r>
                      <a:rPr lang="en-US" altLang="en-US" sz="1100">
                        <a:latin typeface="Georgia" panose="02040502050405020303" pitchFamily="18" charset="0"/>
                      </a:rPr>
                      <a:t>R</a:t>
                    </a:r>
                    <a:r>
                      <a:rPr lang="en-US" altLang="zh-CN" sz="1100">
                        <a:latin typeface="Georgia" panose="02040502050405020303" pitchFamily="18" charset="0"/>
                      </a:rPr>
                      <a:t>estaurants</a:t>
                    </a:r>
                    <a:r>
                      <a:rPr lang="en-US" altLang="en-US" sz="1100" dirty="0">
                        <a:latin typeface="Georgia" panose="02040502050405020303" pitchFamily="18" charset="0"/>
                      </a:rPr>
                      <a:t>
24%</a:t>
                    </a:r>
                    <a:endParaRPr lang="en-US" altLang="en-US" dirty="0"/>
                  </a:p>
                </c:rich>
              </c:tx>
              <c:showLegendKey val="0"/>
              <c:showVal val="0"/>
              <c:showCatName val="1"/>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1-0C33-4E21-81A7-7BADE821149C}"/>
                </c:ext>
              </c:extLst>
            </c:dLbl>
            <c:dLbl>
              <c:idx val="4"/>
              <c:layout>
                <c:manualLayout>
                  <c:x val="6.3104221347331582E-2"/>
                  <c:y val="3.4210411198600174E-2"/>
                </c:manualLayout>
              </c:layout>
              <c:showLegendKey val="0"/>
              <c:showVal val="0"/>
              <c:showCatName val="1"/>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2-0C33-4E21-81A7-7BADE821149C}"/>
                </c:ext>
              </c:extLst>
            </c:dLbl>
            <c:spPr>
              <a:noFill/>
              <a:ln>
                <a:noFill/>
              </a:ln>
              <a:effectLst/>
            </c:spPr>
            <c:txPr>
              <a:bodyPr/>
              <a:lstStyle/>
              <a:p>
                <a:pPr>
                  <a:defRPr sz="1100">
                    <a:latin typeface="Georgia" panose="02040502050405020303" pitchFamily="18" charset="0"/>
                  </a:defRPr>
                </a:pPr>
                <a:endParaRPr lang="zh-CN"/>
              </a:p>
            </c:txPr>
            <c:showLegendKey val="0"/>
            <c:showVal val="0"/>
            <c:showCatName val="1"/>
            <c:showSerName val="0"/>
            <c:showPercent val="1"/>
            <c:showBubbleSize val="0"/>
            <c:showLeaderLines val="0"/>
            <c:extLst>
              <c:ext xmlns:c15="http://schemas.microsoft.com/office/drawing/2012/chart" uri="{CE6537A1-D6FC-4f65-9D91-7224C49458BB}">
                <c15:layout/>
              </c:ext>
            </c:extLst>
          </c:dLbls>
          <c:cat>
            <c:strRef>
              <c:f>Sheet1!$B$26:$B$30</c:f>
              <c:strCache>
                <c:ptCount val="5"/>
                <c:pt idx="0">
                  <c:v>Duty-free</c:v>
                </c:pt>
                <c:pt idx="1">
                  <c:v>Department stores</c:v>
                </c:pt>
                <c:pt idx="2">
                  <c:v>Eating places and restaurants</c:v>
                </c:pt>
                <c:pt idx="3">
                  <c:v>Retail Store</c:v>
                </c:pt>
                <c:pt idx="4">
                  <c:v>SPA</c:v>
                </c:pt>
              </c:strCache>
            </c:strRef>
          </c:cat>
          <c:val>
            <c:numRef>
              <c:f>Sheet1!$C$26:$C$30</c:f>
              <c:numCache>
                <c:formatCode>General</c:formatCode>
                <c:ptCount val="5"/>
                <c:pt idx="0">
                  <c:v>845</c:v>
                </c:pt>
                <c:pt idx="1">
                  <c:v>608</c:v>
                </c:pt>
                <c:pt idx="2">
                  <c:v>600</c:v>
                </c:pt>
                <c:pt idx="3">
                  <c:v>420</c:v>
                </c:pt>
                <c:pt idx="4">
                  <c:v>14</c:v>
                </c:pt>
              </c:numCache>
            </c:numRef>
          </c:val>
          <c:extLst>
            <c:ext xmlns:c16="http://schemas.microsoft.com/office/drawing/2014/chart" uri="{C3380CC4-5D6E-409C-BE32-E72D297353CC}">
              <c16:uniqueId val="{00000003-0C33-4E21-81A7-7BADE821149C}"/>
            </c:ext>
          </c:extLst>
        </c:ser>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sz="1800"/>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pivotSource>
    <c:name>[二维码收单项目跟进统筹表0927.xlsx]Sheet1!数据透视表1</c:name>
    <c:fmtId val="-1"/>
  </c:pivotSource>
  <c:chart>
    <c:title>
      <c:tx>
        <c:rich>
          <a:bodyPr rot="0" spcFirstLastPara="1" vertOverflow="ellipsis" vert="horz" wrap="square" anchor="ctr" anchorCtr="1"/>
          <a:lstStyle/>
          <a:p>
            <a:pPr>
              <a:defRPr sz="1600" b="1" i="0" u="none" strike="noStrike" kern="1200" cap="none" baseline="0">
                <a:solidFill>
                  <a:schemeClr val="tx1">
                    <a:lumMod val="65000"/>
                    <a:lumOff val="35000"/>
                  </a:schemeClr>
                </a:solidFill>
                <a:latin typeface="+mn-lt"/>
                <a:ea typeface="+mn-ea"/>
                <a:cs typeface="+mn-cs"/>
              </a:defRPr>
            </a:pPr>
            <a:r>
              <a:rPr lang="en-US" altLang="zh-CN" cap="none" baseline="0" dirty="0" smtClean="0">
                <a:solidFill>
                  <a:schemeClr val="tx1"/>
                </a:solidFill>
                <a:latin typeface="Georgia" panose="02040502050405020303" pitchFamily="18" charset="0"/>
              </a:rPr>
              <a:t>Implement Mode Distribution</a:t>
            </a:r>
            <a:endParaRPr lang="zh-CN" altLang="en-US" cap="none" baseline="0" dirty="0">
              <a:solidFill>
                <a:schemeClr val="tx1"/>
              </a:solidFill>
              <a:latin typeface="Georgia" panose="02040502050405020303" pitchFamily="18" charset="0"/>
            </a:endParaRPr>
          </a:p>
        </c:rich>
      </c:tx>
      <c:layout/>
      <c:overlay val="0"/>
      <c:spPr>
        <a:noFill/>
        <a:ln>
          <a:noFill/>
        </a:ln>
        <a:effectLst/>
      </c:spPr>
    </c:title>
    <c:autoTitleDeleted val="0"/>
    <c:pivotFmts>
      <c:pivotFmt>
        <c:idx val="0"/>
        <c:spPr>
          <a:solidFill>
            <a:schemeClr val="accent1"/>
          </a:solidFill>
          <a:ln>
            <a:noFill/>
          </a:ln>
          <a:effectLst>
            <a:outerShdw blurRad="63500" sx="102000" sy="102000" algn="ctr" rotWithShape="0">
              <a:prstClr val="black">
                <a:alpha val="20000"/>
              </a:prstClr>
            </a:outerShdw>
          </a:effectLst>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
        <c:spPr>
          <a:solidFill>
            <a:schemeClr val="accent1">
              <a:tint val="58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1">
              <a:tint val="86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3"/>
        <c:spPr>
          <a:solidFill>
            <a:schemeClr val="accent1">
              <a:shade val="86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1">
              <a:shade val="58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1"/>
          </a:solidFill>
          <a:ln>
            <a:noFill/>
          </a:ln>
          <a:effectLst>
            <a:outerShdw blurRad="63500" sx="102000" sy="102000" algn="ctr"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6"/>
        <c:spPr>
          <a:solidFill>
            <a:schemeClr val="accent1">
              <a:tint val="58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7"/>
        <c:spPr>
          <a:solidFill>
            <a:schemeClr val="accent1">
              <a:tint val="86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8"/>
        <c:spPr>
          <a:solidFill>
            <a:schemeClr val="accent1">
              <a:shade val="86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9"/>
        <c:spPr>
          <a:solidFill>
            <a:schemeClr val="accent1">
              <a:shade val="58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10"/>
        <c:spPr>
          <a:solidFill>
            <a:schemeClr val="accent1"/>
          </a:solidFill>
          <a:ln>
            <a:noFill/>
          </a:ln>
          <a:effectLst>
            <a:outerShdw blurRad="63500" sx="102000" sy="102000" algn="ctr"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1">
              <a:tint val="58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1">
              <a:tint val="86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3"/>
        <c:spPr>
          <a:solidFill>
            <a:schemeClr val="accent1">
              <a:shade val="86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4"/>
        <c:spPr>
          <a:solidFill>
            <a:schemeClr val="accent1">
              <a:shade val="58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extLst>
        </c:dLbl>
      </c:pivotFmt>
    </c:pivotFmts>
    <c:plotArea>
      <c:layout/>
      <c:pieChart>
        <c:varyColors val="1"/>
        <c:ser>
          <c:idx val="0"/>
          <c:order val="0"/>
          <c:tx>
            <c:strRef>
              <c:f>Sheet1!$D$47</c:f>
              <c:strCache>
                <c:ptCount val="1"/>
                <c:pt idx="0">
                  <c:v>汇总</c:v>
                </c:pt>
              </c:strCache>
            </c:strRef>
          </c:tx>
          <c:dPt>
            <c:idx val="0"/>
            <c:bubble3D val="0"/>
            <c:explosion val="17"/>
            <c:spPr>
              <a:solidFill>
                <a:schemeClr val="accent1">
                  <a:tint val="58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8B8B-4A39-95E9-4109D2DA06C3}"/>
              </c:ext>
            </c:extLst>
          </c:dPt>
          <c:dPt>
            <c:idx val="1"/>
            <c:bubble3D val="0"/>
            <c:explosion val="15"/>
            <c:spPr>
              <a:solidFill>
                <a:schemeClr val="accent1">
                  <a:tint val="86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8B8B-4A39-95E9-4109D2DA06C3}"/>
              </c:ext>
            </c:extLst>
          </c:dPt>
          <c:dPt>
            <c:idx val="2"/>
            <c:bubble3D val="0"/>
            <c:explosion val="17"/>
            <c:spPr>
              <a:solidFill>
                <a:schemeClr val="accent1">
                  <a:shade val="86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8B8B-4A39-95E9-4109D2DA06C3}"/>
              </c:ext>
            </c:extLst>
          </c:dPt>
          <c:dPt>
            <c:idx val="3"/>
            <c:bubble3D val="0"/>
            <c:explosion val="10"/>
            <c:spPr>
              <a:solidFill>
                <a:schemeClr val="accent1">
                  <a:shade val="58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8B8B-4A39-95E9-4109D2DA06C3}"/>
              </c:ext>
            </c:extLst>
          </c:dPt>
          <c:dLbls>
            <c:dLbl>
              <c:idx val="2"/>
              <c:layout>
                <c:manualLayout>
                  <c:x val="-0.17827416885389327"/>
                  <c:y val="0"/>
                </c:manualLayout>
              </c:layout>
              <c:dLblPos val="bestFit"/>
              <c:showLegendKey val="0"/>
              <c:showVal val="0"/>
              <c:showCatName val="1"/>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5-8B8B-4A39-95E9-4109D2DA06C3}"/>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spc="0" baseline="0">
                    <a:solidFill>
                      <a:schemeClr val="tx1"/>
                    </a:solidFill>
                    <a:latin typeface="Georgia" panose="02040502050405020303" pitchFamily="18" charset="0"/>
                    <a:ea typeface="+mn-ea"/>
                    <a:cs typeface="+mn-cs"/>
                  </a:defRPr>
                </a:pPr>
                <a:endParaRPr lang="zh-CN"/>
              </a:p>
            </c:txPr>
            <c:dLblPos val="outEnd"/>
            <c:showLegendKey val="0"/>
            <c:showVal val="0"/>
            <c:showCatName val="1"/>
            <c:showSerName val="0"/>
            <c:showPercent val="1"/>
            <c:showBubbleSize val="0"/>
            <c:showLeaderLines val="0"/>
            <c:extLst>
              <c:ext xmlns:c15="http://schemas.microsoft.com/office/drawing/2012/chart" uri="{CE6537A1-D6FC-4f65-9D91-7224C49458BB}">
                <c15:layout/>
              </c:ext>
            </c:extLst>
          </c:dLbls>
          <c:cat>
            <c:strRef>
              <c:f>Sheet1!$C$48:$C$52</c:f>
              <c:strCache>
                <c:ptCount val="4"/>
                <c:pt idx="0">
                  <c:v>Both</c:v>
                </c:pt>
                <c:pt idx="1">
                  <c:v>C</c:v>
                </c:pt>
                <c:pt idx="2">
                  <c:v>M</c:v>
                </c:pt>
                <c:pt idx="3">
                  <c:v>M（DC）</c:v>
                </c:pt>
              </c:strCache>
            </c:strRef>
          </c:cat>
          <c:val>
            <c:numRef>
              <c:f>Sheet1!$D$48:$D$52</c:f>
              <c:numCache>
                <c:formatCode>General</c:formatCode>
                <c:ptCount val="4"/>
                <c:pt idx="0">
                  <c:v>14</c:v>
                </c:pt>
                <c:pt idx="1">
                  <c:v>4</c:v>
                </c:pt>
                <c:pt idx="2">
                  <c:v>9</c:v>
                </c:pt>
                <c:pt idx="3">
                  <c:v>19</c:v>
                </c:pt>
              </c:numCache>
            </c:numRef>
          </c:val>
          <c:extLst>
            <c:ext xmlns:c16="http://schemas.microsoft.com/office/drawing/2014/chart" uri="{C3380CC4-5D6E-409C-BE32-E72D297353CC}">
              <c16:uniqueId val="{00000008-8B8B-4A39-95E9-4109D2DA06C3}"/>
            </c:ext>
          </c:extLst>
        </c:ser>
        <c:dLbls>
          <c:dLblPos val="outEnd"/>
          <c:showLegendKey val="0"/>
          <c:showVal val="0"/>
          <c:showCatName val="1"/>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1">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diagrams/_rels/data4.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image" Target="../media/image55.jpeg"/></Relationships>
</file>

<file path=ppt/diagrams/_rels/drawing4.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image" Target="../media/image55.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6015F0-7A49-4FFC-A16C-22A2E036C88C}" type="doc">
      <dgm:prSet loTypeId="urn:microsoft.com/office/officeart/2005/8/layout/lProcess2" loCatId="list" qsTypeId="urn:microsoft.com/office/officeart/2005/8/quickstyle/simple1" qsCatId="simple" csTypeId="urn:microsoft.com/office/officeart/2005/8/colors/accent0_2" csCatId="mainScheme" phldr="1"/>
      <dgm:spPr/>
      <dgm:t>
        <a:bodyPr/>
        <a:lstStyle/>
        <a:p>
          <a:endParaRPr lang="zh-CN" altLang="en-US"/>
        </a:p>
      </dgm:t>
    </dgm:pt>
    <dgm:pt modelId="{F75426D6-EDDC-4FB9-A034-5FF870357477}">
      <dgm:prSet phldrT="[文本]" custT="1"/>
      <dgm:spPr/>
      <dgm:t>
        <a:bodyPr/>
        <a:lstStyle/>
        <a:p>
          <a:r>
            <a:rPr lang="en-US" altLang="zh-CN" sz="1200" b="1" dirty="0" smtClean="0">
              <a:latin typeface="Georgia" panose="02040502050405020303" pitchFamily="18" charset="0"/>
            </a:rPr>
            <a:t>Format</a:t>
          </a:r>
          <a:endParaRPr lang="zh-CN" altLang="en-US" sz="1050" b="1" dirty="0">
            <a:latin typeface="Georgia" panose="02040502050405020303" pitchFamily="18" charset="0"/>
          </a:endParaRPr>
        </a:p>
      </dgm:t>
    </dgm:pt>
    <dgm:pt modelId="{DF91EB10-AEF3-4076-8AFD-EA9000F6166F}" type="parTrans" cxnId="{C26D153D-D788-4D6B-B1DE-8CB63B8B93F2}">
      <dgm:prSet/>
      <dgm:spPr/>
      <dgm:t>
        <a:bodyPr/>
        <a:lstStyle/>
        <a:p>
          <a:endParaRPr lang="zh-CN" altLang="en-US"/>
        </a:p>
      </dgm:t>
    </dgm:pt>
    <dgm:pt modelId="{A84E11CB-C8E9-45F6-9C09-C0E9D3771122}" type="sibTrans" cxnId="{C26D153D-D788-4D6B-B1DE-8CB63B8B93F2}">
      <dgm:prSet/>
      <dgm:spPr/>
      <dgm:t>
        <a:bodyPr/>
        <a:lstStyle/>
        <a:p>
          <a:endParaRPr lang="zh-CN" altLang="en-US"/>
        </a:p>
      </dgm:t>
    </dgm:pt>
    <dgm:pt modelId="{F3A807F1-FDD5-47AE-B231-00F60D463C57}">
      <dgm:prSet phldrT="[文本]" custT="1"/>
      <dgm:spPr/>
      <dgm:t>
        <a:bodyPr anchor="ctr"/>
        <a:lstStyle/>
        <a:p>
          <a:r>
            <a:rPr lang="en-US" altLang="zh-CN" sz="1050" b="1" dirty="0" smtClean="0">
              <a:latin typeface="Georgia" panose="02040502050405020303" pitchFamily="18" charset="0"/>
            </a:rPr>
            <a:t>ISO 8583</a:t>
          </a:r>
          <a:endParaRPr lang="zh-CN" altLang="en-US" sz="1050" b="1" dirty="0">
            <a:latin typeface="Georgia" panose="02040502050405020303" pitchFamily="18" charset="0"/>
          </a:endParaRPr>
        </a:p>
      </dgm:t>
    </dgm:pt>
    <dgm:pt modelId="{33322F74-ABE9-44EB-90B8-CC7EC4A8F7AF}" type="parTrans" cxnId="{4CF9FC0A-6537-4273-9D33-9BFB1DF7952E}">
      <dgm:prSet/>
      <dgm:spPr/>
      <dgm:t>
        <a:bodyPr/>
        <a:lstStyle/>
        <a:p>
          <a:endParaRPr lang="zh-CN" altLang="en-US"/>
        </a:p>
      </dgm:t>
    </dgm:pt>
    <dgm:pt modelId="{D6EF34C7-FB11-4F73-9270-C0AC8F9106DE}" type="sibTrans" cxnId="{4CF9FC0A-6537-4273-9D33-9BFB1DF7952E}">
      <dgm:prSet/>
      <dgm:spPr/>
      <dgm:t>
        <a:bodyPr/>
        <a:lstStyle/>
        <a:p>
          <a:endParaRPr lang="zh-CN" altLang="en-US"/>
        </a:p>
      </dgm:t>
    </dgm:pt>
    <dgm:pt modelId="{A7681C13-2D5A-48EC-B601-F06180B8E4F7}">
      <dgm:prSet phldrT="[文本]" custT="1"/>
      <dgm:spPr/>
      <dgm:t>
        <a:bodyPr anchor="ctr"/>
        <a:lstStyle/>
        <a:p>
          <a:r>
            <a:rPr lang="en-US" altLang="zh-CN" sz="1050" b="1" dirty="0" smtClean="0">
              <a:latin typeface="Georgia" panose="02040502050405020303" pitchFamily="18" charset="0"/>
            </a:rPr>
            <a:t>JSON</a:t>
          </a:r>
          <a:endParaRPr lang="zh-CN" altLang="en-US" sz="1050" b="1" dirty="0">
            <a:latin typeface="Georgia" panose="02040502050405020303" pitchFamily="18" charset="0"/>
          </a:endParaRPr>
        </a:p>
      </dgm:t>
    </dgm:pt>
    <dgm:pt modelId="{D5232173-8EA9-41EB-8C77-F43AAC489556}" type="parTrans" cxnId="{43DCC5BE-221A-4788-9852-FABEDE8770EC}">
      <dgm:prSet/>
      <dgm:spPr/>
      <dgm:t>
        <a:bodyPr/>
        <a:lstStyle/>
        <a:p>
          <a:endParaRPr lang="zh-CN" altLang="en-US"/>
        </a:p>
      </dgm:t>
    </dgm:pt>
    <dgm:pt modelId="{61B592B7-FA03-498A-AD27-DDDC83EA27F3}" type="sibTrans" cxnId="{43DCC5BE-221A-4788-9852-FABEDE8770EC}">
      <dgm:prSet/>
      <dgm:spPr/>
      <dgm:t>
        <a:bodyPr/>
        <a:lstStyle/>
        <a:p>
          <a:endParaRPr lang="zh-CN" altLang="en-US"/>
        </a:p>
      </dgm:t>
    </dgm:pt>
    <dgm:pt modelId="{6B6BF1C3-781C-4D11-B3F2-B67931A303D7}">
      <dgm:prSet phldrT="[文本]" custT="1"/>
      <dgm:spPr/>
      <dgm:t>
        <a:bodyPr/>
        <a:lstStyle/>
        <a:p>
          <a:r>
            <a:rPr lang="en-US" altLang="zh-CN" sz="1200" b="1" dirty="0" smtClean="0">
              <a:latin typeface="Georgia" panose="02040502050405020303" pitchFamily="18" charset="0"/>
            </a:rPr>
            <a:t>Connection</a:t>
          </a:r>
          <a:endParaRPr lang="zh-CN" altLang="en-US" sz="1200" b="1" dirty="0">
            <a:latin typeface="Georgia" panose="02040502050405020303" pitchFamily="18" charset="0"/>
          </a:endParaRPr>
        </a:p>
      </dgm:t>
    </dgm:pt>
    <dgm:pt modelId="{F15B450C-6E4A-4F4F-9481-129379148DC7}" type="parTrans" cxnId="{AA114199-538D-4EF9-A872-0BCFDB7A6E48}">
      <dgm:prSet/>
      <dgm:spPr/>
      <dgm:t>
        <a:bodyPr/>
        <a:lstStyle/>
        <a:p>
          <a:endParaRPr lang="zh-CN" altLang="en-US"/>
        </a:p>
      </dgm:t>
    </dgm:pt>
    <dgm:pt modelId="{1B9736FC-8171-436A-8F54-2AD424326A7C}" type="sibTrans" cxnId="{AA114199-538D-4EF9-A872-0BCFDB7A6E48}">
      <dgm:prSet/>
      <dgm:spPr/>
      <dgm:t>
        <a:bodyPr/>
        <a:lstStyle/>
        <a:p>
          <a:endParaRPr lang="zh-CN" altLang="en-US"/>
        </a:p>
      </dgm:t>
    </dgm:pt>
    <dgm:pt modelId="{8A6EE40C-500C-45B7-BEDB-601E4B7C0221}">
      <dgm:prSet phldrT="[文本]" custT="1"/>
      <dgm:spPr/>
      <dgm:t>
        <a:bodyPr anchor="ctr"/>
        <a:lstStyle/>
        <a:p>
          <a:r>
            <a:rPr lang="en-US" altLang="zh-CN" sz="1050" b="1" dirty="0" smtClean="0">
              <a:latin typeface="Georgia" panose="02040502050405020303" pitchFamily="18" charset="0"/>
            </a:rPr>
            <a:t>Indirect</a:t>
          </a:r>
          <a:endParaRPr lang="zh-CN" altLang="en-US" sz="1050" b="1" dirty="0">
            <a:latin typeface="Georgia" panose="02040502050405020303" pitchFamily="18" charset="0"/>
          </a:endParaRPr>
        </a:p>
      </dgm:t>
    </dgm:pt>
    <dgm:pt modelId="{EE048606-F189-467C-BEB2-DECDBC5E7863}" type="parTrans" cxnId="{A5DB6F60-2607-4FA3-AC8A-30BA4E29448F}">
      <dgm:prSet/>
      <dgm:spPr/>
      <dgm:t>
        <a:bodyPr/>
        <a:lstStyle/>
        <a:p>
          <a:endParaRPr lang="zh-CN" altLang="en-US"/>
        </a:p>
      </dgm:t>
    </dgm:pt>
    <dgm:pt modelId="{D10E578F-12CA-42B7-8C6E-53CE61079157}" type="sibTrans" cxnId="{A5DB6F60-2607-4FA3-AC8A-30BA4E29448F}">
      <dgm:prSet/>
      <dgm:spPr/>
      <dgm:t>
        <a:bodyPr/>
        <a:lstStyle/>
        <a:p>
          <a:endParaRPr lang="zh-CN" altLang="en-US"/>
        </a:p>
      </dgm:t>
    </dgm:pt>
    <dgm:pt modelId="{F2288428-8DDF-4B54-B415-216E45D6BA63}">
      <dgm:prSet phldrT="[文本]" custT="1"/>
      <dgm:spPr/>
      <dgm:t>
        <a:bodyPr anchor="ctr"/>
        <a:lstStyle/>
        <a:p>
          <a:r>
            <a:rPr lang="en-US" altLang="zh-CN" sz="1050" b="1" dirty="0" smtClean="0">
              <a:latin typeface="Georgia" panose="02040502050405020303" pitchFamily="18" charset="0"/>
            </a:rPr>
            <a:t>Direct</a:t>
          </a:r>
          <a:endParaRPr lang="zh-CN" altLang="en-US" sz="1050" b="1" dirty="0">
            <a:latin typeface="Georgia" panose="02040502050405020303" pitchFamily="18" charset="0"/>
          </a:endParaRPr>
        </a:p>
      </dgm:t>
    </dgm:pt>
    <dgm:pt modelId="{4E273F46-7C27-402C-8D38-389F8C910C53}" type="parTrans" cxnId="{0D1CE77B-5710-4210-90E5-537C05BE9B6D}">
      <dgm:prSet/>
      <dgm:spPr/>
      <dgm:t>
        <a:bodyPr/>
        <a:lstStyle/>
        <a:p>
          <a:endParaRPr lang="zh-CN" altLang="en-US"/>
        </a:p>
      </dgm:t>
    </dgm:pt>
    <dgm:pt modelId="{390450FB-9374-46DA-B04F-4FAE0664B4B0}" type="sibTrans" cxnId="{0D1CE77B-5710-4210-90E5-537C05BE9B6D}">
      <dgm:prSet/>
      <dgm:spPr/>
      <dgm:t>
        <a:bodyPr/>
        <a:lstStyle/>
        <a:p>
          <a:endParaRPr lang="zh-CN" altLang="en-US"/>
        </a:p>
      </dgm:t>
    </dgm:pt>
    <dgm:pt modelId="{838AF70B-D616-4465-AB3C-804666220625}" type="pres">
      <dgm:prSet presAssocID="{2A6015F0-7A49-4FFC-A16C-22A2E036C88C}" presName="theList" presStyleCnt="0">
        <dgm:presLayoutVars>
          <dgm:dir/>
          <dgm:animLvl val="lvl"/>
          <dgm:resizeHandles val="exact"/>
        </dgm:presLayoutVars>
      </dgm:prSet>
      <dgm:spPr/>
      <dgm:t>
        <a:bodyPr/>
        <a:lstStyle/>
        <a:p>
          <a:endParaRPr lang="zh-CN" altLang="en-US"/>
        </a:p>
      </dgm:t>
    </dgm:pt>
    <dgm:pt modelId="{B48DF20E-549D-4DF1-8557-4749183A376B}" type="pres">
      <dgm:prSet presAssocID="{F75426D6-EDDC-4FB9-A034-5FF870357477}" presName="compNode" presStyleCnt="0"/>
      <dgm:spPr/>
      <dgm:t>
        <a:bodyPr/>
        <a:lstStyle/>
        <a:p>
          <a:endParaRPr lang="zh-CN" altLang="en-US"/>
        </a:p>
      </dgm:t>
    </dgm:pt>
    <dgm:pt modelId="{6F8DF6FF-B14D-4ECF-A85A-69409E455CD5}" type="pres">
      <dgm:prSet presAssocID="{F75426D6-EDDC-4FB9-A034-5FF870357477}" presName="aNode" presStyleLbl="bgShp" presStyleIdx="0" presStyleCnt="2"/>
      <dgm:spPr/>
      <dgm:t>
        <a:bodyPr/>
        <a:lstStyle/>
        <a:p>
          <a:endParaRPr lang="zh-CN" altLang="en-US"/>
        </a:p>
      </dgm:t>
    </dgm:pt>
    <dgm:pt modelId="{EB10646F-E990-4454-BC6A-78D6E89C25FD}" type="pres">
      <dgm:prSet presAssocID="{F75426D6-EDDC-4FB9-A034-5FF870357477}" presName="textNode" presStyleLbl="bgShp" presStyleIdx="0" presStyleCnt="2"/>
      <dgm:spPr/>
      <dgm:t>
        <a:bodyPr/>
        <a:lstStyle/>
        <a:p>
          <a:endParaRPr lang="zh-CN" altLang="en-US"/>
        </a:p>
      </dgm:t>
    </dgm:pt>
    <dgm:pt modelId="{2DFC303C-E8D1-4ADD-844A-E5C8B242AD2E}" type="pres">
      <dgm:prSet presAssocID="{F75426D6-EDDC-4FB9-A034-5FF870357477}" presName="compChildNode" presStyleCnt="0"/>
      <dgm:spPr/>
      <dgm:t>
        <a:bodyPr/>
        <a:lstStyle/>
        <a:p>
          <a:endParaRPr lang="zh-CN" altLang="en-US"/>
        </a:p>
      </dgm:t>
    </dgm:pt>
    <dgm:pt modelId="{511573A5-3894-4B37-A007-933C60E3C153}" type="pres">
      <dgm:prSet presAssocID="{F75426D6-EDDC-4FB9-A034-5FF870357477}" presName="theInnerList" presStyleCnt="0"/>
      <dgm:spPr/>
      <dgm:t>
        <a:bodyPr/>
        <a:lstStyle/>
        <a:p>
          <a:endParaRPr lang="zh-CN" altLang="en-US"/>
        </a:p>
      </dgm:t>
    </dgm:pt>
    <dgm:pt modelId="{68C758C4-D19E-4AEB-98C4-B9D2E472368A}" type="pres">
      <dgm:prSet presAssocID="{F3A807F1-FDD5-47AE-B231-00F60D463C57}" presName="childNode" presStyleLbl="node1" presStyleIdx="0" presStyleCnt="4">
        <dgm:presLayoutVars>
          <dgm:bulletEnabled val="1"/>
        </dgm:presLayoutVars>
      </dgm:prSet>
      <dgm:spPr/>
      <dgm:t>
        <a:bodyPr/>
        <a:lstStyle/>
        <a:p>
          <a:endParaRPr lang="zh-CN" altLang="en-US"/>
        </a:p>
      </dgm:t>
    </dgm:pt>
    <dgm:pt modelId="{7810B540-B3E3-4207-B53D-94C069D264FF}" type="pres">
      <dgm:prSet presAssocID="{F3A807F1-FDD5-47AE-B231-00F60D463C57}" presName="aSpace2" presStyleCnt="0"/>
      <dgm:spPr/>
      <dgm:t>
        <a:bodyPr/>
        <a:lstStyle/>
        <a:p>
          <a:endParaRPr lang="zh-CN" altLang="en-US"/>
        </a:p>
      </dgm:t>
    </dgm:pt>
    <dgm:pt modelId="{B66DF5FA-59FC-4E1F-9A8E-86281C714E9B}" type="pres">
      <dgm:prSet presAssocID="{A7681C13-2D5A-48EC-B601-F06180B8E4F7}" presName="childNode" presStyleLbl="node1" presStyleIdx="1" presStyleCnt="4">
        <dgm:presLayoutVars>
          <dgm:bulletEnabled val="1"/>
        </dgm:presLayoutVars>
      </dgm:prSet>
      <dgm:spPr/>
      <dgm:t>
        <a:bodyPr/>
        <a:lstStyle/>
        <a:p>
          <a:endParaRPr lang="zh-CN" altLang="en-US"/>
        </a:p>
      </dgm:t>
    </dgm:pt>
    <dgm:pt modelId="{4EFE42E9-08FA-4C32-A3FA-0EF6EDF67222}" type="pres">
      <dgm:prSet presAssocID="{F75426D6-EDDC-4FB9-A034-5FF870357477}" presName="aSpace" presStyleCnt="0"/>
      <dgm:spPr/>
      <dgm:t>
        <a:bodyPr/>
        <a:lstStyle/>
        <a:p>
          <a:endParaRPr lang="zh-CN" altLang="en-US"/>
        </a:p>
      </dgm:t>
    </dgm:pt>
    <dgm:pt modelId="{43A355A8-0B86-40CB-8D31-33693DEA048C}" type="pres">
      <dgm:prSet presAssocID="{6B6BF1C3-781C-4D11-B3F2-B67931A303D7}" presName="compNode" presStyleCnt="0"/>
      <dgm:spPr/>
      <dgm:t>
        <a:bodyPr/>
        <a:lstStyle/>
        <a:p>
          <a:endParaRPr lang="zh-CN" altLang="en-US"/>
        </a:p>
      </dgm:t>
    </dgm:pt>
    <dgm:pt modelId="{DC04206F-6AFB-4B28-8FB2-DBFDBB6C9235}" type="pres">
      <dgm:prSet presAssocID="{6B6BF1C3-781C-4D11-B3F2-B67931A303D7}" presName="aNode" presStyleLbl="bgShp" presStyleIdx="1" presStyleCnt="2"/>
      <dgm:spPr/>
      <dgm:t>
        <a:bodyPr/>
        <a:lstStyle/>
        <a:p>
          <a:endParaRPr lang="zh-CN" altLang="en-US"/>
        </a:p>
      </dgm:t>
    </dgm:pt>
    <dgm:pt modelId="{F0D11CC5-4049-46B9-A30C-8C8375DF7BC2}" type="pres">
      <dgm:prSet presAssocID="{6B6BF1C3-781C-4D11-B3F2-B67931A303D7}" presName="textNode" presStyleLbl="bgShp" presStyleIdx="1" presStyleCnt="2"/>
      <dgm:spPr/>
      <dgm:t>
        <a:bodyPr/>
        <a:lstStyle/>
        <a:p>
          <a:endParaRPr lang="zh-CN" altLang="en-US"/>
        </a:p>
      </dgm:t>
    </dgm:pt>
    <dgm:pt modelId="{F1E0E921-340D-41DE-A794-68890C6BF75B}" type="pres">
      <dgm:prSet presAssocID="{6B6BF1C3-781C-4D11-B3F2-B67931A303D7}" presName="compChildNode" presStyleCnt="0"/>
      <dgm:spPr/>
      <dgm:t>
        <a:bodyPr/>
        <a:lstStyle/>
        <a:p>
          <a:endParaRPr lang="zh-CN" altLang="en-US"/>
        </a:p>
      </dgm:t>
    </dgm:pt>
    <dgm:pt modelId="{45C4D294-6EE0-40BD-9F6A-2EDF47719A7A}" type="pres">
      <dgm:prSet presAssocID="{6B6BF1C3-781C-4D11-B3F2-B67931A303D7}" presName="theInnerList" presStyleCnt="0"/>
      <dgm:spPr/>
      <dgm:t>
        <a:bodyPr/>
        <a:lstStyle/>
        <a:p>
          <a:endParaRPr lang="zh-CN" altLang="en-US"/>
        </a:p>
      </dgm:t>
    </dgm:pt>
    <dgm:pt modelId="{A559E1F6-3B5A-47C5-B4B7-3A8162B05FB0}" type="pres">
      <dgm:prSet presAssocID="{8A6EE40C-500C-45B7-BEDB-601E4B7C0221}" presName="childNode" presStyleLbl="node1" presStyleIdx="2" presStyleCnt="4">
        <dgm:presLayoutVars>
          <dgm:bulletEnabled val="1"/>
        </dgm:presLayoutVars>
      </dgm:prSet>
      <dgm:spPr/>
      <dgm:t>
        <a:bodyPr/>
        <a:lstStyle/>
        <a:p>
          <a:endParaRPr lang="zh-CN" altLang="en-US"/>
        </a:p>
      </dgm:t>
    </dgm:pt>
    <dgm:pt modelId="{19BCAE50-1A8C-4BBD-A147-C2FA8D6DDA85}" type="pres">
      <dgm:prSet presAssocID="{8A6EE40C-500C-45B7-BEDB-601E4B7C0221}" presName="aSpace2" presStyleCnt="0"/>
      <dgm:spPr/>
      <dgm:t>
        <a:bodyPr/>
        <a:lstStyle/>
        <a:p>
          <a:endParaRPr lang="zh-CN" altLang="en-US"/>
        </a:p>
      </dgm:t>
    </dgm:pt>
    <dgm:pt modelId="{DCD87B76-E5A7-4609-BDC3-7E339EA5C7F1}" type="pres">
      <dgm:prSet presAssocID="{F2288428-8DDF-4B54-B415-216E45D6BA63}" presName="childNode" presStyleLbl="node1" presStyleIdx="3" presStyleCnt="4">
        <dgm:presLayoutVars>
          <dgm:bulletEnabled val="1"/>
        </dgm:presLayoutVars>
      </dgm:prSet>
      <dgm:spPr/>
      <dgm:t>
        <a:bodyPr/>
        <a:lstStyle/>
        <a:p>
          <a:endParaRPr lang="zh-CN" altLang="en-US"/>
        </a:p>
      </dgm:t>
    </dgm:pt>
  </dgm:ptLst>
  <dgm:cxnLst>
    <dgm:cxn modelId="{CDDAFAF6-A328-4DF7-9133-2B371CD37F0E}" type="presOf" srcId="{8A6EE40C-500C-45B7-BEDB-601E4B7C0221}" destId="{A559E1F6-3B5A-47C5-B4B7-3A8162B05FB0}" srcOrd="0" destOrd="0" presId="urn:microsoft.com/office/officeart/2005/8/layout/lProcess2"/>
    <dgm:cxn modelId="{43DCC5BE-221A-4788-9852-FABEDE8770EC}" srcId="{F75426D6-EDDC-4FB9-A034-5FF870357477}" destId="{A7681C13-2D5A-48EC-B601-F06180B8E4F7}" srcOrd="1" destOrd="0" parTransId="{D5232173-8EA9-41EB-8C77-F43AAC489556}" sibTransId="{61B592B7-FA03-498A-AD27-DDDC83EA27F3}"/>
    <dgm:cxn modelId="{0D1CE77B-5710-4210-90E5-537C05BE9B6D}" srcId="{6B6BF1C3-781C-4D11-B3F2-B67931A303D7}" destId="{F2288428-8DDF-4B54-B415-216E45D6BA63}" srcOrd="1" destOrd="0" parTransId="{4E273F46-7C27-402C-8D38-389F8C910C53}" sibTransId="{390450FB-9374-46DA-B04F-4FAE0664B4B0}"/>
    <dgm:cxn modelId="{24CE5F8E-604E-4850-9573-4D93475C760A}" type="presOf" srcId="{A7681C13-2D5A-48EC-B601-F06180B8E4F7}" destId="{B66DF5FA-59FC-4E1F-9A8E-86281C714E9B}" srcOrd="0" destOrd="0" presId="urn:microsoft.com/office/officeart/2005/8/layout/lProcess2"/>
    <dgm:cxn modelId="{DD3D9851-80FA-479B-88D7-58109FAF5AC9}" type="presOf" srcId="{F75426D6-EDDC-4FB9-A034-5FF870357477}" destId="{6F8DF6FF-B14D-4ECF-A85A-69409E455CD5}" srcOrd="0" destOrd="0" presId="urn:microsoft.com/office/officeart/2005/8/layout/lProcess2"/>
    <dgm:cxn modelId="{C26D153D-D788-4D6B-B1DE-8CB63B8B93F2}" srcId="{2A6015F0-7A49-4FFC-A16C-22A2E036C88C}" destId="{F75426D6-EDDC-4FB9-A034-5FF870357477}" srcOrd="0" destOrd="0" parTransId="{DF91EB10-AEF3-4076-8AFD-EA9000F6166F}" sibTransId="{A84E11CB-C8E9-45F6-9C09-C0E9D3771122}"/>
    <dgm:cxn modelId="{AA114199-538D-4EF9-A872-0BCFDB7A6E48}" srcId="{2A6015F0-7A49-4FFC-A16C-22A2E036C88C}" destId="{6B6BF1C3-781C-4D11-B3F2-B67931A303D7}" srcOrd="1" destOrd="0" parTransId="{F15B450C-6E4A-4F4F-9481-129379148DC7}" sibTransId="{1B9736FC-8171-436A-8F54-2AD424326A7C}"/>
    <dgm:cxn modelId="{A4FCF9B4-2AEE-4E6D-BABF-1BD53F6D0A5D}" type="presOf" srcId="{F2288428-8DDF-4B54-B415-216E45D6BA63}" destId="{DCD87B76-E5A7-4609-BDC3-7E339EA5C7F1}" srcOrd="0" destOrd="0" presId="urn:microsoft.com/office/officeart/2005/8/layout/lProcess2"/>
    <dgm:cxn modelId="{4CF9FC0A-6537-4273-9D33-9BFB1DF7952E}" srcId="{F75426D6-EDDC-4FB9-A034-5FF870357477}" destId="{F3A807F1-FDD5-47AE-B231-00F60D463C57}" srcOrd="0" destOrd="0" parTransId="{33322F74-ABE9-44EB-90B8-CC7EC4A8F7AF}" sibTransId="{D6EF34C7-FB11-4F73-9270-C0AC8F9106DE}"/>
    <dgm:cxn modelId="{FC65CCC4-29C3-41BE-A882-9582F9FBABD6}" type="presOf" srcId="{F75426D6-EDDC-4FB9-A034-5FF870357477}" destId="{EB10646F-E990-4454-BC6A-78D6E89C25FD}" srcOrd="1" destOrd="0" presId="urn:microsoft.com/office/officeart/2005/8/layout/lProcess2"/>
    <dgm:cxn modelId="{46CB554A-6E37-4FC7-BD16-D872448F99DD}" type="presOf" srcId="{F3A807F1-FDD5-47AE-B231-00F60D463C57}" destId="{68C758C4-D19E-4AEB-98C4-B9D2E472368A}" srcOrd="0" destOrd="0" presId="urn:microsoft.com/office/officeart/2005/8/layout/lProcess2"/>
    <dgm:cxn modelId="{A5DB6F60-2607-4FA3-AC8A-30BA4E29448F}" srcId="{6B6BF1C3-781C-4D11-B3F2-B67931A303D7}" destId="{8A6EE40C-500C-45B7-BEDB-601E4B7C0221}" srcOrd="0" destOrd="0" parTransId="{EE048606-F189-467C-BEB2-DECDBC5E7863}" sibTransId="{D10E578F-12CA-42B7-8C6E-53CE61079157}"/>
    <dgm:cxn modelId="{A4CB678C-4EFB-4B7F-85B1-9DE872B8FD40}" type="presOf" srcId="{2A6015F0-7A49-4FFC-A16C-22A2E036C88C}" destId="{838AF70B-D616-4465-AB3C-804666220625}" srcOrd="0" destOrd="0" presId="urn:microsoft.com/office/officeart/2005/8/layout/lProcess2"/>
    <dgm:cxn modelId="{CC2F42C5-3419-4622-AF35-8B9CEED5C2F3}" type="presOf" srcId="{6B6BF1C3-781C-4D11-B3F2-B67931A303D7}" destId="{DC04206F-6AFB-4B28-8FB2-DBFDBB6C9235}" srcOrd="0" destOrd="0" presId="urn:microsoft.com/office/officeart/2005/8/layout/lProcess2"/>
    <dgm:cxn modelId="{2EDFAED1-ED41-4AB9-B4D3-B2265D21763F}" type="presOf" srcId="{6B6BF1C3-781C-4D11-B3F2-B67931A303D7}" destId="{F0D11CC5-4049-46B9-A30C-8C8375DF7BC2}" srcOrd="1" destOrd="0" presId="urn:microsoft.com/office/officeart/2005/8/layout/lProcess2"/>
    <dgm:cxn modelId="{1E1D9B8D-1CD2-4AD2-9FD8-EEC57A630EBE}" type="presParOf" srcId="{838AF70B-D616-4465-AB3C-804666220625}" destId="{B48DF20E-549D-4DF1-8557-4749183A376B}" srcOrd="0" destOrd="0" presId="urn:microsoft.com/office/officeart/2005/8/layout/lProcess2"/>
    <dgm:cxn modelId="{5542137F-CDDA-40AC-978D-90F02058860A}" type="presParOf" srcId="{B48DF20E-549D-4DF1-8557-4749183A376B}" destId="{6F8DF6FF-B14D-4ECF-A85A-69409E455CD5}" srcOrd="0" destOrd="0" presId="urn:microsoft.com/office/officeart/2005/8/layout/lProcess2"/>
    <dgm:cxn modelId="{3B60CB9C-837E-4A2F-997B-DD4F34E98CA6}" type="presParOf" srcId="{B48DF20E-549D-4DF1-8557-4749183A376B}" destId="{EB10646F-E990-4454-BC6A-78D6E89C25FD}" srcOrd="1" destOrd="0" presId="urn:microsoft.com/office/officeart/2005/8/layout/lProcess2"/>
    <dgm:cxn modelId="{44F7711E-DAB5-4DB2-A5A9-B76651AB9DFF}" type="presParOf" srcId="{B48DF20E-549D-4DF1-8557-4749183A376B}" destId="{2DFC303C-E8D1-4ADD-844A-E5C8B242AD2E}" srcOrd="2" destOrd="0" presId="urn:microsoft.com/office/officeart/2005/8/layout/lProcess2"/>
    <dgm:cxn modelId="{3320817B-C494-4CE3-A96F-05ACB4CFF2F8}" type="presParOf" srcId="{2DFC303C-E8D1-4ADD-844A-E5C8B242AD2E}" destId="{511573A5-3894-4B37-A007-933C60E3C153}" srcOrd="0" destOrd="0" presId="urn:microsoft.com/office/officeart/2005/8/layout/lProcess2"/>
    <dgm:cxn modelId="{846E1C9B-DC25-446A-8784-C6C22C33CF92}" type="presParOf" srcId="{511573A5-3894-4B37-A007-933C60E3C153}" destId="{68C758C4-D19E-4AEB-98C4-B9D2E472368A}" srcOrd="0" destOrd="0" presId="urn:microsoft.com/office/officeart/2005/8/layout/lProcess2"/>
    <dgm:cxn modelId="{C36D47F1-1B20-44D9-8F45-761054419457}" type="presParOf" srcId="{511573A5-3894-4B37-A007-933C60E3C153}" destId="{7810B540-B3E3-4207-B53D-94C069D264FF}" srcOrd="1" destOrd="0" presId="urn:microsoft.com/office/officeart/2005/8/layout/lProcess2"/>
    <dgm:cxn modelId="{FD478B01-2D4E-45AC-9DE9-DA6A267FD280}" type="presParOf" srcId="{511573A5-3894-4B37-A007-933C60E3C153}" destId="{B66DF5FA-59FC-4E1F-9A8E-86281C714E9B}" srcOrd="2" destOrd="0" presId="urn:microsoft.com/office/officeart/2005/8/layout/lProcess2"/>
    <dgm:cxn modelId="{7F82FAAE-5EC8-4100-AC33-BB35EBD566B3}" type="presParOf" srcId="{838AF70B-D616-4465-AB3C-804666220625}" destId="{4EFE42E9-08FA-4C32-A3FA-0EF6EDF67222}" srcOrd="1" destOrd="0" presId="urn:microsoft.com/office/officeart/2005/8/layout/lProcess2"/>
    <dgm:cxn modelId="{EF46A452-E72A-491E-A3E1-442415796F0A}" type="presParOf" srcId="{838AF70B-D616-4465-AB3C-804666220625}" destId="{43A355A8-0B86-40CB-8D31-33693DEA048C}" srcOrd="2" destOrd="0" presId="urn:microsoft.com/office/officeart/2005/8/layout/lProcess2"/>
    <dgm:cxn modelId="{DDC488C8-AE06-4AC3-A6E1-57BBCF962144}" type="presParOf" srcId="{43A355A8-0B86-40CB-8D31-33693DEA048C}" destId="{DC04206F-6AFB-4B28-8FB2-DBFDBB6C9235}" srcOrd="0" destOrd="0" presId="urn:microsoft.com/office/officeart/2005/8/layout/lProcess2"/>
    <dgm:cxn modelId="{C2B43A0D-B01D-48DA-8D66-7AA667A7FCD1}" type="presParOf" srcId="{43A355A8-0B86-40CB-8D31-33693DEA048C}" destId="{F0D11CC5-4049-46B9-A30C-8C8375DF7BC2}" srcOrd="1" destOrd="0" presId="urn:microsoft.com/office/officeart/2005/8/layout/lProcess2"/>
    <dgm:cxn modelId="{6E9AF5A8-7EB1-4A52-A3B5-A56BE1449693}" type="presParOf" srcId="{43A355A8-0B86-40CB-8D31-33693DEA048C}" destId="{F1E0E921-340D-41DE-A794-68890C6BF75B}" srcOrd="2" destOrd="0" presId="urn:microsoft.com/office/officeart/2005/8/layout/lProcess2"/>
    <dgm:cxn modelId="{993BCABF-FC5A-48F2-8B7B-8580C517E141}" type="presParOf" srcId="{F1E0E921-340D-41DE-A794-68890C6BF75B}" destId="{45C4D294-6EE0-40BD-9F6A-2EDF47719A7A}" srcOrd="0" destOrd="0" presId="urn:microsoft.com/office/officeart/2005/8/layout/lProcess2"/>
    <dgm:cxn modelId="{AFB8C7C1-C66E-45D5-AA1B-005A7FA06142}" type="presParOf" srcId="{45C4D294-6EE0-40BD-9F6A-2EDF47719A7A}" destId="{A559E1F6-3B5A-47C5-B4B7-3A8162B05FB0}" srcOrd="0" destOrd="0" presId="urn:microsoft.com/office/officeart/2005/8/layout/lProcess2"/>
    <dgm:cxn modelId="{061F1E6C-DF0E-4191-9307-8ECC277B89D4}" type="presParOf" srcId="{45C4D294-6EE0-40BD-9F6A-2EDF47719A7A}" destId="{19BCAE50-1A8C-4BBD-A147-C2FA8D6DDA85}" srcOrd="1" destOrd="0" presId="urn:microsoft.com/office/officeart/2005/8/layout/lProcess2"/>
    <dgm:cxn modelId="{4836A6DA-FE94-4E37-A761-5C7E65C20312}" type="presParOf" srcId="{45C4D294-6EE0-40BD-9F6A-2EDF47719A7A}" destId="{DCD87B76-E5A7-4609-BDC3-7E339EA5C7F1}" srcOrd="2" destOrd="0" presId="urn:microsoft.com/office/officeart/2005/8/layout/l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A6015F0-7A49-4FFC-A16C-22A2E036C88C}" type="doc">
      <dgm:prSet loTypeId="urn:microsoft.com/office/officeart/2005/8/layout/lProcess2" loCatId="list" qsTypeId="urn:microsoft.com/office/officeart/2005/8/quickstyle/simple1" qsCatId="simple" csTypeId="urn:microsoft.com/office/officeart/2005/8/colors/accent0_3" csCatId="mainScheme" phldr="1"/>
      <dgm:spPr/>
      <dgm:t>
        <a:bodyPr/>
        <a:lstStyle/>
        <a:p>
          <a:endParaRPr lang="zh-CN" altLang="en-US"/>
        </a:p>
      </dgm:t>
    </dgm:pt>
    <dgm:pt modelId="{F75426D6-EDDC-4FB9-A034-5FF870357477}">
      <dgm:prSet phldrT="[文本]" custT="1"/>
      <dgm:spPr/>
      <dgm:t>
        <a:bodyPr/>
        <a:lstStyle/>
        <a:p>
          <a:r>
            <a:rPr lang="en-US" altLang="zh-CN" sz="1100" b="1" dirty="0" smtClean="0">
              <a:latin typeface="Georgia" panose="02040502050405020303" pitchFamily="18" charset="0"/>
            </a:rPr>
            <a:t>APP Dev.</a:t>
          </a:r>
          <a:endParaRPr lang="zh-CN" altLang="en-US" sz="1100" b="1" dirty="0">
            <a:latin typeface="Georgia" panose="02040502050405020303" pitchFamily="18" charset="0"/>
          </a:endParaRPr>
        </a:p>
      </dgm:t>
    </dgm:pt>
    <dgm:pt modelId="{DF91EB10-AEF3-4076-8AFD-EA9000F6166F}" type="parTrans" cxnId="{C26D153D-D788-4D6B-B1DE-8CB63B8B93F2}">
      <dgm:prSet/>
      <dgm:spPr/>
      <dgm:t>
        <a:bodyPr/>
        <a:lstStyle/>
        <a:p>
          <a:endParaRPr lang="zh-CN" altLang="en-US"/>
        </a:p>
      </dgm:t>
    </dgm:pt>
    <dgm:pt modelId="{A84E11CB-C8E9-45F6-9C09-C0E9D3771122}" type="sibTrans" cxnId="{C26D153D-D788-4D6B-B1DE-8CB63B8B93F2}">
      <dgm:prSet/>
      <dgm:spPr/>
      <dgm:t>
        <a:bodyPr/>
        <a:lstStyle/>
        <a:p>
          <a:endParaRPr lang="zh-CN" altLang="en-US"/>
        </a:p>
      </dgm:t>
    </dgm:pt>
    <dgm:pt modelId="{F3A807F1-FDD5-47AE-B231-00F60D463C57}">
      <dgm:prSet phldrT="[文本]" custT="1"/>
      <dgm:spPr/>
      <dgm:t>
        <a:bodyPr anchor="ctr"/>
        <a:lstStyle/>
        <a:p>
          <a:r>
            <a:rPr lang="en-US" altLang="zh-CN" sz="1050" b="1" dirty="0" smtClean="0">
              <a:latin typeface="Georgia" panose="02040502050405020303" pitchFamily="18" charset="0"/>
            </a:rPr>
            <a:t>Integrated</a:t>
          </a:r>
          <a:endParaRPr lang="zh-CN" altLang="en-US" sz="1050" b="1" dirty="0">
            <a:latin typeface="Georgia" panose="02040502050405020303" pitchFamily="18" charset="0"/>
          </a:endParaRPr>
        </a:p>
      </dgm:t>
    </dgm:pt>
    <dgm:pt modelId="{33322F74-ABE9-44EB-90B8-CC7EC4A8F7AF}" type="parTrans" cxnId="{4CF9FC0A-6537-4273-9D33-9BFB1DF7952E}">
      <dgm:prSet/>
      <dgm:spPr/>
      <dgm:t>
        <a:bodyPr/>
        <a:lstStyle/>
        <a:p>
          <a:endParaRPr lang="zh-CN" altLang="en-US"/>
        </a:p>
      </dgm:t>
    </dgm:pt>
    <dgm:pt modelId="{D6EF34C7-FB11-4F73-9270-C0AC8F9106DE}" type="sibTrans" cxnId="{4CF9FC0A-6537-4273-9D33-9BFB1DF7952E}">
      <dgm:prSet/>
      <dgm:spPr/>
      <dgm:t>
        <a:bodyPr/>
        <a:lstStyle/>
        <a:p>
          <a:endParaRPr lang="zh-CN" altLang="en-US"/>
        </a:p>
      </dgm:t>
    </dgm:pt>
    <dgm:pt modelId="{A7681C13-2D5A-48EC-B601-F06180B8E4F7}">
      <dgm:prSet phldrT="[文本]" custT="1"/>
      <dgm:spPr/>
      <dgm:t>
        <a:bodyPr anchor="ctr"/>
        <a:lstStyle/>
        <a:p>
          <a:r>
            <a:rPr lang="en-US" altLang="zh-CN" sz="1050" b="1" dirty="0" smtClean="0">
              <a:latin typeface="Georgia" panose="02040502050405020303" pitchFamily="18" charset="0"/>
            </a:rPr>
            <a:t>Modular</a:t>
          </a:r>
          <a:endParaRPr lang="zh-CN" altLang="en-US" sz="1050" b="1" dirty="0">
            <a:latin typeface="Georgia" panose="02040502050405020303" pitchFamily="18" charset="0"/>
          </a:endParaRPr>
        </a:p>
      </dgm:t>
    </dgm:pt>
    <dgm:pt modelId="{D5232173-8EA9-41EB-8C77-F43AAC489556}" type="parTrans" cxnId="{43DCC5BE-221A-4788-9852-FABEDE8770EC}">
      <dgm:prSet/>
      <dgm:spPr/>
      <dgm:t>
        <a:bodyPr/>
        <a:lstStyle/>
        <a:p>
          <a:endParaRPr lang="zh-CN" altLang="en-US"/>
        </a:p>
      </dgm:t>
    </dgm:pt>
    <dgm:pt modelId="{61B592B7-FA03-498A-AD27-DDDC83EA27F3}" type="sibTrans" cxnId="{43DCC5BE-221A-4788-9852-FABEDE8770EC}">
      <dgm:prSet/>
      <dgm:spPr/>
      <dgm:t>
        <a:bodyPr/>
        <a:lstStyle/>
        <a:p>
          <a:endParaRPr lang="zh-CN" altLang="en-US"/>
        </a:p>
      </dgm:t>
    </dgm:pt>
    <dgm:pt modelId="{6B6BF1C3-781C-4D11-B3F2-B67931A303D7}">
      <dgm:prSet phldrT="[文本]" custT="1"/>
      <dgm:spPr/>
      <dgm:t>
        <a:bodyPr/>
        <a:lstStyle/>
        <a:p>
          <a:r>
            <a:rPr lang="en-US" altLang="zh-CN" sz="1100" b="1" dirty="0" smtClean="0">
              <a:latin typeface="Georgia" panose="02040502050405020303" pitchFamily="18" charset="0"/>
            </a:rPr>
            <a:t>Host System</a:t>
          </a:r>
          <a:endParaRPr lang="zh-CN" altLang="en-US" sz="1100" b="1" dirty="0">
            <a:latin typeface="Georgia" panose="02040502050405020303" pitchFamily="18" charset="0"/>
          </a:endParaRPr>
        </a:p>
      </dgm:t>
    </dgm:pt>
    <dgm:pt modelId="{F15B450C-6E4A-4F4F-9481-129379148DC7}" type="parTrans" cxnId="{AA114199-538D-4EF9-A872-0BCFDB7A6E48}">
      <dgm:prSet/>
      <dgm:spPr/>
      <dgm:t>
        <a:bodyPr/>
        <a:lstStyle/>
        <a:p>
          <a:endParaRPr lang="zh-CN" altLang="en-US"/>
        </a:p>
      </dgm:t>
    </dgm:pt>
    <dgm:pt modelId="{1B9736FC-8171-436A-8F54-2AD424326A7C}" type="sibTrans" cxnId="{AA114199-538D-4EF9-A872-0BCFDB7A6E48}">
      <dgm:prSet/>
      <dgm:spPr/>
      <dgm:t>
        <a:bodyPr/>
        <a:lstStyle/>
        <a:p>
          <a:endParaRPr lang="zh-CN" altLang="en-US"/>
        </a:p>
      </dgm:t>
    </dgm:pt>
    <dgm:pt modelId="{8A6EE40C-500C-45B7-BEDB-601E4B7C0221}">
      <dgm:prSet phldrT="[文本]" custT="1"/>
      <dgm:spPr/>
      <dgm:t>
        <a:bodyPr anchor="ctr"/>
        <a:lstStyle/>
        <a:p>
          <a:r>
            <a:rPr lang="en-US" altLang="zh-CN" sz="1050" b="1" dirty="0" smtClean="0">
              <a:latin typeface="Georgia" panose="02040502050405020303" pitchFamily="18" charset="0"/>
            </a:rPr>
            <a:t>Account Verf.</a:t>
          </a:r>
          <a:endParaRPr lang="zh-CN" altLang="en-US" sz="1050" b="1" dirty="0">
            <a:latin typeface="Georgia" panose="02040502050405020303" pitchFamily="18" charset="0"/>
          </a:endParaRPr>
        </a:p>
      </dgm:t>
    </dgm:pt>
    <dgm:pt modelId="{EE048606-F189-467C-BEB2-DECDBC5E7863}" type="parTrans" cxnId="{A5DB6F60-2607-4FA3-AC8A-30BA4E29448F}">
      <dgm:prSet/>
      <dgm:spPr/>
      <dgm:t>
        <a:bodyPr/>
        <a:lstStyle/>
        <a:p>
          <a:endParaRPr lang="zh-CN" altLang="en-US"/>
        </a:p>
      </dgm:t>
    </dgm:pt>
    <dgm:pt modelId="{D10E578F-12CA-42B7-8C6E-53CE61079157}" type="sibTrans" cxnId="{A5DB6F60-2607-4FA3-AC8A-30BA4E29448F}">
      <dgm:prSet/>
      <dgm:spPr/>
      <dgm:t>
        <a:bodyPr/>
        <a:lstStyle/>
        <a:p>
          <a:endParaRPr lang="zh-CN" altLang="en-US"/>
        </a:p>
      </dgm:t>
    </dgm:pt>
    <dgm:pt modelId="{F2288428-8DDF-4B54-B415-216E45D6BA63}">
      <dgm:prSet phldrT="[文本]" custT="1"/>
      <dgm:spPr/>
      <dgm:t>
        <a:bodyPr anchor="ctr"/>
        <a:lstStyle/>
        <a:p>
          <a:r>
            <a:rPr lang="en-US" altLang="zh-CN" sz="1050" b="1" dirty="0" smtClean="0">
              <a:latin typeface="Georgia" panose="02040502050405020303" pitchFamily="18" charset="0"/>
            </a:rPr>
            <a:t>QRC TRX.</a:t>
          </a:r>
          <a:endParaRPr lang="zh-CN" altLang="en-US" sz="1050" b="1" dirty="0">
            <a:latin typeface="Georgia" panose="02040502050405020303" pitchFamily="18" charset="0"/>
          </a:endParaRPr>
        </a:p>
      </dgm:t>
    </dgm:pt>
    <dgm:pt modelId="{4E273F46-7C27-402C-8D38-389F8C910C53}" type="parTrans" cxnId="{0D1CE77B-5710-4210-90E5-537C05BE9B6D}">
      <dgm:prSet/>
      <dgm:spPr/>
      <dgm:t>
        <a:bodyPr/>
        <a:lstStyle/>
        <a:p>
          <a:endParaRPr lang="zh-CN" altLang="en-US"/>
        </a:p>
      </dgm:t>
    </dgm:pt>
    <dgm:pt modelId="{390450FB-9374-46DA-B04F-4FAE0664B4B0}" type="sibTrans" cxnId="{0D1CE77B-5710-4210-90E5-537C05BE9B6D}">
      <dgm:prSet/>
      <dgm:spPr/>
      <dgm:t>
        <a:bodyPr/>
        <a:lstStyle/>
        <a:p>
          <a:endParaRPr lang="zh-CN" altLang="en-US"/>
        </a:p>
      </dgm:t>
    </dgm:pt>
    <dgm:pt modelId="{768633F5-270F-49B0-B362-46E2AEAC380E}">
      <dgm:prSet phldrT="[文本]" custT="1"/>
      <dgm:spPr/>
      <dgm:t>
        <a:bodyPr anchor="ctr"/>
        <a:lstStyle/>
        <a:p>
          <a:r>
            <a:rPr lang="en-US" altLang="zh-CN" sz="1050" b="1" dirty="0" smtClean="0">
              <a:latin typeface="Georgia" panose="02040502050405020303" pitchFamily="18" charset="0"/>
            </a:rPr>
            <a:t>UP APP</a:t>
          </a:r>
          <a:endParaRPr lang="zh-CN" altLang="en-US" sz="1050" b="1" dirty="0">
            <a:latin typeface="Georgia" panose="02040502050405020303" pitchFamily="18" charset="0"/>
          </a:endParaRPr>
        </a:p>
      </dgm:t>
    </dgm:pt>
    <dgm:pt modelId="{50938427-B195-4AD7-8B99-6C02F9E5A8D5}" type="parTrans" cxnId="{EA3E183C-DF5F-47C0-A641-1000262C3321}">
      <dgm:prSet/>
      <dgm:spPr/>
      <dgm:t>
        <a:bodyPr/>
        <a:lstStyle/>
        <a:p>
          <a:endParaRPr lang="zh-CN" altLang="en-US"/>
        </a:p>
      </dgm:t>
    </dgm:pt>
    <dgm:pt modelId="{DE35026A-5841-44BB-B010-132A377DAE71}" type="sibTrans" cxnId="{EA3E183C-DF5F-47C0-A641-1000262C3321}">
      <dgm:prSet/>
      <dgm:spPr/>
      <dgm:t>
        <a:bodyPr/>
        <a:lstStyle/>
        <a:p>
          <a:endParaRPr lang="zh-CN" altLang="en-US"/>
        </a:p>
      </dgm:t>
    </dgm:pt>
    <dgm:pt modelId="{838AF70B-D616-4465-AB3C-804666220625}" type="pres">
      <dgm:prSet presAssocID="{2A6015F0-7A49-4FFC-A16C-22A2E036C88C}" presName="theList" presStyleCnt="0">
        <dgm:presLayoutVars>
          <dgm:dir/>
          <dgm:animLvl val="lvl"/>
          <dgm:resizeHandles val="exact"/>
        </dgm:presLayoutVars>
      </dgm:prSet>
      <dgm:spPr/>
      <dgm:t>
        <a:bodyPr/>
        <a:lstStyle/>
        <a:p>
          <a:endParaRPr lang="zh-CN" altLang="en-US"/>
        </a:p>
      </dgm:t>
    </dgm:pt>
    <dgm:pt modelId="{B48DF20E-549D-4DF1-8557-4749183A376B}" type="pres">
      <dgm:prSet presAssocID="{F75426D6-EDDC-4FB9-A034-5FF870357477}" presName="compNode" presStyleCnt="0"/>
      <dgm:spPr/>
      <dgm:t>
        <a:bodyPr/>
        <a:lstStyle/>
        <a:p>
          <a:endParaRPr lang="zh-CN" altLang="en-US"/>
        </a:p>
      </dgm:t>
    </dgm:pt>
    <dgm:pt modelId="{6F8DF6FF-B14D-4ECF-A85A-69409E455CD5}" type="pres">
      <dgm:prSet presAssocID="{F75426D6-EDDC-4FB9-A034-5FF870357477}" presName="aNode" presStyleLbl="bgShp" presStyleIdx="0" presStyleCnt="2"/>
      <dgm:spPr/>
      <dgm:t>
        <a:bodyPr/>
        <a:lstStyle/>
        <a:p>
          <a:endParaRPr lang="zh-CN" altLang="en-US"/>
        </a:p>
      </dgm:t>
    </dgm:pt>
    <dgm:pt modelId="{EB10646F-E990-4454-BC6A-78D6E89C25FD}" type="pres">
      <dgm:prSet presAssocID="{F75426D6-EDDC-4FB9-A034-5FF870357477}" presName="textNode" presStyleLbl="bgShp" presStyleIdx="0" presStyleCnt="2"/>
      <dgm:spPr/>
      <dgm:t>
        <a:bodyPr/>
        <a:lstStyle/>
        <a:p>
          <a:endParaRPr lang="zh-CN" altLang="en-US"/>
        </a:p>
      </dgm:t>
    </dgm:pt>
    <dgm:pt modelId="{2DFC303C-E8D1-4ADD-844A-E5C8B242AD2E}" type="pres">
      <dgm:prSet presAssocID="{F75426D6-EDDC-4FB9-A034-5FF870357477}" presName="compChildNode" presStyleCnt="0"/>
      <dgm:spPr/>
      <dgm:t>
        <a:bodyPr/>
        <a:lstStyle/>
        <a:p>
          <a:endParaRPr lang="zh-CN" altLang="en-US"/>
        </a:p>
      </dgm:t>
    </dgm:pt>
    <dgm:pt modelId="{511573A5-3894-4B37-A007-933C60E3C153}" type="pres">
      <dgm:prSet presAssocID="{F75426D6-EDDC-4FB9-A034-5FF870357477}" presName="theInnerList" presStyleCnt="0"/>
      <dgm:spPr/>
      <dgm:t>
        <a:bodyPr/>
        <a:lstStyle/>
        <a:p>
          <a:endParaRPr lang="zh-CN" altLang="en-US"/>
        </a:p>
      </dgm:t>
    </dgm:pt>
    <dgm:pt modelId="{68C758C4-D19E-4AEB-98C4-B9D2E472368A}" type="pres">
      <dgm:prSet presAssocID="{F3A807F1-FDD5-47AE-B231-00F60D463C57}" presName="childNode" presStyleLbl="node1" presStyleIdx="0" presStyleCnt="5">
        <dgm:presLayoutVars>
          <dgm:bulletEnabled val="1"/>
        </dgm:presLayoutVars>
      </dgm:prSet>
      <dgm:spPr/>
      <dgm:t>
        <a:bodyPr/>
        <a:lstStyle/>
        <a:p>
          <a:endParaRPr lang="zh-CN" altLang="en-US"/>
        </a:p>
      </dgm:t>
    </dgm:pt>
    <dgm:pt modelId="{7810B540-B3E3-4207-B53D-94C069D264FF}" type="pres">
      <dgm:prSet presAssocID="{F3A807F1-FDD5-47AE-B231-00F60D463C57}" presName="aSpace2" presStyleCnt="0"/>
      <dgm:spPr/>
      <dgm:t>
        <a:bodyPr/>
        <a:lstStyle/>
        <a:p>
          <a:endParaRPr lang="zh-CN" altLang="en-US"/>
        </a:p>
      </dgm:t>
    </dgm:pt>
    <dgm:pt modelId="{B66DF5FA-59FC-4E1F-9A8E-86281C714E9B}" type="pres">
      <dgm:prSet presAssocID="{A7681C13-2D5A-48EC-B601-F06180B8E4F7}" presName="childNode" presStyleLbl="node1" presStyleIdx="1" presStyleCnt="5">
        <dgm:presLayoutVars>
          <dgm:bulletEnabled val="1"/>
        </dgm:presLayoutVars>
      </dgm:prSet>
      <dgm:spPr/>
      <dgm:t>
        <a:bodyPr/>
        <a:lstStyle/>
        <a:p>
          <a:endParaRPr lang="zh-CN" altLang="en-US"/>
        </a:p>
      </dgm:t>
    </dgm:pt>
    <dgm:pt modelId="{409EE573-D89B-40E3-99F3-9361A09500A6}" type="pres">
      <dgm:prSet presAssocID="{A7681C13-2D5A-48EC-B601-F06180B8E4F7}" presName="aSpace2" presStyleCnt="0"/>
      <dgm:spPr/>
      <dgm:t>
        <a:bodyPr/>
        <a:lstStyle/>
        <a:p>
          <a:endParaRPr lang="zh-CN" altLang="en-US"/>
        </a:p>
      </dgm:t>
    </dgm:pt>
    <dgm:pt modelId="{6F2F7F2D-D926-49E9-AD50-656BE3BD0A5F}" type="pres">
      <dgm:prSet presAssocID="{768633F5-270F-49B0-B362-46E2AEAC380E}" presName="childNode" presStyleLbl="node1" presStyleIdx="2" presStyleCnt="5">
        <dgm:presLayoutVars>
          <dgm:bulletEnabled val="1"/>
        </dgm:presLayoutVars>
      </dgm:prSet>
      <dgm:spPr/>
      <dgm:t>
        <a:bodyPr/>
        <a:lstStyle/>
        <a:p>
          <a:endParaRPr lang="zh-CN" altLang="en-US"/>
        </a:p>
      </dgm:t>
    </dgm:pt>
    <dgm:pt modelId="{4EFE42E9-08FA-4C32-A3FA-0EF6EDF67222}" type="pres">
      <dgm:prSet presAssocID="{F75426D6-EDDC-4FB9-A034-5FF870357477}" presName="aSpace" presStyleCnt="0"/>
      <dgm:spPr/>
      <dgm:t>
        <a:bodyPr/>
        <a:lstStyle/>
        <a:p>
          <a:endParaRPr lang="zh-CN" altLang="en-US"/>
        </a:p>
      </dgm:t>
    </dgm:pt>
    <dgm:pt modelId="{43A355A8-0B86-40CB-8D31-33693DEA048C}" type="pres">
      <dgm:prSet presAssocID="{6B6BF1C3-781C-4D11-B3F2-B67931A303D7}" presName="compNode" presStyleCnt="0"/>
      <dgm:spPr/>
      <dgm:t>
        <a:bodyPr/>
        <a:lstStyle/>
        <a:p>
          <a:endParaRPr lang="zh-CN" altLang="en-US"/>
        </a:p>
      </dgm:t>
    </dgm:pt>
    <dgm:pt modelId="{DC04206F-6AFB-4B28-8FB2-DBFDBB6C9235}" type="pres">
      <dgm:prSet presAssocID="{6B6BF1C3-781C-4D11-B3F2-B67931A303D7}" presName="aNode" presStyleLbl="bgShp" presStyleIdx="1" presStyleCnt="2"/>
      <dgm:spPr/>
      <dgm:t>
        <a:bodyPr/>
        <a:lstStyle/>
        <a:p>
          <a:endParaRPr lang="zh-CN" altLang="en-US"/>
        </a:p>
      </dgm:t>
    </dgm:pt>
    <dgm:pt modelId="{F0D11CC5-4049-46B9-A30C-8C8375DF7BC2}" type="pres">
      <dgm:prSet presAssocID="{6B6BF1C3-781C-4D11-B3F2-B67931A303D7}" presName="textNode" presStyleLbl="bgShp" presStyleIdx="1" presStyleCnt="2"/>
      <dgm:spPr/>
      <dgm:t>
        <a:bodyPr/>
        <a:lstStyle/>
        <a:p>
          <a:endParaRPr lang="zh-CN" altLang="en-US"/>
        </a:p>
      </dgm:t>
    </dgm:pt>
    <dgm:pt modelId="{F1E0E921-340D-41DE-A794-68890C6BF75B}" type="pres">
      <dgm:prSet presAssocID="{6B6BF1C3-781C-4D11-B3F2-B67931A303D7}" presName="compChildNode" presStyleCnt="0"/>
      <dgm:spPr/>
      <dgm:t>
        <a:bodyPr/>
        <a:lstStyle/>
        <a:p>
          <a:endParaRPr lang="zh-CN" altLang="en-US"/>
        </a:p>
      </dgm:t>
    </dgm:pt>
    <dgm:pt modelId="{45C4D294-6EE0-40BD-9F6A-2EDF47719A7A}" type="pres">
      <dgm:prSet presAssocID="{6B6BF1C3-781C-4D11-B3F2-B67931A303D7}" presName="theInnerList" presStyleCnt="0"/>
      <dgm:spPr/>
      <dgm:t>
        <a:bodyPr/>
        <a:lstStyle/>
        <a:p>
          <a:endParaRPr lang="zh-CN" altLang="en-US"/>
        </a:p>
      </dgm:t>
    </dgm:pt>
    <dgm:pt modelId="{A559E1F6-3B5A-47C5-B4B7-3A8162B05FB0}" type="pres">
      <dgm:prSet presAssocID="{8A6EE40C-500C-45B7-BEDB-601E4B7C0221}" presName="childNode" presStyleLbl="node1" presStyleIdx="3" presStyleCnt="5">
        <dgm:presLayoutVars>
          <dgm:bulletEnabled val="1"/>
        </dgm:presLayoutVars>
      </dgm:prSet>
      <dgm:spPr/>
      <dgm:t>
        <a:bodyPr/>
        <a:lstStyle/>
        <a:p>
          <a:endParaRPr lang="zh-CN" altLang="en-US"/>
        </a:p>
      </dgm:t>
    </dgm:pt>
    <dgm:pt modelId="{19BCAE50-1A8C-4BBD-A147-C2FA8D6DDA85}" type="pres">
      <dgm:prSet presAssocID="{8A6EE40C-500C-45B7-BEDB-601E4B7C0221}" presName="aSpace2" presStyleCnt="0"/>
      <dgm:spPr/>
      <dgm:t>
        <a:bodyPr/>
        <a:lstStyle/>
        <a:p>
          <a:endParaRPr lang="zh-CN" altLang="en-US"/>
        </a:p>
      </dgm:t>
    </dgm:pt>
    <dgm:pt modelId="{DCD87B76-E5A7-4609-BDC3-7E339EA5C7F1}" type="pres">
      <dgm:prSet presAssocID="{F2288428-8DDF-4B54-B415-216E45D6BA63}" presName="childNode" presStyleLbl="node1" presStyleIdx="4" presStyleCnt="5">
        <dgm:presLayoutVars>
          <dgm:bulletEnabled val="1"/>
        </dgm:presLayoutVars>
      </dgm:prSet>
      <dgm:spPr/>
      <dgm:t>
        <a:bodyPr/>
        <a:lstStyle/>
        <a:p>
          <a:endParaRPr lang="zh-CN" altLang="en-US"/>
        </a:p>
      </dgm:t>
    </dgm:pt>
  </dgm:ptLst>
  <dgm:cxnLst>
    <dgm:cxn modelId="{AF7659A1-55E9-46DA-A358-443153EC4F45}" type="presOf" srcId="{8A6EE40C-500C-45B7-BEDB-601E4B7C0221}" destId="{A559E1F6-3B5A-47C5-B4B7-3A8162B05FB0}" srcOrd="0" destOrd="0" presId="urn:microsoft.com/office/officeart/2005/8/layout/lProcess2"/>
    <dgm:cxn modelId="{564DFE21-0DE0-41EF-81F3-573D3EBEAFCA}" type="presOf" srcId="{F75426D6-EDDC-4FB9-A034-5FF870357477}" destId="{6F8DF6FF-B14D-4ECF-A85A-69409E455CD5}" srcOrd="0" destOrd="0" presId="urn:microsoft.com/office/officeart/2005/8/layout/lProcess2"/>
    <dgm:cxn modelId="{B7D87E2A-F4DD-46C1-BA8B-129372862F11}" type="presOf" srcId="{F75426D6-EDDC-4FB9-A034-5FF870357477}" destId="{EB10646F-E990-4454-BC6A-78D6E89C25FD}" srcOrd="1" destOrd="0" presId="urn:microsoft.com/office/officeart/2005/8/layout/lProcess2"/>
    <dgm:cxn modelId="{78A2FA84-7E38-438E-A615-2B3B1E341953}" type="presOf" srcId="{F3A807F1-FDD5-47AE-B231-00F60D463C57}" destId="{68C758C4-D19E-4AEB-98C4-B9D2E472368A}" srcOrd="0" destOrd="0" presId="urn:microsoft.com/office/officeart/2005/8/layout/lProcess2"/>
    <dgm:cxn modelId="{D37D6748-F6F5-41BD-90FB-C781F5E4B73E}" type="presOf" srcId="{A7681C13-2D5A-48EC-B601-F06180B8E4F7}" destId="{B66DF5FA-59FC-4E1F-9A8E-86281C714E9B}" srcOrd="0" destOrd="0" presId="urn:microsoft.com/office/officeart/2005/8/layout/lProcess2"/>
    <dgm:cxn modelId="{43DCC5BE-221A-4788-9852-FABEDE8770EC}" srcId="{F75426D6-EDDC-4FB9-A034-5FF870357477}" destId="{A7681C13-2D5A-48EC-B601-F06180B8E4F7}" srcOrd="1" destOrd="0" parTransId="{D5232173-8EA9-41EB-8C77-F43AAC489556}" sibTransId="{61B592B7-FA03-498A-AD27-DDDC83EA27F3}"/>
    <dgm:cxn modelId="{EF288D45-1AA8-432C-AA29-AD3C4BD5929B}" type="presOf" srcId="{2A6015F0-7A49-4FFC-A16C-22A2E036C88C}" destId="{838AF70B-D616-4465-AB3C-804666220625}" srcOrd="0" destOrd="0" presId="urn:microsoft.com/office/officeart/2005/8/layout/lProcess2"/>
    <dgm:cxn modelId="{0D1CE77B-5710-4210-90E5-537C05BE9B6D}" srcId="{6B6BF1C3-781C-4D11-B3F2-B67931A303D7}" destId="{F2288428-8DDF-4B54-B415-216E45D6BA63}" srcOrd="1" destOrd="0" parTransId="{4E273F46-7C27-402C-8D38-389F8C910C53}" sibTransId="{390450FB-9374-46DA-B04F-4FAE0664B4B0}"/>
    <dgm:cxn modelId="{B233D6F7-0A4C-4FC4-940A-0202295DB5CD}" type="presOf" srcId="{F2288428-8DDF-4B54-B415-216E45D6BA63}" destId="{DCD87B76-E5A7-4609-BDC3-7E339EA5C7F1}" srcOrd="0" destOrd="0" presId="urn:microsoft.com/office/officeart/2005/8/layout/lProcess2"/>
    <dgm:cxn modelId="{1CC66BB4-2585-49EC-B137-6C235D2AE025}" type="presOf" srcId="{6B6BF1C3-781C-4D11-B3F2-B67931A303D7}" destId="{F0D11CC5-4049-46B9-A30C-8C8375DF7BC2}" srcOrd="1" destOrd="0" presId="urn:microsoft.com/office/officeart/2005/8/layout/lProcess2"/>
    <dgm:cxn modelId="{C26D153D-D788-4D6B-B1DE-8CB63B8B93F2}" srcId="{2A6015F0-7A49-4FFC-A16C-22A2E036C88C}" destId="{F75426D6-EDDC-4FB9-A034-5FF870357477}" srcOrd="0" destOrd="0" parTransId="{DF91EB10-AEF3-4076-8AFD-EA9000F6166F}" sibTransId="{A84E11CB-C8E9-45F6-9C09-C0E9D3771122}"/>
    <dgm:cxn modelId="{AA114199-538D-4EF9-A872-0BCFDB7A6E48}" srcId="{2A6015F0-7A49-4FFC-A16C-22A2E036C88C}" destId="{6B6BF1C3-781C-4D11-B3F2-B67931A303D7}" srcOrd="1" destOrd="0" parTransId="{F15B450C-6E4A-4F4F-9481-129379148DC7}" sibTransId="{1B9736FC-8171-436A-8F54-2AD424326A7C}"/>
    <dgm:cxn modelId="{EA3E183C-DF5F-47C0-A641-1000262C3321}" srcId="{F75426D6-EDDC-4FB9-A034-5FF870357477}" destId="{768633F5-270F-49B0-B362-46E2AEAC380E}" srcOrd="2" destOrd="0" parTransId="{50938427-B195-4AD7-8B99-6C02F9E5A8D5}" sibTransId="{DE35026A-5841-44BB-B010-132A377DAE71}"/>
    <dgm:cxn modelId="{4CF9FC0A-6537-4273-9D33-9BFB1DF7952E}" srcId="{F75426D6-EDDC-4FB9-A034-5FF870357477}" destId="{F3A807F1-FDD5-47AE-B231-00F60D463C57}" srcOrd="0" destOrd="0" parTransId="{33322F74-ABE9-44EB-90B8-CC7EC4A8F7AF}" sibTransId="{D6EF34C7-FB11-4F73-9270-C0AC8F9106DE}"/>
    <dgm:cxn modelId="{1C6BCE68-C883-4740-808B-867649F5A437}" type="presOf" srcId="{768633F5-270F-49B0-B362-46E2AEAC380E}" destId="{6F2F7F2D-D926-49E9-AD50-656BE3BD0A5F}" srcOrd="0" destOrd="0" presId="urn:microsoft.com/office/officeart/2005/8/layout/lProcess2"/>
    <dgm:cxn modelId="{A5DB6F60-2607-4FA3-AC8A-30BA4E29448F}" srcId="{6B6BF1C3-781C-4D11-B3F2-B67931A303D7}" destId="{8A6EE40C-500C-45B7-BEDB-601E4B7C0221}" srcOrd="0" destOrd="0" parTransId="{EE048606-F189-467C-BEB2-DECDBC5E7863}" sibTransId="{D10E578F-12CA-42B7-8C6E-53CE61079157}"/>
    <dgm:cxn modelId="{E7AA2752-C6E8-4DE4-B1B7-2FEEC4225E61}" type="presOf" srcId="{6B6BF1C3-781C-4D11-B3F2-B67931A303D7}" destId="{DC04206F-6AFB-4B28-8FB2-DBFDBB6C9235}" srcOrd="0" destOrd="0" presId="urn:microsoft.com/office/officeart/2005/8/layout/lProcess2"/>
    <dgm:cxn modelId="{C6ED297F-B8C6-42E8-8426-180277821D9D}" type="presParOf" srcId="{838AF70B-D616-4465-AB3C-804666220625}" destId="{B48DF20E-549D-4DF1-8557-4749183A376B}" srcOrd="0" destOrd="0" presId="urn:microsoft.com/office/officeart/2005/8/layout/lProcess2"/>
    <dgm:cxn modelId="{220F5694-01FB-45CB-934D-4C57727D342D}" type="presParOf" srcId="{B48DF20E-549D-4DF1-8557-4749183A376B}" destId="{6F8DF6FF-B14D-4ECF-A85A-69409E455CD5}" srcOrd="0" destOrd="0" presId="urn:microsoft.com/office/officeart/2005/8/layout/lProcess2"/>
    <dgm:cxn modelId="{F86DBC0F-EAB1-40D3-A219-FDD1F8D39AF3}" type="presParOf" srcId="{B48DF20E-549D-4DF1-8557-4749183A376B}" destId="{EB10646F-E990-4454-BC6A-78D6E89C25FD}" srcOrd="1" destOrd="0" presId="urn:microsoft.com/office/officeart/2005/8/layout/lProcess2"/>
    <dgm:cxn modelId="{828AC8D0-3A30-4C33-94BB-FA651FFC3991}" type="presParOf" srcId="{B48DF20E-549D-4DF1-8557-4749183A376B}" destId="{2DFC303C-E8D1-4ADD-844A-E5C8B242AD2E}" srcOrd="2" destOrd="0" presId="urn:microsoft.com/office/officeart/2005/8/layout/lProcess2"/>
    <dgm:cxn modelId="{C4FB6051-3737-4B3A-B3AE-80566D935ED7}" type="presParOf" srcId="{2DFC303C-E8D1-4ADD-844A-E5C8B242AD2E}" destId="{511573A5-3894-4B37-A007-933C60E3C153}" srcOrd="0" destOrd="0" presId="urn:microsoft.com/office/officeart/2005/8/layout/lProcess2"/>
    <dgm:cxn modelId="{8D71971A-1073-485F-9619-05EB5465AF01}" type="presParOf" srcId="{511573A5-3894-4B37-A007-933C60E3C153}" destId="{68C758C4-D19E-4AEB-98C4-B9D2E472368A}" srcOrd="0" destOrd="0" presId="urn:microsoft.com/office/officeart/2005/8/layout/lProcess2"/>
    <dgm:cxn modelId="{A4FF7BE2-E43F-4314-8CEB-D760C1C384EC}" type="presParOf" srcId="{511573A5-3894-4B37-A007-933C60E3C153}" destId="{7810B540-B3E3-4207-B53D-94C069D264FF}" srcOrd="1" destOrd="0" presId="urn:microsoft.com/office/officeart/2005/8/layout/lProcess2"/>
    <dgm:cxn modelId="{F2834D65-2EE2-4921-B2C9-42E86734E367}" type="presParOf" srcId="{511573A5-3894-4B37-A007-933C60E3C153}" destId="{B66DF5FA-59FC-4E1F-9A8E-86281C714E9B}" srcOrd="2" destOrd="0" presId="urn:microsoft.com/office/officeart/2005/8/layout/lProcess2"/>
    <dgm:cxn modelId="{EEFDBE82-AB89-4CB3-A06C-8FACB9B456CA}" type="presParOf" srcId="{511573A5-3894-4B37-A007-933C60E3C153}" destId="{409EE573-D89B-40E3-99F3-9361A09500A6}" srcOrd="3" destOrd="0" presId="urn:microsoft.com/office/officeart/2005/8/layout/lProcess2"/>
    <dgm:cxn modelId="{225538C8-F8D9-40A0-96C6-B62E5DF7628A}" type="presParOf" srcId="{511573A5-3894-4B37-A007-933C60E3C153}" destId="{6F2F7F2D-D926-49E9-AD50-656BE3BD0A5F}" srcOrd="4" destOrd="0" presId="urn:microsoft.com/office/officeart/2005/8/layout/lProcess2"/>
    <dgm:cxn modelId="{A8F53669-1E60-46B0-9B7B-830BC8F8EC44}" type="presParOf" srcId="{838AF70B-D616-4465-AB3C-804666220625}" destId="{4EFE42E9-08FA-4C32-A3FA-0EF6EDF67222}" srcOrd="1" destOrd="0" presId="urn:microsoft.com/office/officeart/2005/8/layout/lProcess2"/>
    <dgm:cxn modelId="{87D0FF1E-EDC7-47D8-AD31-CF2076522292}" type="presParOf" srcId="{838AF70B-D616-4465-AB3C-804666220625}" destId="{43A355A8-0B86-40CB-8D31-33693DEA048C}" srcOrd="2" destOrd="0" presId="urn:microsoft.com/office/officeart/2005/8/layout/lProcess2"/>
    <dgm:cxn modelId="{CE234636-7A46-4A21-9308-EB615BD8931D}" type="presParOf" srcId="{43A355A8-0B86-40CB-8D31-33693DEA048C}" destId="{DC04206F-6AFB-4B28-8FB2-DBFDBB6C9235}" srcOrd="0" destOrd="0" presId="urn:microsoft.com/office/officeart/2005/8/layout/lProcess2"/>
    <dgm:cxn modelId="{C526997D-38CF-4D16-8B89-FC2405BA307D}" type="presParOf" srcId="{43A355A8-0B86-40CB-8D31-33693DEA048C}" destId="{F0D11CC5-4049-46B9-A30C-8C8375DF7BC2}" srcOrd="1" destOrd="0" presId="urn:microsoft.com/office/officeart/2005/8/layout/lProcess2"/>
    <dgm:cxn modelId="{1E60AED9-8910-4874-8D43-F34BB82F062C}" type="presParOf" srcId="{43A355A8-0B86-40CB-8D31-33693DEA048C}" destId="{F1E0E921-340D-41DE-A794-68890C6BF75B}" srcOrd="2" destOrd="0" presId="urn:microsoft.com/office/officeart/2005/8/layout/lProcess2"/>
    <dgm:cxn modelId="{3E816E42-BE34-4B8E-B60E-0B85C814DF17}" type="presParOf" srcId="{F1E0E921-340D-41DE-A794-68890C6BF75B}" destId="{45C4D294-6EE0-40BD-9F6A-2EDF47719A7A}" srcOrd="0" destOrd="0" presId="urn:microsoft.com/office/officeart/2005/8/layout/lProcess2"/>
    <dgm:cxn modelId="{D436BE15-CE88-4C90-B323-34A9268FE5EC}" type="presParOf" srcId="{45C4D294-6EE0-40BD-9F6A-2EDF47719A7A}" destId="{A559E1F6-3B5A-47C5-B4B7-3A8162B05FB0}" srcOrd="0" destOrd="0" presId="urn:microsoft.com/office/officeart/2005/8/layout/lProcess2"/>
    <dgm:cxn modelId="{BA4EE904-8943-44EC-8FFF-011A56906A44}" type="presParOf" srcId="{45C4D294-6EE0-40BD-9F6A-2EDF47719A7A}" destId="{19BCAE50-1A8C-4BBD-A147-C2FA8D6DDA85}" srcOrd="1" destOrd="0" presId="urn:microsoft.com/office/officeart/2005/8/layout/lProcess2"/>
    <dgm:cxn modelId="{45A85DB9-B419-4DA3-8F5A-AF7D3B5A5AE2}" type="presParOf" srcId="{45C4D294-6EE0-40BD-9F6A-2EDF47719A7A}" destId="{DCD87B76-E5A7-4609-BDC3-7E339EA5C7F1}" srcOrd="2" destOrd="0" presId="urn:microsoft.com/office/officeart/2005/8/layout/lProcess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94B527D-F0F3-49E4-9120-683C3B5125D3}" type="doc">
      <dgm:prSet loTypeId="urn:microsoft.com/office/officeart/2005/8/layout/hChevron3" loCatId="process" qsTypeId="urn:microsoft.com/office/officeart/2005/8/quickstyle/simple1" qsCatId="simple" csTypeId="urn:microsoft.com/office/officeart/2005/8/colors/accent1_2" csCatId="accent1" phldr="1"/>
      <dgm:spPr/>
    </dgm:pt>
    <dgm:pt modelId="{EB763B15-0CC3-4697-9CDC-D7FC89EB0E22}">
      <dgm:prSet phldrT="[文本]"/>
      <dgm:spPr>
        <a:solidFill>
          <a:srgbClr val="DE2E33"/>
        </a:solidFill>
      </dgm:spPr>
      <dgm:t>
        <a:bodyPr/>
        <a:lstStyle/>
        <a:p>
          <a:r>
            <a:rPr lang="en-US" altLang="zh-CN" dirty="0" smtClean="0"/>
            <a:t> </a:t>
          </a:r>
          <a:endParaRPr lang="zh-CN" altLang="en-US" dirty="0"/>
        </a:p>
      </dgm:t>
    </dgm:pt>
    <dgm:pt modelId="{66072853-9768-4137-82C3-078BB93D1C90}" type="parTrans" cxnId="{BB1A63EB-0B9B-4329-9549-CB7472072A69}">
      <dgm:prSet/>
      <dgm:spPr/>
      <dgm:t>
        <a:bodyPr/>
        <a:lstStyle/>
        <a:p>
          <a:endParaRPr lang="zh-CN" altLang="en-US"/>
        </a:p>
      </dgm:t>
    </dgm:pt>
    <dgm:pt modelId="{110B297E-4B02-49A3-98DA-8780341E4D08}" type="sibTrans" cxnId="{BB1A63EB-0B9B-4329-9549-CB7472072A69}">
      <dgm:prSet/>
      <dgm:spPr/>
      <dgm:t>
        <a:bodyPr/>
        <a:lstStyle/>
        <a:p>
          <a:endParaRPr lang="zh-CN" altLang="en-US"/>
        </a:p>
      </dgm:t>
    </dgm:pt>
    <dgm:pt modelId="{5695B321-2BA6-4FA4-B27B-DA647B6C7B60}">
      <dgm:prSet phldrT="[文本]"/>
      <dgm:spPr>
        <a:solidFill>
          <a:schemeClr val="accent2">
            <a:lumMod val="75000"/>
          </a:schemeClr>
        </a:solidFill>
      </dgm:spPr>
      <dgm:t>
        <a:bodyPr/>
        <a:lstStyle/>
        <a:p>
          <a:r>
            <a:rPr lang="en-US" altLang="zh-CN" dirty="0" smtClean="0"/>
            <a:t> </a:t>
          </a:r>
          <a:endParaRPr lang="zh-CN" altLang="en-US" dirty="0"/>
        </a:p>
      </dgm:t>
    </dgm:pt>
    <dgm:pt modelId="{734761C0-0E4A-4F86-B58B-682ED09B71F3}" type="parTrans" cxnId="{1FE85129-81A6-4AE2-8CB5-802D8B0A75DB}">
      <dgm:prSet/>
      <dgm:spPr/>
      <dgm:t>
        <a:bodyPr/>
        <a:lstStyle/>
        <a:p>
          <a:endParaRPr lang="zh-CN" altLang="en-US"/>
        </a:p>
      </dgm:t>
    </dgm:pt>
    <dgm:pt modelId="{FA34836F-C974-4626-8676-C93B52372A63}" type="sibTrans" cxnId="{1FE85129-81A6-4AE2-8CB5-802D8B0A75DB}">
      <dgm:prSet/>
      <dgm:spPr/>
      <dgm:t>
        <a:bodyPr/>
        <a:lstStyle/>
        <a:p>
          <a:endParaRPr lang="zh-CN" altLang="en-US"/>
        </a:p>
      </dgm:t>
    </dgm:pt>
    <dgm:pt modelId="{7520E2F9-AFC5-4368-9868-42087186A302}">
      <dgm:prSet phldrT="[文本]"/>
      <dgm:spPr>
        <a:solidFill>
          <a:schemeClr val="accent6">
            <a:lumMod val="75000"/>
          </a:schemeClr>
        </a:solidFill>
      </dgm:spPr>
      <dgm:t>
        <a:bodyPr/>
        <a:lstStyle/>
        <a:p>
          <a:r>
            <a:rPr lang="en-US" altLang="zh-CN" dirty="0" smtClean="0"/>
            <a:t> </a:t>
          </a:r>
          <a:endParaRPr lang="zh-CN" altLang="en-US" dirty="0"/>
        </a:p>
      </dgm:t>
    </dgm:pt>
    <dgm:pt modelId="{493CFACF-37AA-46C9-82EF-AB0E21ECC12B}" type="parTrans" cxnId="{38B07B9F-8925-4D4F-A541-96B1E7530B58}">
      <dgm:prSet/>
      <dgm:spPr/>
      <dgm:t>
        <a:bodyPr/>
        <a:lstStyle/>
        <a:p>
          <a:endParaRPr lang="zh-CN" altLang="en-US"/>
        </a:p>
      </dgm:t>
    </dgm:pt>
    <dgm:pt modelId="{A1F1EF0B-7E08-489C-AFE7-FB9F2C3CC607}" type="sibTrans" cxnId="{38B07B9F-8925-4D4F-A541-96B1E7530B58}">
      <dgm:prSet/>
      <dgm:spPr/>
      <dgm:t>
        <a:bodyPr/>
        <a:lstStyle/>
        <a:p>
          <a:endParaRPr lang="zh-CN" altLang="en-US"/>
        </a:p>
      </dgm:t>
    </dgm:pt>
    <dgm:pt modelId="{3D1EB24E-F540-47AC-B5B8-853B5D657ACE}" type="pres">
      <dgm:prSet presAssocID="{094B527D-F0F3-49E4-9120-683C3B5125D3}" presName="Name0" presStyleCnt="0">
        <dgm:presLayoutVars>
          <dgm:dir/>
          <dgm:resizeHandles val="exact"/>
        </dgm:presLayoutVars>
      </dgm:prSet>
      <dgm:spPr/>
    </dgm:pt>
    <dgm:pt modelId="{CE7924F1-3350-41EB-B62B-627BE33A158F}" type="pres">
      <dgm:prSet presAssocID="{EB763B15-0CC3-4697-9CDC-D7FC89EB0E22}" presName="parTxOnly" presStyleLbl="node1" presStyleIdx="0" presStyleCnt="3">
        <dgm:presLayoutVars>
          <dgm:bulletEnabled val="1"/>
        </dgm:presLayoutVars>
      </dgm:prSet>
      <dgm:spPr/>
      <dgm:t>
        <a:bodyPr/>
        <a:lstStyle/>
        <a:p>
          <a:endParaRPr lang="zh-CN" altLang="en-US"/>
        </a:p>
      </dgm:t>
    </dgm:pt>
    <dgm:pt modelId="{556045B7-2743-451A-8F1F-B6530FB98063}" type="pres">
      <dgm:prSet presAssocID="{110B297E-4B02-49A3-98DA-8780341E4D08}" presName="parSpace" presStyleCnt="0"/>
      <dgm:spPr/>
    </dgm:pt>
    <dgm:pt modelId="{72466530-8D5F-4590-AD9D-6FE15454C180}" type="pres">
      <dgm:prSet presAssocID="{5695B321-2BA6-4FA4-B27B-DA647B6C7B60}" presName="parTxOnly" presStyleLbl="node1" presStyleIdx="1" presStyleCnt="3" custScaleX="105624" custLinFactNeighborX="-6578" custLinFactNeighborY="50000">
        <dgm:presLayoutVars>
          <dgm:bulletEnabled val="1"/>
        </dgm:presLayoutVars>
      </dgm:prSet>
      <dgm:spPr/>
      <dgm:t>
        <a:bodyPr/>
        <a:lstStyle/>
        <a:p>
          <a:endParaRPr lang="zh-CN" altLang="en-US"/>
        </a:p>
      </dgm:t>
    </dgm:pt>
    <dgm:pt modelId="{06DAB297-F552-4199-A562-9D79C35C808C}" type="pres">
      <dgm:prSet presAssocID="{FA34836F-C974-4626-8676-C93B52372A63}" presName="parSpace" presStyleCnt="0"/>
      <dgm:spPr/>
    </dgm:pt>
    <dgm:pt modelId="{75A1CBDC-3D33-4502-8F98-B825E78BECE6}" type="pres">
      <dgm:prSet presAssocID="{7520E2F9-AFC5-4368-9868-42087186A302}" presName="parTxOnly" presStyleLbl="node1" presStyleIdx="2" presStyleCnt="3">
        <dgm:presLayoutVars>
          <dgm:bulletEnabled val="1"/>
        </dgm:presLayoutVars>
      </dgm:prSet>
      <dgm:spPr/>
      <dgm:t>
        <a:bodyPr/>
        <a:lstStyle/>
        <a:p>
          <a:endParaRPr lang="zh-CN" altLang="en-US"/>
        </a:p>
      </dgm:t>
    </dgm:pt>
  </dgm:ptLst>
  <dgm:cxnLst>
    <dgm:cxn modelId="{E53EC99F-7D40-4BF2-97FD-F9BCA03A36DE}" type="presOf" srcId="{7520E2F9-AFC5-4368-9868-42087186A302}" destId="{75A1CBDC-3D33-4502-8F98-B825E78BECE6}" srcOrd="0" destOrd="0" presId="urn:microsoft.com/office/officeart/2005/8/layout/hChevron3"/>
    <dgm:cxn modelId="{6C5B0418-B866-42CE-A16D-D521EB69D6D1}" type="presOf" srcId="{EB763B15-0CC3-4697-9CDC-D7FC89EB0E22}" destId="{CE7924F1-3350-41EB-B62B-627BE33A158F}" srcOrd="0" destOrd="0" presId="urn:microsoft.com/office/officeart/2005/8/layout/hChevron3"/>
    <dgm:cxn modelId="{D72EE446-4F28-4BA0-A3D7-EBEC8CD3E445}" type="presOf" srcId="{094B527D-F0F3-49E4-9120-683C3B5125D3}" destId="{3D1EB24E-F540-47AC-B5B8-853B5D657ACE}" srcOrd="0" destOrd="0" presId="urn:microsoft.com/office/officeart/2005/8/layout/hChevron3"/>
    <dgm:cxn modelId="{BB1A63EB-0B9B-4329-9549-CB7472072A69}" srcId="{094B527D-F0F3-49E4-9120-683C3B5125D3}" destId="{EB763B15-0CC3-4697-9CDC-D7FC89EB0E22}" srcOrd="0" destOrd="0" parTransId="{66072853-9768-4137-82C3-078BB93D1C90}" sibTransId="{110B297E-4B02-49A3-98DA-8780341E4D08}"/>
    <dgm:cxn modelId="{38B07B9F-8925-4D4F-A541-96B1E7530B58}" srcId="{094B527D-F0F3-49E4-9120-683C3B5125D3}" destId="{7520E2F9-AFC5-4368-9868-42087186A302}" srcOrd="2" destOrd="0" parTransId="{493CFACF-37AA-46C9-82EF-AB0E21ECC12B}" sibTransId="{A1F1EF0B-7E08-489C-AFE7-FB9F2C3CC607}"/>
    <dgm:cxn modelId="{1FE85129-81A6-4AE2-8CB5-802D8B0A75DB}" srcId="{094B527D-F0F3-49E4-9120-683C3B5125D3}" destId="{5695B321-2BA6-4FA4-B27B-DA647B6C7B60}" srcOrd="1" destOrd="0" parTransId="{734761C0-0E4A-4F86-B58B-682ED09B71F3}" sibTransId="{FA34836F-C974-4626-8676-C93B52372A63}"/>
    <dgm:cxn modelId="{889120C2-B2AF-4291-A8A7-7FBF17BA22FE}" type="presOf" srcId="{5695B321-2BA6-4FA4-B27B-DA647B6C7B60}" destId="{72466530-8D5F-4590-AD9D-6FE15454C180}" srcOrd="0" destOrd="0" presId="urn:microsoft.com/office/officeart/2005/8/layout/hChevron3"/>
    <dgm:cxn modelId="{4991677E-CAAB-467E-917E-3D79875B138D}" type="presParOf" srcId="{3D1EB24E-F540-47AC-B5B8-853B5D657ACE}" destId="{CE7924F1-3350-41EB-B62B-627BE33A158F}" srcOrd="0" destOrd="0" presId="urn:microsoft.com/office/officeart/2005/8/layout/hChevron3"/>
    <dgm:cxn modelId="{3B2427C0-D001-4778-851B-0CF9A7AEC4C7}" type="presParOf" srcId="{3D1EB24E-F540-47AC-B5B8-853B5D657ACE}" destId="{556045B7-2743-451A-8F1F-B6530FB98063}" srcOrd="1" destOrd="0" presId="urn:microsoft.com/office/officeart/2005/8/layout/hChevron3"/>
    <dgm:cxn modelId="{A6B374D5-6B46-482A-A41D-9EC3E492D229}" type="presParOf" srcId="{3D1EB24E-F540-47AC-B5B8-853B5D657ACE}" destId="{72466530-8D5F-4590-AD9D-6FE15454C180}" srcOrd="2" destOrd="0" presId="urn:microsoft.com/office/officeart/2005/8/layout/hChevron3"/>
    <dgm:cxn modelId="{222D91B5-58DC-4404-900C-94CB72257946}" type="presParOf" srcId="{3D1EB24E-F540-47AC-B5B8-853B5D657ACE}" destId="{06DAB297-F552-4199-A562-9D79C35C808C}" srcOrd="3" destOrd="0" presId="urn:microsoft.com/office/officeart/2005/8/layout/hChevron3"/>
    <dgm:cxn modelId="{AFD8859A-E601-4000-A941-C76CE749987D}" type="presParOf" srcId="{3D1EB24E-F540-47AC-B5B8-853B5D657ACE}" destId="{75A1CBDC-3D33-4502-8F98-B825E78BECE6}"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99659F9-4FC2-4424-B278-E3059CF5F051}" type="doc">
      <dgm:prSet loTypeId="urn:microsoft.com/office/officeart/2005/8/layout/vList3" loCatId="picture" qsTypeId="urn:microsoft.com/office/officeart/2005/8/quickstyle/simple1" qsCatId="simple" csTypeId="urn:microsoft.com/office/officeart/2005/8/colors/accent2_4" csCatId="accent2" phldr="1"/>
      <dgm:spPr/>
    </dgm:pt>
    <dgm:pt modelId="{F0A26BA3-0F3A-446C-BFB4-802BC4C1A415}">
      <dgm:prSet phldrT="[文本]"/>
      <dgm:spPr>
        <a:solidFill>
          <a:schemeClr val="bg2">
            <a:lumMod val="50000"/>
          </a:schemeClr>
        </a:solidFill>
      </dgm:spPr>
      <dgm:t>
        <a:bodyPr/>
        <a:lstStyle/>
        <a:p>
          <a:r>
            <a:rPr lang="en-US" altLang="zh-CN" dirty="0" smtClean="0"/>
            <a:t> </a:t>
          </a:r>
          <a:endParaRPr lang="zh-CN" altLang="en-US" dirty="0"/>
        </a:p>
      </dgm:t>
    </dgm:pt>
    <dgm:pt modelId="{32939224-6EC8-48B1-B535-A4E4B40608F3}" type="parTrans" cxnId="{B1028A16-66BC-427E-8025-037F694C6B69}">
      <dgm:prSet/>
      <dgm:spPr/>
      <dgm:t>
        <a:bodyPr/>
        <a:lstStyle/>
        <a:p>
          <a:endParaRPr lang="zh-CN" altLang="en-US"/>
        </a:p>
      </dgm:t>
    </dgm:pt>
    <dgm:pt modelId="{DB055982-E508-488A-94FD-86EC3718C102}" type="sibTrans" cxnId="{B1028A16-66BC-427E-8025-037F694C6B69}">
      <dgm:prSet/>
      <dgm:spPr/>
      <dgm:t>
        <a:bodyPr/>
        <a:lstStyle/>
        <a:p>
          <a:endParaRPr lang="zh-CN" altLang="en-US"/>
        </a:p>
      </dgm:t>
    </dgm:pt>
    <dgm:pt modelId="{5CD708C3-9CC4-486A-B2C0-93F24DE336B2}">
      <dgm:prSet phldrT="[文本]"/>
      <dgm:spPr>
        <a:solidFill>
          <a:schemeClr val="tx2">
            <a:lumMod val="60000"/>
            <a:lumOff val="40000"/>
          </a:schemeClr>
        </a:solidFill>
      </dgm:spPr>
      <dgm:t>
        <a:bodyPr/>
        <a:lstStyle/>
        <a:p>
          <a:r>
            <a:rPr lang="en-US" altLang="zh-CN" dirty="0" smtClean="0"/>
            <a:t> </a:t>
          </a:r>
          <a:endParaRPr lang="zh-CN" altLang="en-US" dirty="0"/>
        </a:p>
      </dgm:t>
    </dgm:pt>
    <dgm:pt modelId="{EEB5BE67-D377-488B-8A4A-5FE9FD14D1AC}" type="parTrans" cxnId="{AD24D55A-B5E7-4A9C-9F2A-87A51E60E726}">
      <dgm:prSet/>
      <dgm:spPr/>
      <dgm:t>
        <a:bodyPr/>
        <a:lstStyle/>
        <a:p>
          <a:endParaRPr lang="zh-CN" altLang="en-US"/>
        </a:p>
      </dgm:t>
    </dgm:pt>
    <dgm:pt modelId="{173D4D30-22D8-4A54-A90C-396A8679796F}" type="sibTrans" cxnId="{AD24D55A-B5E7-4A9C-9F2A-87A51E60E726}">
      <dgm:prSet/>
      <dgm:spPr/>
      <dgm:t>
        <a:bodyPr/>
        <a:lstStyle/>
        <a:p>
          <a:endParaRPr lang="zh-CN" altLang="en-US"/>
        </a:p>
      </dgm:t>
    </dgm:pt>
    <dgm:pt modelId="{0FD3BD6B-6457-4EFD-A79B-0391BABE8BE8}">
      <dgm:prSet phldrT="[文本]"/>
      <dgm:spPr>
        <a:solidFill>
          <a:schemeClr val="tx2">
            <a:lumMod val="60000"/>
            <a:lumOff val="40000"/>
          </a:schemeClr>
        </a:solidFill>
      </dgm:spPr>
      <dgm:t>
        <a:bodyPr/>
        <a:lstStyle/>
        <a:p>
          <a:endParaRPr lang="zh-CN" altLang="en-US" dirty="0"/>
        </a:p>
      </dgm:t>
    </dgm:pt>
    <dgm:pt modelId="{D1E8AFA0-EAB4-4DB0-9EF6-0DD4F6B722BA}" type="parTrans" cxnId="{11AF4088-7503-43B1-807C-D83A47CB0CD2}">
      <dgm:prSet/>
      <dgm:spPr/>
      <dgm:t>
        <a:bodyPr/>
        <a:lstStyle/>
        <a:p>
          <a:endParaRPr lang="zh-CN" altLang="en-US"/>
        </a:p>
      </dgm:t>
    </dgm:pt>
    <dgm:pt modelId="{BC350D15-5CB0-4C26-8FB9-D038AF065AD0}" type="sibTrans" cxnId="{11AF4088-7503-43B1-807C-D83A47CB0CD2}">
      <dgm:prSet/>
      <dgm:spPr/>
      <dgm:t>
        <a:bodyPr/>
        <a:lstStyle/>
        <a:p>
          <a:endParaRPr lang="zh-CN" altLang="en-US"/>
        </a:p>
      </dgm:t>
    </dgm:pt>
    <dgm:pt modelId="{1D42F88D-F536-4C67-9CB8-01ADC72CC0EE}" type="pres">
      <dgm:prSet presAssocID="{E99659F9-4FC2-4424-B278-E3059CF5F051}" presName="linearFlow" presStyleCnt="0">
        <dgm:presLayoutVars>
          <dgm:dir/>
          <dgm:resizeHandles val="exact"/>
        </dgm:presLayoutVars>
      </dgm:prSet>
      <dgm:spPr/>
    </dgm:pt>
    <dgm:pt modelId="{A28E4F9E-604F-40FC-9B51-D4A343140767}" type="pres">
      <dgm:prSet presAssocID="{F0A26BA3-0F3A-446C-BFB4-802BC4C1A415}" presName="composite" presStyleCnt="0"/>
      <dgm:spPr/>
    </dgm:pt>
    <dgm:pt modelId="{BFD24321-7B46-4FB4-8416-A267B97BF755}" type="pres">
      <dgm:prSet presAssocID="{F0A26BA3-0F3A-446C-BFB4-802BC4C1A415}" presName="imgShp" presStyleLbl="fgImgPlace1" presStyleIdx="0" presStyleCnt="2" custLinFactX="100000" custLinFactNeighborX="181188" custLinFactNeighborY="-1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dgm:spPr>
      <dgm:t>
        <a:bodyPr/>
        <a:lstStyle/>
        <a:p>
          <a:endParaRPr lang="zh-CN" altLang="en-US"/>
        </a:p>
      </dgm:t>
    </dgm:pt>
    <dgm:pt modelId="{09F7E061-090D-4A73-9318-3EAFE8831281}" type="pres">
      <dgm:prSet presAssocID="{F0A26BA3-0F3A-446C-BFB4-802BC4C1A415}" presName="txShp" presStyleLbl="node1" presStyleIdx="0" presStyleCnt="2" custAng="10800000" custLinFactNeighborX="-74346" custLinFactNeighborY="-79">
        <dgm:presLayoutVars>
          <dgm:bulletEnabled val="1"/>
        </dgm:presLayoutVars>
      </dgm:prSet>
      <dgm:spPr/>
      <dgm:t>
        <a:bodyPr/>
        <a:lstStyle/>
        <a:p>
          <a:endParaRPr lang="zh-CN" altLang="en-US"/>
        </a:p>
      </dgm:t>
    </dgm:pt>
    <dgm:pt modelId="{E1388B49-5672-4B11-8D5B-54D26DCEE6CB}" type="pres">
      <dgm:prSet presAssocID="{DB055982-E508-488A-94FD-86EC3718C102}" presName="spacing" presStyleCnt="0"/>
      <dgm:spPr/>
    </dgm:pt>
    <dgm:pt modelId="{8C1D97A2-7C9D-4CC0-A055-2D9ABB181EFE}" type="pres">
      <dgm:prSet presAssocID="{5CD708C3-9CC4-486A-B2C0-93F24DE336B2}" presName="composite" presStyleCnt="0"/>
      <dgm:spPr/>
    </dgm:pt>
    <dgm:pt modelId="{4FB8BC06-44D0-4B0B-8E65-E6DC9262F2A4}" type="pres">
      <dgm:prSet presAssocID="{5CD708C3-9CC4-486A-B2C0-93F24DE336B2}" presName="imgShp" presStyleLbl="fgImgPlace1" presStyleIdx="1" presStyleCnt="2" custAng="18420000" custLinFactNeighborX="60059"/>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l="-24000" r="-24000"/>
          </a:stretch>
        </a:blipFill>
      </dgm:spPr>
    </dgm:pt>
    <dgm:pt modelId="{B05C07AC-5BA2-4F4F-90A4-7274DDC8EBA2}" type="pres">
      <dgm:prSet presAssocID="{5CD708C3-9CC4-486A-B2C0-93F24DE336B2}" presName="txShp" presStyleLbl="node1" presStyleIdx="1" presStyleCnt="2" custLinFactNeighborX="17784">
        <dgm:presLayoutVars>
          <dgm:bulletEnabled val="1"/>
        </dgm:presLayoutVars>
      </dgm:prSet>
      <dgm:spPr/>
      <dgm:t>
        <a:bodyPr/>
        <a:lstStyle/>
        <a:p>
          <a:endParaRPr lang="zh-CN" altLang="en-US"/>
        </a:p>
      </dgm:t>
    </dgm:pt>
  </dgm:ptLst>
  <dgm:cxnLst>
    <dgm:cxn modelId="{F4F1D898-9B99-47D6-B663-E5CD2234FFFD}" type="presOf" srcId="{5CD708C3-9CC4-486A-B2C0-93F24DE336B2}" destId="{B05C07AC-5BA2-4F4F-90A4-7274DDC8EBA2}" srcOrd="0" destOrd="0" presId="urn:microsoft.com/office/officeart/2005/8/layout/vList3"/>
    <dgm:cxn modelId="{150247D1-B7EF-49A1-888B-17A8B1D7434B}" type="presOf" srcId="{0FD3BD6B-6457-4EFD-A79B-0391BABE8BE8}" destId="{B05C07AC-5BA2-4F4F-90A4-7274DDC8EBA2}" srcOrd="0" destOrd="1" presId="urn:microsoft.com/office/officeart/2005/8/layout/vList3"/>
    <dgm:cxn modelId="{11AF4088-7503-43B1-807C-D83A47CB0CD2}" srcId="{5CD708C3-9CC4-486A-B2C0-93F24DE336B2}" destId="{0FD3BD6B-6457-4EFD-A79B-0391BABE8BE8}" srcOrd="0" destOrd="0" parTransId="{D1E8AFA0-EAB4-4DB0-9EF6-0DD4F6B722BA}" sibTransId="{BC350D15-5CB0-4C26-8FB9-D038AF065AD0}"/>
    <dgm:cxn modelId="{31CF2DEE-B74D-41B6-9323-7FC832C5DE27}" type="presOf" srcId="{E99659F9-4FC2-4424-B278-E3059CF5F051}" destId="{1D42F88D-F536-4C67-9CB8-01ADC72CC0EE}" srcOrd="0" destOrd="0" presId="urn:microsoft.com/office/officeart/2005/8/layout/vList3"/>
    <dgm:cxn modelId="{AD24D55A-B5E7-4A9C-9F2A-87A51E60E726}" srcId="{E99659F9-4FC2-4424-B278-E3059CF5F051}" destId="{5CD708C3-9CC4-486A-B2C0-93F24DE336B2}" srcOrd="1" destOrd="0" parTransId="{EEB5BE67-D377-488B-8A4A-5FE9FD14D1AC}" sibTransId="{173D4D30-22D8-4A54-A90C-396A8679796F}"/>
    <dgm:cxn modelId="{B1028A16-66BC-427E-8025-037F694C6B69}" srcId="{E99659F9-4FC2-4424-B278-E3059CF5F051}" destId="{F0A26BA3-0F3A-446C-BFB4-802BC4C1A415}" srcOrd="0" destOrd="0" parTransId="{32939224-6EC8-48B1-B535-A4E4B40608F3}" sibTransId="{DB055982-E508-488A-94FD-86EC3718C102}"/>
    <dgm:cxn modelId="{31C57FB3-F00D-45C4-BF5D-8CD8062E65EB}" type="presOf" srcId="{F0A26BA3-0F3A-446C-BFB4-802BC4C1A415}" destId="{09F7E061-090D-4A73-9318-3EAFE8831281}" srcOrd="0" destOrd="0" presId="urn:microsoft.com/office/officeart/2005/8/layout/vList3"/>
    <dgm:cxn modelId="{041EF117-63D5-4ED3-AC41-CC2C524EFA05}" type="presParOf" srcId="{1D42F88D-F536-4C67-9CB8-01ADC72CC0EE}" destId="{A28E4F9E-604F-40FC-9B51-D4A343140767}" srcOrd="0" destOrd="0" presId="urn:microsoft.com/office/officeart/2005/8/layout/vList3"/>
    <dgm:cxn modelId="{00C5BB95-2309-49D3-B4C5-357F8D05F020}" type="presParOf" srcId="{A28E4F9E-604F-40FC-9B51-D4A343140767}" destId="{BFD24321-7B46-4FB4-8416-A267B97BF755}" srcOrd="0" destOrd="0" presId="urn:microsoft.com/office/officeart/2005/8/layout/vList3"/>
    <dgm:cxn modelId="{33ED38AE-6384-48B5-9575-E1874880FD77}" type="presParOf" srcId="{A28E4F9E-604F-40FC-9B51-D4A343140767}" destId="{09F7E061-090D-4A73-9318-3EAFE8831281}" srcOrd="1" destOrd="0" presId="urn:microsoft.com/office/officeart/2005/8/layout/vList3"/>
    <dgm:cxn modelId="{8CFBE3EE-4639-4EAF-997D-D9D717469752}" type="presParOf" srcId="{1D42F88D-F536-4C67-9CB8-01ADC72CC0EE}" destId="{E1388B49-5672-4B11-8D5B-54D26DCEE6CB}" srcOrd="1" destOrd="0" presId="urn:microsoft.com/office/officeart/2005/8/layout/vList3"/>
    <dgm:cxn modelId="{05F9DB3F-A706-4F85-B8B2-37389B7A853E}" type="presParOf" srcId="{1D42F88D-F536-4C67-9CB8-01ADC72CC0EE}" destId="{8C1D97A2-7C9D-4CC0-A055-2D9ABB181EFE}" srcOrd="2" destOrd="0" presId="urn:microsoft.com/office/officeart/2005/8/layout/vList3"/>
    <dgm:cxn modelId="{1960DD1A-C688-459A-B907-01D8B41511AE}" type="presParOf" srcId="{8C1D97A2-7C9D-4CC0-A055-2D9ABB181EFE}" destId="{4FB8BC06-44D0-4B0B-8E65-E6DC9262F2A4}" srcOrd="0" destOrd="0" presId="urn:microsoft.com/office/officeart/2005/8/layout/vList3"/>
    <dgm:cxn modelId="{31137C36-D3BE-4E98-B45A-13FAE267E340}" type="presParOf" srcId="{8C1D97A2-7C9D-4CC0-A055-2D9ABB181EFE}" destId="{B05C07AC-5BA2-4F4F-90A4-7274DDC8EBA2}"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94B527D-F0F3-49E4-9120-683C3B5125D3}" type="doc">
      <dgm:prSet loTypeId="urn:microsoft.com/office/officeart/2005/8/layout/hChevron3" loCatId="process" qsTypeId="urn:microsoft.com/office/officeart/2005/8/quickstyle/simple1" qsCatId="simple" csTypeId="urn:microsoft.com/office/officeart/2005/8/colors/accent1_2" csCatId="accent1" phldr="1"/>
      <dgm:spPr/>
    </dgm:pt>
    <dgm:pt modelId="{EB763B15-0CC3-4697-9CDC-D7FC89EB0E22}">
      <dgm:prSet phldrT="[文本]"/>
      <dgm:spPr>
        <a:solidFill>
          <a:srgbClr val="DE2E33"/>
        </a:solidFill>
      </dgm:spPr>
      <dgm:t>
        <a:bodyPr/>
        <a:lstStyle/>
        <a:p>
          <a:r>
            <a:rPr lang="en-US" altLang="zh-CN" dirty="0" smtClean="0"/>
            <a:t> </a:t>
          </a:r>
          <a:endParaRPr lang="zh-CN" altLang="en-US" dirty="0"/>
        </a:p>
      </dgm:t>
    </dgm:pt>
    <dgm:pt modelId="{66072853-9768-4137-82C3-078BB93D1C90}" type="parTrans" cxnId="{BB1A63EB-0B9B-4329-9549-CB7472072A69}">
      <dgm:prSet/>
      <dgm:spPr/>
      <dgm:t>
        <a:bodyPr/>
        <a:lstStyle/>
        <a:p>
          <a:endParaRPr lang="zh-CN" altLang="en-US"/>
        </a:p>
      </dgm:t>
    </dgm:pt>
    <dgm:pt modelId="{110B297E-4B02-49A3-98DA-8780341E4D08}" type="sibTrans" cxnId="{BB1A63EB-0B9B-4329-9549-CB7472072A69}">
      <dgm:prSet/>
      <dgm:spPr/>
      <dgm:t>
        <a:bodyPr/>
        <a:lstStyle/>
        <a:p>
          <a:endParaRPr lang="zh-CN" altLang="en-US"/>
        </a:p>
      </dgm:t>
    </dgm:pt>
    <dgm:pt modelId="{5695B321-2BA6-4FA4-B27B-DA647B6C7B60}">
      <dgm:prSet phldrT="[文本]"/>
      <dgm:spPr>
        <a:solidFill>
          <a:schemeClr val="accent2">
            <a:lumMod val="75000"/>
          </a:schemeClr>
        </a:solidFill>
      </dgm:spPr>
      <dgm:t>
        <a:bodyPr/>
        <a:lstStyle/>
        <a:p>
          <a:r>
            <a:rPr lang="en-US" altLang="zh-CN" dirty="0" smtClean="0"/>
            <a:t> </a:t>
          </a:r>
          <a:endParaRPr lang="zh-CN" altLang="en-US" dirty="0"/>
        </a:p>
      </dgm:t>
    </dgm:pt>
    <dgm:pt modelId="{734761C0-0E4A-4F86-B58B-682ED09B71F3}" type="parTrans" cxnId="{1FE85129-81A6-4AE2-8CB5-802D8B0A75DB}">
      <dgm:prSet/>
      <dgm:spPr/>
      <dgm:t>
        <a:bodyPr/>
        <a:lstStyle/>
        <a:p>
          <a:endParaRPr lang="zh-CN" altLang="en-US"/>
        </a:p>
      </dgm:t>
    </dgm:pt>
    <dgm:pt modelId="{FA34836F-C974-4626-8676-C93B52372A63}" type="sibTrans" cxnId="{1FE85129-81A6-4AE2-8CB5-802D8B0A75DB}">
      <dgm:prSet/>
      <dgm:spPr/>
      <dgm:t>
        <a:bodyPr/>
        <a:lstStyle/>
        <a:p>
          <a:endParaRPr lang="zh-CN" altLang="en-US"/>
        </a:p>
      </dgm:t>
    </dgm:pt>
    <dgm:pt modelId="{7520E2F9-AFC5-4368-9868-42087186A302}">
      <dgm:prSet phldrT="[文本]"/>
      <dgm:spPr>
        <a:solidFill>
          <a:schemeClr val="accent6">
            <a:lumMod val="75000"/>
          </a:schemeClr>
        </a:solidFill>
      </dgm:spPr>
      <dgm:t>
        <a:bodyPr/>
        <a:lstStyle/>
        <a:p>
          <a:r>
            <a:rPr lang="en-US" altLang="zh-CN" dirty="0" smtClean="0"/>
            <a:t> </a:t>
          </a:r>
          <a:endParaRPr lang="zh-CN" altLang="en-US" dirty="0"/>
        </a:p>
      </dgm:t>
    </dgm:pt>
    <dgm:pt modelId="{493CFACF-37AA-46C9-82EF-AB0E21ECC12B}" type="parTrans" cxnId="{38B07B9F-8925-4D4F-A541-96B1E7530B58}">
      <dgm:prSet/>
      <dgm:spPr/>
      <dgm:t>
        <a:bodyPr/>
        <a:lstStyle/>
        <a:p>
          <a:endParaRPr lang="zh-CN" altLang="en-US"/>
        </a:p>
      </dgm:t>
    </dgm:pt>
    <dgm:pt modelId="{A1F1EF0B-7E08-489C-AFE7-FB9F2C3CC607}" type="sibTrans" cxnId="{38B07B9F-8925-4D4F-A541-96B1E7530B58}">
      <dgm:prSet/>
      <dgm:spPr/>
      <dgm:t>
        <a:bodyPr/>
        <a:lstStyle/>
        <a:p>
          <a:endParaRPr lang="zh-CN" altLang="en-US"/>
        </a:p>
      </dgm:t>
    </dgm:pt>
    <dgm:pt modelId="{3D1EB24E-F540-47AC-B5B8-853B5D657ACE}" type="pres">
      <dgm:prSet presAssocID="{094B527D-F0F3-49E4-9120-683C3B5125D3}" presName="Name0" presStyleCnt="0">
        <dgm:presLayoutVars>
          <dgm:dir/>
          <dgm:resizeHandles val="exact"/>
        </dgm:presLayoutVars>
      </dgm:prSet>
      <dgm:spPr/>
    </dgm:pt>
    <dgm:pt modelId="{CE7924F1-3350-41EB-B62B-627BE33A158F}" type="pres">
      <dgm:prSet presAssocID="{EB763B15-0CC3-4697-9CDC-D7FC89EB0E22}" presName="parTxOnly" presStyleLbl="node1" presStyleIdx="0" presStyleCnt="3">
        <dgm:presLayoutVars>
          <dgm:bulletEnabled val="1"/>
        </dgm:presLayoutVars>
      </dgm:prSet>
      <dgm:spPr/>
      <dgm:t>
        <a:bodyPr/>
        <a:lstStyle/>
        <a:p>
          <a:endParaRPr lang="zh-CN" altLang="en-US"/>
        </a:p>
      </dgm:t>
    </dgm:pt>
    <dgm:pt modelId="{556045B7-2743-451A-8F1F-B6530FB98063}" type="pres">
      <dgm:prSet presAssocID="{110B297E-4B02-49A3-98DA-8780341E4D08}" presName="parSpace" presStyleCnt="0"/>
      <dgm:spPr/>
    </dgm:pt>
    <dgm:pt modelId="{72466530-8D5F-4590-AD9D-6FE15454C180}" type="pres">
      <dgm:prSet presAssocID="{5695B321-2BA6-4FA4-B27B-DA647B6C7B60}" presName="parTxOnly" presStyleLbl="node1" presStyleIdx="1" presStyleCnt="3" custScaleX="105624" custLinFactNeighborX="-6578" custLinFactNeighborY="50000">
        <dgm:presLayoutVars>
          <dgm:bulletEnabled val="1"/>
        </dgm:presLayoutVars>
      </dgm:prSet>
      <dgm:spPr/>
      <dgm:t>
        <a:bodyPr/>
        <a:lstStyle/>
        <a:p>
          <a:endParaRPr lang="zh-CN" altLang="en-US"/>
        </a:p>
      </dgm:t>
    </dgm:pt>
    <dgm:pt modelId="{06DAB297-F552-4199-A562-9D79C35C808C}" type="pres">
      <dgm:prSet presAssocID="{FA34836F-C974-4626-8676-C93B52372A63}" presName="parSpace" presStyleCnt="0"/>
      <dgm:spPr/>
    </dgm:pt>
    <dgm:pt modelId="{75A1CBDC-3D33-4502-8F98-B825E78BECE6}" type="pres">
      <dgm:prSet presAssocID="{7520E2F9-AFC5-4368-9868-42087186A302}" presName="parTxOnly" presStyleLbl="node1" presStyleIdx="2" presStyleCnt="3">
        <dgm:presLayoutVars>
          <dgm:bulletEnabled val="1"/>
        </dgm:presLayoutVars>
      </dgm:prSet>
      <dgm:spPr/>
      <dgm:t>
        <a:bodyPr/>
        <a:lstStyle/>
        <a:p>
          <a:endParaRPr lang="zh-CN" altLang="en-US"/>
        </a:p>
      </dgm:t>
    </dgm:pt>
  </dgm:ptLst>
  <dgm:cxnLst>
    <dgm:cxn modelId="{74264F2D-4BF0-4C9B-9E15-CA1F4124EDEF}" type="presOf" srcId="{5695B321-2BA6-4FA4-B27B-DA647B6C7B60}" destId="{72466530-8D5F-4590-AD9D-6FE15454C180}" srcOrd="0" destOrd="0" presId="urn:microsoft.com/office/officeart/2005/8/layout/hChevron3"/>
    <dgm:cxn modelId="{F1D0DC42-F582-46D1-AB2F-38CDBAA0657C}" type="presOf" srcId="{7520E2F9-AFC5-4368-9868-42087186A302}" destId="{75A1CBDC-3D33-4502-8F98-B825E78BECE6}" srcOrd="0" destOrd="0" presId="urn:microsoft.com/office/officeart/2005/8/layout/hChevron3"/>
    <dgm:cxn modelId="{BB1A63EB-0B9B-4329-9549-CB7472072A69}" srcId="{094B527D-F0F3-49E4-9120-683C3B5125D3}" destId="{EB763B15-0CC3-4697-9CDC-D7FC89EB0E22}" srcOrd="0" destOrd="0" parTransId="{66072853-9768-4137-82C3-078BB93D1C90}" sibTransId="{110B297E-4B02-49A3-98DA-8780341E4D08}"/>
    <dgm:cxn modelId="{38B07B9F-8925-4D4F-A541-96B1E7530B58}" srcId="{094B527D-F0F3-49E4-9120-683C3B5125D3}" destId="{7520E2F9-AFC5-4368-9868-42087186A302}" srcOrd="2" destOrd="0" parTransId="{493CFACF-37AA-46C9-82EF-AB0E21ECC12B}" sibTransId="{A1F1EF0B-7E08-489C-AFE7-FB9F2C3CC607}"/>
    <dgm:cxn modelId="{F917A2CA-642D-4C4A-B99A-03CFE281E61A}" type="presOf" srcId="{094B527D-F0F3-49E4-9120-683C3B5125D3}" destId="{3D1EB24E-F540-47AC-B5B8-853B5D657ACE}" srcOrd="0" destOrd="0" presId="urn:microsoft.com/office/officeart/2005/8/layout/hChevron3"/>
    <dgm:cxn modelId="{1FE85129-81A6-4AE2-8CB5-802D8B0A75DB}" srcId="{094B527D-F0F3-49E4-9120-683C3B5125D3}" destId="{5695B321-2BA6-4FA4-B27B-DA647B6C7B60}" srcOrd="1" destOrd="0" parTransId="{734761C0-0E4A-4F86-B58B-682ED09B71F3}" sibTransId="{FA34836F-C974-4626-8676-C93B52372A63}"/>
    <dgm:cxn modelId="{F9B4A39F-4DE3-4FF3-B4DA-E85388E74D82}" type="presOf" srcId="{EB763B15-0CC3-4697-9CDC-D7FC89EB0E22}" destId="{CE7924F1-3350-41EB-B62B-627BE33A158F}" srcOrd="0" destOrd="0" presId="urn:microsoft.com/office/officeart/2005/8/layout/hChevron3"/>
    <dgm:cxn modelId="{7B2DE9B8-A20E-4989-AC9C-BA05CEE900B6}" type="presParOf" srcId="{3D1EB24E-F540-47AC-B5B8-853B5D657ACE}" destId="{CE7924F1-3350-41EB-B62B-627BE33A158F}" srcOrd="0" destOrd="0" presId="urn:microsoft.com/office/officeart/2005/8/layout/hChevron3"/>
    <dgm:cxn modelId="{99B749CD-0276-418D-9B2A-A221B38A394A}" type="presParOf" srcId="{3D1EB24E-F540-47AC-B5B8-853B5D657ACE}" destId="{556045B7-2743-451A-8F1F-B6530FB98063}" srcOrd="1" destOrd="0" presId="urn:microsoft.com/office/officeart/2005/8/layout/hChevron3"/>
    <dgm:cxn modelId="{639051B0-0A75-40B6-8F40-52656A97438F}" type="presParOf" srcId="{3D1EB24E-F540-47AC-B5B8-853B5D657ACE}" destId="{72466530-8D5F-4590-AD9D-6FE15454C180}" srcOrd="2" destOrd="0" presId="urn:microsoft.com/office/officeart/2005/8/layout/hChevron3"/>
    <dgm:cxn modelId="{8A78E1B1-2D56-4BD6-8DF1-A083B6FC4601}" type="presParOf" srcId="{3D1EB24E-F540-47AC-B5B8-853B5D657ACE}" destId="{06DAB297-F552-4199-A562-9D79C35C808C}" srcOrd="3" destOrd="0" presId="urn:microsoft.com/office/officeart/2005/8/layout/hChevron3"/>
    <dgm:cxn modelId="{3E9ACB19-9992-46EA-AB93-79214FFCC929}" type="presParOf" srcId="{3D1EB24E-F540-47AC-B5B8-853B5D657ACE}" destId="{75A1CBDC-3D33-4502-8F98-B825E78BECE6}"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8DF6FF-B14D-4ECF-A85A-69409E455CD5}">
      <dsp:nvSpPr>
        <dsp:cNvPr id="0" name=""/>
        <dsp:cNvSpPr/>
      </dsp:nvSpPr>
      <dsp:spPr>
        <a:xfrm>
          <a:off x="1153" y="0"/>
          <a:ext cx="1109373" cy="1392029"/>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altLang="zh-CN" sz="1200" b="1" kern="1200" dirty="0" smtClean="0">
              <a:latin typeface="Georgia" panose="02040502050405020303" pitchFamily="18" charset="0"/>
            </a:rPr>
            <a:t>Format</a:t>
          </a:r>
          <a:endParaRPr lang="zh-CN" altLang="en-US" sz="1050" b="1" kern="1200" dirty="0">
            <a:latin typeface="Georgia" panose="02040502050405020303" pitchFamily="18" charset="0"/>
          </a:endParaRPr>
        </a:p>
      </dsp:txBody>
      <dsp:txXfrm>
        <a:off x="1153" y="0"/>
        <a:ext cx="1109373" cy="417608"/>
      </dsp:txXfrm>
    </dsp:sp>
    <dsp:sp modelId="{68C758C4-D19E-4AEB-98C4-B9D2E472368A}">
      <dsp:nvSpPr>
        <dsp:cNvPr id="0" name=""/>
        <dsp:cNvSpPr/>
      </dsp:nvSpPr>
      <dsp:spPr>
        <a:xfrm>
          <a:off x="112090" y="418016"/>
          <a:ext cx="887498" cy="419715"/>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lvl="0" algn="ctr" defTabSz="466725">
            <a:lnSpc>
              <a:spcPct val="90000"/>
            </a:lnSpc>
            <a:spcBef>
              <a:spcPct val="0"/>
            </a:spcBef>
            <a:spcAft>
              <a:spcPct val="35000"/>
            </a:spcAft>
          </a:pPr>
          <a:r>
            <a:rPr lang="en-US" altLang="zh-CN" sz="1050" b="1" kern="1200" dirty="0" smtClean="0">
              <a:latin typeface="Georgia" panose="02040502050405020303" pitchFamily="18" charset="0"/>
            </a:rPr>
            <a:t>ISO 8583</a:t>
          </a:r>
          <a:endParaRPr lang="zh-CN" altLang="en-US" sz="1050" b="1" kern="1200" dirty="0">
            <a:latin typeface="Georgia" panose="02040502050405020303" pitchFamily="18" charset="0"/>
          </a:endParaRPr>
        </a:p>
      </dsp:txBody>
      <dsp:txXfrm>
        <a:off x="124383" y="430309"/>
        <a:ext cx="862912" cy="395129"/>
      </dsp:txXfrm>
    </dsp:sp>
    <dsp:sp modelId="{B66DF5FA-59FC-4E1F-9A8E-86281C714E9B}">
      <dsp:nvSpPr>
        <dsp:cNvPr id="0" name=""/>
        <dsp:cNvSpPr/>
      </dsp:nvSpPr>
      <dsp:spPr>
        <a:xfrm>
          <a:off x="112090" y="902303"/>
          <a:ext cx="887498" cy="419715"/>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lvl="0" algn="ctr" defTabSz="466725">
            <a:lnSpc>
              <a:spcPct val="90000"/>
            </a:lnSpc>
            <a:spcBef>
              <a:spcPct val="0"/>
            </a:spcBef>
            <a:spcAft>
              <a:spcPct val="35000"/>
            </a:spcAft>
          </a:pPr>
          <a:r>
            <a:rPr lang="en-US" altLang="zh-CN" sz="1050" b="1" kern="1200" dirty="0" smtClean="0">
              <a:latin typeface="Georgia" panose="02040502050405020303" pitchFamily="18" charset="0"/>
            </a:rPr>
            <a:t>JSON</a:t>
          </a:r>
          <a:endParaRPr lang="zh-CN" altLang="en-US" sz="1050" b="1" kern="1200" dirty="0">
            <a:latin typeface="Georgia" panose="02040502050405020303" pitchFamily="18" charset="0"/>
          </a:endParaRPr>
        </a:p>
      </dsp:txBody>
      <dsp:txXfrm>
        <a:off x="124383" y="914596"/>
        <a:ext cx="862912" cy="395129"/>
      </dsp:txXfrm>
    </dsp:sp>
    <dsp:sp modelId="{DC04206F-6AFB-4B28-8FB2-DBFDBB6C9235}">
      <dsp:nvSpPr>
        <dsp:cNvPr id="0" name=""/>
        <dsp:cNvSpPr/>
      </dsp:nvSpPr>
      <dsp:spPr>
        <a:xfrm>
          <a:off x="1193729" y="0"/>
          <a:ext cx="1109373" cy="1392029"/>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altLang="zh-CN" sz="1200" b="1" kern="1200" dirty="0" smtClean="0">
              <a:latin typeface="Georgia" panose="02040502050405020303" pitchFamily="18" charset="0"/>
            </a:rPr>
            <a:t>Connection</a:t>
          </a:r>
          <a:endParaRPr lang="zh-CN" altLang="en-US" sz="1200" b="1" kern="1200" dirty="0">
            <a:latin typeface="Georgia" panose="02040502050405020303" pitchFamily="18" charset="0"/>
          </a:endParaRPr>
        </a:p>
      </dsp:txBody>
      <dsp:txXfrm>
        <a:off x="1193729" y="0"/>
        <a:ext cx="1109373" cy="417608"/>
      </dsp:txXfrm>
    </dsp:sp>
    <dsp:sp modelId="{A559E1F6-3B5A-47C5-B4B7-3A8162B05FB0}">
      <dsp:nvSpPr>
        <dsp:cNvPr id="0" name=""/>
        <dsp:cNvSpPr/>
      </dsp:nvSpPr>
      <dsp:spPr>
        <a:xfrm>
          <a:off x="1304666" y="418016"/>
          <a:ext cx="887498" cy="419715"/>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lvl="0" algn="ctr" defTabSz="466725">
            <a:lnSpc>
              <a:spcPct val="90000"/>
            </a:lnSpc>
            <a:spcBef>
              <a:spcPct val="0"/>
            </a:spcBef>
            <a:spcAft>
              <a:spcPct val="35000"/>
            </a:spcAft>
          </a:pPr>
          <a:r>
            <a:rPr lang="en-US" altLang="zh-CN" sz="1050" b="1" kern="1200" dirty="0" smtClean="0">
              <a:latin typeface="Georgia" panose="02040502050405020303" pitchFamily="18" charset="0"/>
            </a:rPr>
            <a:t>Indirect</a:t>
          </a:r>
          <a:endParaRPr lang="zh-CN" altLang="en-US" sz="1050" b="1" kern="1200" dirty="0">
            <a:latin typeface="Georgia" panose="02040502050405020303" pitchFamily="18" charset="0"/>
          </a:endParaRPr>
        </a:p>
      </dsp:txBody>
      <dsp:txXfrm>
        <a:off x="1316959" y="430309"/>
        <a:ext cx="862912" cy="395129"/>
      </dsp:txXfrm>
    </dsp:sp>
    <dsp:sp modelId="{DCD87B76-E5A7-4609-BDC3-7E339EA5C7F1}">
      <dsp:nvSpPr>
        <dsp:cNvPr id="0" name=""/>
        <dsp:cNvSpPr/>
      </dsp:nvSpPr>
      <dsp:spPr>
        <a:xfrm>
          <a:off x="1304666" y="902303"/>
          <a:ext cx="887498" cy="419715"/>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lvl="0" algn="ctr" defTabSz="466725">
            <a:lnSpc>
              <a:spcPct val="90000"/>
            </a:lnSpc>
            <a:spcBef>
              <a:spcPct val="0"/>
            </a:spcBef>
            <a:spcAft>
              <a:spcPct val="35000"/>
            </a:spcAft>
          </a:pPr>
          <a:r>
            <a:rPr lang="en-US" altLang="zh-CN" sz="1050" b="1" kern="1200" dirty="0" smtClean="0">
              <a:latin typeface="Georgia" panose="02040502050405020303" pitchFamily="18" charset="0"/>
            </a:rPr>
            <a:t>Direct</a:t>
          </a:r>
          <a:endParaRPr lang="zh-CN" altLang="en-US" sz="1050" b="1" kern="1200" dirty="0">
            <a:latin typeface="Georgia" panose="02040502050405020303" pitchFamily="18" charset="0"/>
          </a:endParaRPr>
        </a:p>
      </dsp:txBody>
      <dsp:txXfrm>
        <a:off x="1316959" y="914596"/>
        <a:ext cx="862912" cy="3951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8DF6FF-B14D-4ECF-A85A-69409E455CD5}">
      <dsp:nvSpPr>
        <dsp:cNvPr id="0" name=""/>
        <dsp:cNvSpPr/>
      </dsp:nvSpPr>
      <dsp:spPr>
        <a:xfrm>
          <a:off x="1153" y="0"/>
          <a:ext cx="1109373" cy="1392029"/>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altLang="zh-CN" sz="1100" b="1" kern="1200" dirty="0" smtClean="0">
              <a:latin typeface="Georgia" panose="02040502050405020303" pitchFamily="18" charset="0"/>
            </a:rPr>
            <a:t>APP Dev.</a:t>
          </a:r>
          <a:endParaRPr lang="zh-CN" altLang="en-US" sz="1100" b="1" kern="1200" dirty="0">
            <a:latin typeface="Georgia" panose="02040502050405020303" pitchFamily="18" charset="0"/>
          </a:endParaRPr>
        </a:p>
      </dsp:txBody>
      <dsp:txXfrm>
        <a:off x="1153" y="0"/>
        <a:ext cx="1109373" cy="417608"/>
      </dsp:txXfrm>
    </dsp:sp>
    <dsp:sp modelId="{68C758C4-D19E-4AEB-98C4-B9D2E472368A}">
      <dsp:nvSpPr>
        <dsp:cNvPr id="0" name=""/>
        <dsp:cNvSpPr/>
      </dsp:nvSpPr>
      <dsp:spPr>
        <a:xfrm>
          <a:off x="112090" y="417727"/>
          <a:ext cx="887498" cy="273477"/>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lvl="0" algn="ctr" defTabSz="466725">
            <a:lnSpc>
              <a:spcPct val="90000"/>
            </a:lnSpc>
            <a:spcBef>
              <a:spcPct val="0"/>
            </a:spcBef>
            <a:spcAft>
              <a:spcPct val="35000"/>
            </a:spcAft>
          </a:pPr>
          <a:r>
            <a:rPr lang="en-US" altLang="zh-CN" sz="1050" b="1" kern="1200" dirty="0" smtClean="0">
              <a:latin typeface="Georgia" panose="02040502050405020303" pitchFamily="18" charset="0"/>
            </a:rPr>
            <a:t>Integrated</a:t>
          </a:r>
          <a:endParaRPr lang="zh-CN" altLang="en-US" sz="1050" b="1" kern="1200" dirty="0">
            <a:latin typeface="Georgia" panose="02040502050405020303" pitchFamily="18" charset="0"/>
          </a:endParaRPr>
        </a:p>
      </dsp:txBody>
      <dsp:txXfrm>
        <a:off x="120100" y="425737"/>
        <a:ext cx="871478" cy="257457"/>
      </dsp:txXfrm>
    </dsp:sp>
    <dsp:sp modelId="{B66DF5FA-59FC-4E1F-9A8E-86281C714E9B}">
      <dsp:nvSpPr>
        <dsp:cNvPr id="0" name=""/>
        <dsp:cNvSpPr/>
      </dsp:nvSpPr>
      <dsp:spPr>
        <a:xfrm>
          <a:off x="112090" y="733279"/>
          <a:ext cx="887498" cy="273477"/>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lvl="0" algn="ctr" defTabSz="466725">
            <a:lnSpc>
              <a:spcPct val="90000"/>
            </a:lnSpc>
            <a:spcBef>
              <a:spcPct val="0"/>
            </a:spcBef>
            <a:spcAft>
              <a:spcPct val="35000"/>
            </a:spcAft>
          </a:pPr>
          <a:r>
            <a:rPr lang="en-US" altLang="zh-CN" sz="1050" b="1" kern="1200" dirty="0" smtClean="0">
              <a:latin typeface="Georgia" panose="02040502050405020303" pitchFamily="18" charset="0"/>
            </a:rPr>
            <a:t>Modular</a:t>
          </a:r>
          <a:endParaRPr lang="zh-CN" altLang="en-US" sz="1050" b="1" kern="1200" dirty="0">
            <a:latin typeface="Georgia" panose="02040502050405020303" pitchFamily="18" charset="0"/>
          </a:endParaRPr>
        </a:p>
      </dsp:txBody>
      <dsp:txXfrm>
        <a:off x="120100" y="741289"/>
        <a:ext cx="871478" cy="257457"/>
      </dsp:txXfrm>
    </dsp:sp>
    <dsp:sp modelId="{6F2F7F2D-D926-49E9-AD50-656BE3BD0A5F}">
      <dsp:nvSpPr>
        <dsp:cNvPr id="0" name=""/>
        <dsp:cNvSpPr/>
      </dsp:nvSpPr>
      <dsp:spPr>
        <a:xfrm>
          <a:off x="112090" y="1048830"/>
          <a:ext cx="887498" cy="273477"/>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lvl="0" algn="ctr" defTabSz="466725">
            <a:lnSpc>
              <a:spcPct val="90000"/>
            </a:lnSpc>
            <a:spcBef>
              <a:spcPct val="0"/>
            </a:spcBef>
            <a:spcAft>
              <a:spcPct val="35000"/>
            </a:spcAft>
          </a:pPr>
          <a:r>
            <a:rPr lang="en-US" altLang="zh-CN" sz="1050" b="1" kern="1200" dirty="0" smtClean="0">
              <a:latin typeface="Georgia" panose="02040502050405020303" pitchFamily="18" charset="0"/>
            </a:rPr>
            <a:t>UP APP</a:t>
          </a:r>
          <a:endParaRPr lang="zh-CN" altLang="en-US" sz="1050" b="1" kern="1200" dirty="0">
            <a:latin typeface="Georgia" panose="02040502050405020303" pitchFamily="18" charset="0"/>
          </a:endParaRPr>
        </a:p>
      </dsp:txBody>
      <dsp:txXfrm>
        <a:off x="120100" y="1056840"/>
        <a:ext cx="871478" cy="257457"/>
      </dsp:txXfrm>
    </dsp:sp>
    <dsp:sp modelId="{DC04206F-6AFB-4B28-8FB2-DBFDBB6C9235}">
      <dsp:nvSpPr>
        <dsp:cNvPr id="0" name=""/>
        <dsp:cNvSpPr/>
      </dsp:nvSpPr>
      <dsp:spPr>
        <a:xfrm>
          <a:off x="1193729" y="0"/>
          <a:ext cx="1109373" cy="1392029"/>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altLang="zh-CN" sz="1100" b="1" kern="1200" dirty="0" smtClean="0">
              <a:latin typeface="Georgia" panose="02040502050405020303" pitchFamily="18" charset="0"/>
            </a:rPr>
            <a:t>Host System</a:t>
          </a:r>
          <a:endParaRPr lang="zh-CN" altLang="en-US" sz="1100" b="1" kern="1200" dirty="0">
            <a:latin typeface="Georgia" panose="02040502050405020303" pitchFamily="18" charset="0"/>
          </a:endParaRPr>
        </a:p>
      </dsp:txBody>
      <dsp:txXfrm>
        <a:off x="1193729" y="0"/>
        <a:ext cx="1109373" cy="417608"/>
      </dsp:txXfrm>
    </dsp:sp>
    <dsp:sp modelId="{A559E1F6-3B5A-47C5-B4B7-3A8162B05FB0}">
      <dsp:nvSpPr>
        <dsp:cNvPr id="0" name=""/>
        <dsp:cNvSpPr/>
      </dsp:nvSpPr>
      <dsp:spPr>
        <a:xfrm>
          <a:off x="1304666" y="418016"/>
          <a:ext cx="887498" cy="419715"/>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lvl="0" algn="ctr" defTabSz="466725">
            <a:lnSpc>
              <a:spcPct val="90000"/>
            </a:lnSpc>
            <a:spcBef>
              <a:spcPct val="0"/>
            </a:spcBef>
            <a:spcAft>
              <a:spcPct val="35000"/>
            </a:spcAft>
          </a:pPr>
          <a:r>
            <a:rPr lang="en-US" altLang="zh-CN" sz="1050" b="1" kern="1200" dirty="0" smtClean="0">
              <a:latin typeface="Georgia" panose="02040502050405020303" pitchFamily="18" charset="0"/>
            </a:rPr>
            <a:t>Account Verf.</a:t>
          </a:r>
          <a:endParaRPr lang="zh-CN" altLang="en-US" sz="1050" b="1" kern="1200" dirty="0">
            <a:latin typeface="Georgia" panose="02040502050405020303" pitchFamily="18" charset="0"/>
          </a:endParaRPr>
        </a:p>
      </dsp:txBody>
      <dsp:txXfrm>
        <a:off x="1316959" y="430309"/>
        <a:ext cx="862912" cy="395129"/>
      </dsp:txXfrm>
    </dsp:sp>
    <dsp:sp modelId="{DCD87B76-E5A7-4609-BDC3-7E339EA5C7F1}">
      <dsp:nvSpPr>
        <dsp:cNvPr id="0" name=""/>
        <dsp:cNvSpPr/>
      </dsp:nvSpPr>
      <dsp:spPr>
        <a:xfrm>
          <a:off x="1304666" y="902303"/>
          <a:ext cx="887498" cy="419715"/>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lvl="0" algn="ctr" defTabSz="466725">
            <a:lnSpc>
              <a:spcPct val="90000"/>
            </a:lnSpc>
            <a:spcBef>
              <a:spcPct val="0"/>
            </a:spcBef>
            <a:spcAft>
              <a:spcPct val="35000"/>
            </a:spcAft>
          </a:pPr>
          <a:r>
            <a:rPr lang="en-US" altLang="zh-CN" sz="1050" b="1" kern="1200" dirty="0" smtClean="0">
              <a:latin typeface="Georgia" panose="02040502050405020303" pitchFamily="18" charset="0"/>
            </a:rPr>
            <a:t>QRC TRX.</a:t>
          </a:r>
          <a:endParaRPr lang="zh-CN" altLang="en-US" sz="1050" b="1" kern="1200" dirty="0">
            <a:latin typeface="Georgia" panose="02040502050405020303" pitchFamily="18" charset="0"/>
          </a:endParaRPr>
        </a:p>
      </dsp:txBody>
      <dsp:txXfrm>
        <a:off x="1316959" y="914596"/>
        <a:ext cx="862912" cy="3951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924F1-3350-41EB-B62B-627BE33A158F}">
      <dsp:nvSpPr>
        <dsp:cNvPr id="0" name=""/>
        <dsp:cNvSpPr/>
      </dsp:nvSpPr>
      <dsp:spPr>
        <a:xfrm>
          <a:off x="86" y="0"/>
          <a:ext cx="3442394" cy="72000"/>
        </a:xfrm>
        <a:prstGeom prst="homePlate">
          <a:avLst/>
        </a:prstGeom>
        <a:solidFill>
          <a:srgbClr val="DE2E3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3335" rIns="6668" bIns="13335" numCol="1" spcCol="1270" anchor="ctr" anchorCtr="0">
          <a:noAutofit/>
        </a:bodyPr>
        <a:lstStyle/>
        <a:p>
          <a:pPr lvl="0" algn="ctr" defTabSz="222250">
            <a:lnSpc>
              <a:spcPct val="90000"/>
            </a:lnSpc>
            <a:spcBef>
              <a:spcPct val="0"/>
            </a:spcBef>
            <a:spcAft>
              <a:spcPct val="35000"/>
            </a:spcAft>
          </a:pPr>
          <a:r>
            <a:rPr lang="en-US" altLang="zh-CN" sz="500" kern="1200" dirty="0" smtClean="0"/>
            <a:t> </a:t>
          </a:r>
          <a:endParaRPr lang="zh-CN" altLang="en-US" sz="500" kern="1200" dirty="0"/>
        </a:p>
      </dsp:txBody>
      <dsp:txXfrm>
        <a:off x="86" y="0"/>
        <a:ext cx="3424394" cy="72000"/>
      </dsp:txXfrm>
    </dsp:sp>
    <dsp:sp modelId="{72466530-8D5F-4590-AD9D-6FE15454C180}">
      <dsp:nvSpPr>
        <dsp:cNvPr id="0" name=""/>
        <dsp:cNvSpPr/>
      </dsp:nvSpPr>
      <dsp:spPr>
        <a:xfrm>
          <a:off x="2708714" y="0"/>
          <a:ext cx="3635994" cy="72000"/>
        </a:xfrm>
        <a:prstGeom prst="chevron">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13335" rIns="6668" bIns="13335" numCol="1" spcCol="1270" anchor="ctr" anchorCtr="0">
          <a:noAutofit/>
        </a:bodyPr>
        <a:lstStyle/>
        <a:p>
          <a:pPr lvl="0" algn="ctr" defTabSz="222250">
            <a:lnSpc>
              <a:spcPct val="90000"/>
            </a:lnSpc>
            <a:spcBef>
              <a:spcPct val="0"/>
            </a:spcBef>
            <a:spcAft>
              <a:spcPct val="35000"/>
            </a:spcAft>
          </a:pPr>
          <a:r>
            <a:rPr lang="en-US" altLang="zh-CN" sz="500" kern="1200" dirty="0" smtClean="0"/>
            <a:t> </a:t>
          </a:r>
          <a:endParaRPr lang="zh-CN" altLang="en-US" sz="500" kern="1200" dirty="0"/>
        </a:p>
      </dsp:txBody>
      <dsp:txXfrm>
        <a:off x="2744714" y="0"/>
        <a:ext cx="3563994" cy="72000"/>
      </dsp:txXfrm>
    </dsp:sp>
    <dsp:sp modelId="{75A1CBDC-3D33-4502-8F98-B825E78BECE6}">
      <dsp:nvSpPr>
        <dsp:cNvPr id="0" name=""/>
        <dsp:cNvSpPr/>
      </dsp:nvSpPr>
      <dsp:spPr>
        <a:xfrm>
          <a:off x="5701518" y="0"/>
          <a:ext cx="3442394" cy="72000"/>
        </a:xfrm>
        <a:prstGeom prst="chevron">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13335" rIns="6668" bIns="13335" numCol="1" spcCol="1270" anchor="ctr" anchorCtr="0">
          <a:noAutofit/>
        </a:bodyPr>
        <a:lstStyle/>
        <a:p>
          <a:pPr lvl="0" algn="ctr" defTabSz="222250">
            <a:lnSpc>
              <a:spcPct val="90000"/>
            </a:lnSpc>
            <a:spcBef>
              <a:spcPct val="0"/>
            </a:spcBef>
            <a:spcAft>
              <a:spcPct val="35000"/>
            </a:spcAft>
          </a:pPr>
          <a:r>
            <a:rPr lang="en-US" altLang="zh-CN" sz="500" kern="1200" dirty="0" smtClean="0"/>
            <a:t> </a:t>
          </a:r>
          <a:endParaRPr lang="zh-CN" altLang="en-US" sz="500" kern="1200" dirty="0"/>
        </a:p>
      </dsp:txBody>
      <dsp:txXfrm>
        <a:off x="5737518" y="0"/>
        <a:ext cx="3370394" cy="72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E061-090D-4A73-9318-3EAFE8831281}">
      <dsp:nvSpPr>
        <dsp:cNvPr id="0" name=""/>
        <dsp:cNvSpPr/>
      </dsp:nvSpPr>
      <dsp:spPr>
        <a:xfrm>
          <a:off x="0" y="0"/>
          <a:ext cx="5650467" cy="1417678"/>
        </a:xfrm>
        <a:prstGeom prst="homePlate">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25157" tIns="148590" rIns="277368" bIns="148590" numCol="1" spcCol="1270" anchor="ctr" anchorCtr="0">
          <a:noAutofit/>
        </a:bodyPr>
        <a:lstStyle/>
        <a:p>
          <a:pPr lvl="0" algn="ctr" defTabSz="1733550">
            <a:lnSpc>
              <a:spcPct val="90000"/>
            </a:lnSpc>
            <a:spcBef>
              <a:spcPct val="0"/>
            </a:spcBef>
            <a:spcAft>
              <a:spcPct val="35000"/>
            </a:spcAft>
          </a:pPr>
          <a:r>
            <a:rPr lang="en-US" altLang="zh-CN" sz="3900" kern="1200" dirty="0" smtClean="0"/>
            <a:t> </a:t>
          </a:r>
          <a:endParaRPr lang="zh-CN" altLang="en-US" sz="3900" kern="1200" dirty="0"/>
        </a:p>
      </dsp:txBody>
      <dsp:txXfrm rot="10800000">
        <a:off x="0" y="0"/>
        <a:ext cx="5296048" cy="1417678"/>
      </dsp:txXfrm>
    </dsp:sp>
    <dsp:sp modelId="{BFD24321-7B46-4FB4-8416-A267B97BF755}">
      <dsp:nvSpPr>
        <dsp:cNvPr id="0" name=""/>
        <dsp:cNvSpPr/>
      </dsp:nvSpPr>
      <dsp:spPr>
        <a:xfrm>
          <a:off x="5055160" y="585"/>
          <a:ext cx="1417678" cy="1417678"/>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05C07AC-5BA2-4F4F-90A4-7274DDC8EBA2}">
      <dsp:nvSpPr>
        <dsp:cNvPr id="0" name=""/>
        <dsp:cNvSpPr/>
      </dsp:nvSpPr>
      <dsp:spPr>
        <a:xfrm rot="10800000">
          <a:off x="2782536" y="1821911"/>
          <a:ext cx="5650467" cy="1417678"/>
        </a:xfrm>
        <a:prstGeom prst="homePlate">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25157" tIns="148590" rIns="277368" bIns="148590" numCol="1" spcCol="1270" anchor="t" anchorCtr="0">
          <a:noAutofit/>
        </a:bodyPr>
        <a:lstStyle/>
        <a:p>
          <a:pPr lvl="0" algn="l" defTabSz="1733550">
            <a:lnSpc>
              <a:spcPct val="90000"/>
            </a:lnSpc>
            <a:spcBef>
              <a:spcPct val="0"/>
            </a:spcBef>
            <a:spcAft>
              <a:spcPct val="35000"/>
            </a:spcAft>
          </a:pPr>
          <a:r>
            <a:rPr lang="en-US" altLang="zh-CN" sz="3900" kern="1200" dirty="0" smtClean="0"/>
            <a:t> </a:t>
          </a:r>
          <a:endParaRPr lang="zh-CN" altLang="en-US" sz="3900" kern="1200" dirty="0"/>
        </a:p>
        <a:p>
          <a:pPr marL="285750" lvl="1" indent="-285750" algn="l" defTabSz="1333500">
            <a:lnSpc>
              <a:spcPct val="90000"/>
            </a:lnSpc>
            <a:spcBef>
              <a:spcPct val="0"/>
            </a:spcBef>
            <a:spcAft>
              <a:spcPct val="15000"/>
            </a:spcAft>
            <a:buChar char="••"/>
          </a:pPr>
          <a:endParaRPr lang="zh-CN" altLang="en-US" sz="3000" kern="1200" dirty="0"/>
        </a:p>
      </dsp:txBody>
      <dsp:txXfrm rot="10800000">
        <a:off x="3136955" y="1821911"/>
        <a:ext cx="5296048" cy="1417678"/>
      </dsp:txXfrm>
    </dsp:sp>
    <dsp:sp modelId="{4FB8BC06-44D0-4B0B-8E65-E6DC9262F2A4}">
      <dsp:nvSpPr>
        <dsp:cNvPr id="0" name=""/>
        <dsp:cNvSpPr/>
      </dsp:nvSpPr>
      <dsp:spPr>
        <a:xfrm rot="18420000">
          <a:off x="1920262" y="1821911"/>
          <a:ext cx="1417678" cy="1417678"/>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l="-24000" r="-2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924F1-3350-41EB-B62B-627BE33A158F}">
      <dsp:nvSpPr>
        <dsp:cNvPr id="0" name=""/>
        <dsp:cNvSpPr/>
      </dsp:nvSpPr>
      <dsp:spPr>
        <a:xfrm>
          <a:off x="86" y="0"/>
          <a:ext cx="3442394" cy="72000"/>
        </a:xfrm>
        <a:prstGeom prst="homePlate">
          <a:avLst/>
        </a:prstGeom>
        <a:solidFill>
          <a:srgbClr val="DE2E3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3335" rIns="6668" bIns="13335" numCol="1" spcCol="1270" anchor="ctr" anchorCtr="0">
          <a:noAutofit/>
        </a:bodyPr>
        <a:lstStyle/>
        <a:p>
          <a:pPr lvl="0" algn="ctr" defTabSz="222250">
            <a:lnSpc>
              <a:spcPct val="90000"/>
            </a:lnSpc>
            <a:spcBef>
              <a:spcPct val="0"/>
            </a:spcBef>
            <a:spcAft>
              <a:spcPct val="35000"/>
            </a:spcAft>
          </a:pPr>
          <a:r>
            <a:rPr lang="en-US" altLang="zh-CN" sz="500" kern="1200" dirty="0" smtClean="0"/>
            <a:t> </a:t>
          </a:r>
          <a:endParaRPr lang="zh-CN" altLang="en-US" sz="500" kern="1200" dirty="0"/>
        </a:p>
      </dsp:txBody>
      <dsp:txXfrm>
        <a:off x="86" y="0"/>
        <a:ext cx="3424394" cy="72000"/>
      </dsp:txXfrm>
    </dsp:sp>
    <dsp:sp modelId="{72466530-8D5F-4590-AD9D-6FE15454C180}">
      <dsp:nvSpPr>
        <dsp:cNvPr id="0" name=""/>
        <dsp:cNvSpPr/>
      </dsp:nvSpPr>
      <dsp:spPr>
        <a:xfrm>
          <a:off x="2708714" y="0"/>
          <a:ext cx="3635994" cy="72000"/>
        </a:xfrm>
        <a:prstGeom prst="chevron">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13335" rIns="6668" bIns="13335" numCol="1" spcCol="1270" anchor="ctr" anchorCtr="0">
          <a:noAutofit/>
        </a:bodyPr>
        <a:lstStyle/>
        <a:p>
          <a:pPr lvl="0" algn="ctr" defTabSz="222250">
            <a:lnSpc>
              <a:spcPct val="90000"/>
            </a:lnSpc>
            <a:spcBef>
              <a:spcPct val="0"/>
            </a:spcBef>
            <a:spcAft>
              <a:spcPct val="35000"/>
            </a:spcAft>
          </a:pPr>
          <a:r>
            <a:rPr lang="en-US" altLang="zh-CN" sz="500" kern="1200" dirty="0" smtClean="0"/>
            <a:t> </a:t>
          </a:r>
          <a:endParaRPr lang="zh-CN" altLang="en-US" sz="500" kern="1200" dirty="0"/>
        </a:p>
      </dsp:txBody>
      <dsp:txXfrm>
        <a:off x="2744714" y="0"/>
        <a:ext cx="3563994" cy="72000"/>
      </dsp:txXfrm>
    </dsp:sp>
    <dsp:sp modelId="{75A1CBDC-3D33-4502-8F98-B825E78BECE6}">
      <dsp:nvSpPr>
        <dsp:cNvPr id="0" name=""/>
        <dsp:cNvSpPr/>
      </dsp:nvSpPr>
      <dsp:spPr>
        <a:xfrm>
          <a:off x="5701518" y="0"/>
          <a:ext cx="3442394" cy="72000"/>
        </a:xfrm>
        <a:prstGeom prst="chevron">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13335" rIns="6668" bIns="13335" numCol="1" spcCol="1270" anchor="ctr" anchorCtr="0">
          <a:noAutofit/>
        </a:bodyPr>
        <a:lstStyle/>
        <a:p>
          <a:pPr lvl="0" algn="ctr" defTabSz="222250">
            <a:lnSpc>
              <a:spcPct val="90000"/>
            </a:lnSpc>
            <a:spcBef>
              <a:spcPct val="0"/>
            </a:spcBef>
            <a:spcAft>
              <a:spcPct val="35000"/>
            </a:spcAft>
          </a:pPr>
          <a:r>
            <a:rPr lang="en-US" altLang="zh-CN" sz="500" kern="1200" dirty="0" smtClean="0"/>
            <a:t> </a:t>
          </a:r>
          <a:endParaRPr lang="zh-CN" altLang="en-US" sz="500" kern="1200" dirty="0"/>
        </a:p>
      </dsp:txBody>
      <dsp:txXfrm>
        <a:off x="5737518" y="0"/>
        <a:ext cx="3370394" cy="72000"/>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833AF375-74D4-468D-AFF6-4AA7A7F838C4}" type="datetimeFigureOut">
              <a:rPr lang="zh-CN" altLang="en-US" smtClean="0"/>
              <a:pPr/>
              <a:t>2019/11/1</a:t>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4679DEA2-35CA-4315-AB30-B2132428E090}" type="slidenum">
              <a:rPr lang="zh-CN" altLang="en-US" smtClean="0"/>
              <a:pPr/>
              <a:t>‹#›</a:t>
            </a:fld>
            <a:endParaRPr lang="zh-CN" altLang="en-US"/>
          </a:p>
        </p:txBody>
      </p:sp>
    </p:spTree>
    <p:extLst>
      <p:ext uri="{BB962C8B-B14F-4D97-AF65-F5344CB8AC3E}">
        <p14:creationId xmlns:p14="http://schemas.microsoft.com/office/powerpoint/2010/main" val="31947808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8DD27B84-A629-4DD8-B3B6-CADBEDD71AD5}" type="datetimeFigureOut">
              <a:rPr lang="zh-CN" altLang="en-US" smtClean="0"/>
              <a:pPr/>
              <a:t>2019/11/1</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B27CA19F-5AFE-43D5-BA70-17F47713D0DA}" type="slidenum">
              <a:rPr lang="zh-CN" altLang="en-US" smtClean="0"/>
              <a:pPr/>
              <a:t>‹#›</a:t>
            </a:fld>
            <a:endParaRPr lang="zh-CN" altLang="en-US"/>
          </a:p>
        </p:txBody>
      </p:sp>
    </p:spTree>
    <p:extLst>
      <p:ext uri="{BB962C8B-B14F-4D97-AF65-F5344CB8AC3E}">
        <p14:creationId xmlns:p14="http://schemas.microsoft.com/office/powerpoint/2010/main" val="2830192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a:t>
            </a:fld>
            <a:endParaRPr lang="zh-CN" altLang="en-US"/>
          </a:p>
        </p:txBody>
      </p:sp>
    </p:spTree>
    <p:extLst>
      <p:ext uri="{BB962C8B-B14F-4D97-AF65-F5344CB8AC3E}">
        <p14:creationId xmlns:p14="http://schemas.microsoft.com/office/powerpoint/2010/main" val="959160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2</a:t>
            </a:fld>
            <a:endParaRPr lang="zh-CN" altLang="en-US"/>
          </a:p>
        </p:txBody>
      </p:sp>
    </p:spTree>
    <p:extLst>
      <p:ext uri="{BB962C8B-B14F-4D97-AF65-F5344CB8AC3E}">
        <p14:creationId xmlns:p14="http://schemas.microsoft.com/office/powerpoint/2010/main" val="3416836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presentation will consist</a:t>
            </a:r>
            <a:r>
              <a:rPr lang="zh-CN" altLang="en-US" baseline="0" dirty="0"/>
              <a:t> </a:t>
            </a:r>
            <a:r>
              <a:rPr lang="en-US" altLang="zh-CN" baseline="0" dirty="0"/>
              <a:t>of</a:t>
            </a:r>
            <a:r>
              <a:rPr lang="zh-CN" altLang="en-US" baseline="0" dirty="0"/>
              <a:t> </a:t>
            </a:r>
            <a:r>
              <a:rPr lang="en-US" altLang="zh-CN" baseline="0" dirty="0" smtClean="0"/>
              <a:t>4 </a:t>
            </a:r>
            <a:r>
              <a:rPr lang="en-US" altLang="zh-CN" baseline="0" dirty="0"/>
              <a:t>parts,</a:t>
            </a:r>
            <a:r>
              <a:rPr lang="zh-CN" altLang="en-US" baseline="0" dirty="0"/>
              <a:t> </a:t>
            </a:r>
            <a:r>
              <a:rPr lang="en-US" altLang="zh-CN" baseline="0" dirty="0"/>
              <a:t>and</a:t>
            </a:r>
            <a:r>
              <a:rPr lang="zh-CN" altLang="en-US" baseline="0" dirty="0"/>
              <a:t> </a:t>
            </a:r>
            <a:r>
              <a:rPr lang="en-US" altLang="zh-CN" baseline="0" dirty="0"/>
              <a:t>this</a:t>
            </a:r>
            <a:r>
              <a:rPr lang="zh-CN" altLang="en-US" baseline="0" dirty="0"/>
              <a:t> </a:t>
            </a:r>
            <a:r>
              <a:rPr lang="en-US" altLang="zh-CN" baseline="0" dirty="0"/>
              <a:t>is</a:t>
            </a:r>
            <a:r>
              <a:rPr lang="zh-CN" altLang="en-US" baseline="0" dirty="0"/>
              <a:t> </a:t>
            </a:r>
            <a:r>
              <a:rPr lang="en-US" altLang="zh-CN" baseline="0" dirty="0"/>
              <a:t>the</a:t>
            </a:r>
            <a:r>
              <a:rPr lang="zh-CN" altLang="en-US" baseline="0" dirty="0"/>
              <a:t> </a:t>
            </a:r>
            <a:r>
              <a:rPr lang="en-US" altLang="zh-CN" baseline="0" dirty="0"/>
              <a:t>agenda</a:t>
            </a:r>
            <a:r>
              <a:rPr lang="zh-CN" altLang="en-US" baseline="0" dirty="0"/>
              <a:t> </a:t>
            </a:r>
            <a:r>
              <a:rPr lang="en-US" altLang="zh-CN" baseline="0" dirty="0"/>
              <a:t>that</a:t>
            </a:r>
            <a:r>
              <a:rPr lang="zh-CN" altLang="en-US" baseline="0" dirty="0"/>
              <a:t> </a:t>
            </a:r>
            <a:r>
              <a:rPr lang="en-US" altLang="zh-CN" baseline="0" dirty="0"/>
              <a:t>we</a:t>
            </a:r>
            <a:r>
              <a:rPr lang="zh-CN" altLang="en-US" baseline="0" dirty="0"/>
              <a:t> </a:t>
            </a:r>
            <a:r>
              <a:rPr lang="en-US" altLang="zh-CN" baseline="0" dirty="0"/>
              <a:t>are</a:t>
            </a:r>
            <a:r>
              <a:rPr lang="zh-CN" altLang="en-US" baseline="0" dirty="0"/>
              <a:t> </a:t>
            </a:r>
            <a:r>
              <a:rPr lang="en-US" altLang="zh-CN" baseline="0" dirty="0"/>
              <a:t>going</a:t>
            </a:r>
            <a:r>
              <a:rPr lang="zh-CN" altLang="en-US" baseline="0" dirty="0"/>
              <a:t> </a:t>
            </a:r>
            <a:r>
              <a:rPr lang="en-US" altLang="zh-CN" baseline="0" dirty="0"/>
              <a:t>to</a:t>
            </a:r>
            <a:r>
              <a:rPr lang="zh-CN" altLang="en-US" baseline="0" dirty="0"/>
              <a:t> </a:t>
            </a:r>
            <a:r>
              <a:rPr lang="en-US" altLang="zh-CN" baseline="0" dirty="0"/>
              <a:t>base</a:t>
            </a:r>
            <a:r>
              <a:rPr lang="zh-CN" altLang="en-US" baseline="0" dirty="0"/>
              <a:t> </a:t>
            </a:r>
            <a:r>
              <a:rPr lang="en-US" altLang="zh-CN" baseline="0" dirty="0"/>
              <a:t>on</a:t>
            </a:r>
            <a:r>
              <a:rPr lang="zh-CN" altLang="en-US" baseline="0" dirty="0"/>
              <a:t> </a:t>
            </a:r>
            <a:r>
              <a:rPr lang="en-US" altLang="zh-CN" baseline="0" dirty="0"/>
              <a:t>today.</a:t>
            </a:r>
          </a:p>
          <a:p>
            <a:endParaRPr lang="en-US" altLang="zh-CN" baseline="0" dirty="0"/>
          </a:p>
          <a:p>
            <a:r>
              <a:rPr lang="en-US" altLang="zh-CN" baseline="0" dirty="0"/>
              <a:t>The first </a:t>
            </a:r>
            <a:r>
              <a:rPr lang="en-US" altLang="zh-CN" baseline="0" dirty="0" smtClean="0"/>
              <a:t>section </a:t>
            </a:r>
            <a:r>
              <a:rPr lang="en-US" altLang="zh-CN" baseline="0" dirty="0"/>
              <a:t>is the general introduction of QR</a:t>
            </a:r>
            <a:r>
              <a:rPr lang="zh-CN" altLang="en-US" baseline="0" dirty="0"/>
              <a:t> </a:t>
            </a:r>
            <a:r>
              <a:rPr lang="en-US" altLang="zh-CN" baseline="0" dirty="0"/>
              <a:t>Code</a:t>
            </a:r>
            <a:r>
              <a:rPr lang="zh-CN" altLang="en-US" baseline="0" dirty="0"/>
              <a:t> </a:t>
            </a:r>
            <a:r>
              <a:rPr lang="en-US" altLang="zh-CN" baseline="0" dirty="0"/>
              <a:t>payment and UPI Solution. In this section, a</a:t>
            </a:r>
            <a:r>
              <a:rPr lang="zh-CN" altLang="en-US" baseline="0" dirty="0"/>
              <a:t> </a:t>
            </a:r>
            <a:r>
              <a:rPr lang="en-US" altLang="zh-CN" baseline="0" dirty="0"/>
              <a:t>brief</a:t>
            </a:r>
            <a:r>
              <a:rPr lang="zh-CN" altLang="en-US" baseline="0" dirty="0"/>
              <a:t> </a:t>
            </a:r>
            <a:r>
              <a:rPr lang="en-US" altLang="zh-CN" baseline="0" dirty="0"/>
              <a:t>summary</a:t>
            </a:r>
            <a:r>
              <a:rPr lang="zh-CN" altLang="en-US" baseline="0" dirty="0"/>
              <a:t> </a:t>
            </a:r>
            <a:r>
              <a:rPr lang="en-US" altLang="zh-CN" baseline="0" dirty="0"/>
              <a:t>will</a:t>
            </a:r>
            <a:r>
              <a:rPr lang="zh-CN" altLang="en-US" baseline="0" dirty="0"/>
              <a:t> </a:t>
            </a:r>
            <a:r>
              <a:rPr lang="en-US" altLang="zh-CN" baseline="0" dirty="0"/>
              <a:t>be</a:t>
            </a:r>
            <a:r>
              <a:rPr lang="zh-CN" altLang="en-US" baseline="0" dirty="0"/>
              <a:t> </a:t>
            </a:r>
            <a:r>
              <a:rPr lang="en-US" altLang="zh-CN" baseline="0" dirty="0"/>
              <a:t>given of why people</a:t>
            </a:r>
            <a:r>
              <a:rPr lang="zh-CN" altLang="en-US" baseline="0" dirty="0"/>
              <a:t> </a:t>
            </a:r>
            <a:r>
              <a:rPr lang="en-US" altLang="zh-CN" baseline="0" dirty="0"/>
              <a:t>or</a:t>
            </a:r>
            <a:r>
              <a:rPr lang="zh-CN" altLang="en-US" baseline="0" dirty="0"/>
              <a:t> </a:t>
            </a:r>
            <a:r>
              <a:rPr lang="en-US" altLang="zh-CN" baseline="0" dirty="0"/>
              <a:t>consumer</a:t>
            </a:r>
            <a:r>
              <a:rPr lang="zh-CN" altLang="en-US" baseline="0" dirty="0"/>
              <a:t> </a:t>
            </a:r>
            <a:r>
              <a:rPr lang="en-US" altLang="zh-CN" baseline="0" dirty="0"/>
              <a:t>and</a:t>
            </a:r>
            <a:r>
              <a:rPr lang="zh-CN" altLang="en-US" baseline="0" dirty="0"/>
              <a:t> </a:t>
            </a:r>
            <a:r>
              <a:rPr lang="en-US" altLang="zh-CN" baseline="0" dirty="0"/>
              <a:t>merchants would like to use QR</a:t>
            </a:r>
            <a:r>
              <a:rPr lang="zh-CN" altLang="en-US" baseline="0" dirty="0"/>
              <a:t> </a:t>
            </a:r>
            <a:r>
              <a:rPr lang="en-US" altLang="zh-CN" baseline="0" dirty="0"/>
              <a:t>Code payment</a:t>
            </a:r>
          </a:p>
          <a:p>
            <a:endParaRPr lang="en-US" altLang="zh-CN" baseline="0" dirty="0"/>
          </a:p>
          <a:p>
            <a:r>
              <a:rPr lang="en-US" altLang="zh-CN" baseline="0" dirty="0"/>
              <a:t>Following we will explain why UPI QR</a:t>
            </a:r>
            <a:r>
              <a:rPr lang="zh-CN" altLang="en-US" baseline="0" dirty="0"/>
              <a:t> </a:t>
            </a:r>
            <a:r>
              <a:rPr lang="en-US" altLang="zh-CN" baseline="0" dirty="0"/>
              <a:t>Code payment</a:t>
            </a:r>
            <a:r>
              <a:rPr lang="zh-CN" altLang="en-US" baseline="0" dirty="0"/>
              <a:t> </a:t>
            </a:r>
            <a:r>
              <a:rPr lang="en-US" altLang="zh-CN" baseline="0" dirty="0"/>
              <a:t>should</a:t>
            </a:r>
            <a:r>
              <a:rPr lang="zh-CN" altLang="en-US" baseline="0" dirty="0"/>
              <a:t> </a:t>
            </a:r>
            <a:r>
              <a:rPr lang="en-US" altLang="zh-CN" baseline="0" dirty="0"/>
              <a:t>be</a:t>
            </a:r>
            <a:r>
              <a:rPr lang="zh-CN" altLang="en-US" baseline="0" dirty="0"/>
              <a:t> </a:t>
            </a:r>
            <a:r>
              <a:rPr lang="en-US" altLang="zh-CN" baseline="0" dirty="0"/>
              <a:t>adopted. You</a:t>
            </a:r>
            <a:r>
              <a:rPr lang="zh-CN" altLang="en-US" baseline="0" dirty="0"/>
              <a:t> </a:t>
            </a:r>
            <a:r>
              <a:rPr lang="en-US" altLang="zh-CN" baseline="0" dirty="0"/>
              <a:t>will</a:t>
            </a:r>
            <a:r>
              <a:rPr lang="zh-CN" altLang="en-US" baseline="0" dirty="0"/>
              <a:t> </a:t>
            </a:r>
            <a:r>
              <a:rPr lang="en-US" altLang="zh-CN" baseline="0" dirty="0"/>
              <a:t>be</a:t>
            </a:r>
            <a:r>
              <a:rPr lang="zh-CN" altLang="en-US" baseline="0" dirty="0"/>
              <a:t> </a:t>
            </a:r>
            <a:r>
              <a:rPr lang="en-US" altLang="zh-CN" baseline="0" dirty="0"/>
              <a:t>presented</a:t>
            </a:r>
            <a:r>
              <a:rPr lang="zh-CN" altLang="en-US" baseline="0" dirty="0"/>
              <a:t> </a:t>
            </a:r>
            <a:r>
              <a:rPr lang="en-US" altLang="zh-CN" baseline="0" dirty="0"/>
              <a:t>the benefits and </a:t>
            </a:r>
            <a:r>
              <a:rPr lang="en-US" altLang="zh-CN" baseline="0" dirty="0" err="1"/>
              <a:t>valus</a:t>
            </a:r>
            <a:r>
              <a:rPr lang="en-US" altLang="zh-CN" baseline="0" dirty="0"/>
              <a:t> of our</a:t>
            </a:r>
            <a:r>
              <a:rPr lang="zh-CN" altLang="en-US" baseline="0" dirty="0"/>
              <a:t> </a:t>
            </a:r>
            <a:r>
              <a:rPr lang="en-US" altLang="zh-CN" baseline="0" dirty="0"/>
              <a:t>QR</a:t>
            </a:r>
            <a:r>
              <a:rPr lang="zh-CN" altLang="en-US" baseline="0" dirty="0"/>
              <a:t> </a:t>
            </a:r>
            <a:r>
              <a:rPr lang="en-US" altLang="zh-CN" baseline="0" dirty="0"/>
              <a:t>Code product</a:t>
            </a:r>
          </a:p>
          <a:p>
            <a:endParaRPr lang="en-US" altLang="zh-CN" baseline="0" dirty="0"/>
          </a:p>
          <a:p>
            <a:r>
              <a:rPr lang="en-US" altLang="zh-CN" baseline="0" dirty="0"/>
              <a:t>Then a</a:t>
            </a:r>
            <a:r>
              <a:rPr lang="zh-CN" altLang="en-US" baseline="0" dirty="0"/>
              <a:t> </a:t>
            </a:r>
            <a:r>
              <a:rPr lang="en-US" altLang="zh-CN" baseline="0" dirty="0"/>
              <a:t>short</a:t>
            </a:r>
            <a:r>
              <a:rPr lang="zh-CN" altLang="en-US" baseline="0" dirty="0"/>
              <a:t> </a:t>
            </a:r>
            <a:r>
              <a:rPr lang="en-US" altLang="zh-CN" baseline="0" dirty="0"/>
              <a:t>view</a:t>
            </a:r>
            <a:r>
              <a:rPr lang="zh-CN" altLang="en-US" baseline="0" dirty="0"/>
              <a:t> </a:t>
            </a:r>
            <a:r>
              <a:rPr lang="en-US" altLang="zh-CN" baseline="0" dirty="0" smtClean="0"/>
              <a:t>of</a:t>
            </a:r>
            <a:r>
              <a:rPr lang="zh-CN" altLang="en-US" baseline="0" dirty="0" smtClean="0"/>
              <a:t> </a:t>
            </a:r>
            <a:r>
              <a:rPr lang="en-US" altLang="zh-CN" baseline="0" dirty="0" smtClean="0"/>
              <a:t>working model </a:t>
            </a:r>
            <a:r>
              <a:rPr lang="en-US" altLang="zh-CN" baseline="0" dirty="0"/>
              <a:t>to</a:t>
            </a:r>
            <a:r>
              <a:rPr lang="zh-CN" altLang="en-US" baseline="0" dirty="0"/>
              <a:t> </a:t>
            </a:r>
            <a:r>
              <a:rPr lang="en-US" altLang="zh-CN" baseline="0" dirty="0"/>
              <a:t>implement</a:t>
            </a:r>
            <a:r>
              <a:rPr lang="zh-CN" altLang="en-US" baseline="0" dirty="0"/>
              <a:t> </a:t>
            </a:r>
            <a:r>
              <a:rPr lang="en-US" altLang="zh-CN" baseline="0" dirty="0"/>
              <a:t>UPI</a:t>
            </a:r>
            <a:r>
              <a:rPr lang="zh-CN" altLang="en-US" baseline="0" dirty="0"/>
              <a:t> </a:t>
            </a:r>
            <a:r>
              <a:rPr lang="en-US" altLang="zh-CN" baseline="0" dirty="0"/>
              <a:t>QR</a:t>
            </a:r>
            <a:r>
              <a:rPr lang="zh-CN" altLang="en-US" baseline="0" dirty="0"/>
              <a:t> </a:t>
            </a:r>
            <a:r>
              <a:rPr lang="en-US" altLang="zh-CN" baseline="0" dirty="0"/>
              <a:t>Code</a:t>
            </a:r>
            <a:r>
              <a:rPr lang="zh-CN" altLang="en-US" baseline="0" dirty="0"/>
              <a:t> </a:t>
            </a:r>
            <a:r>
              <a:rPr lang="en-US" altLang="zh-CN" baseline="0" dirty="0"/>
              <a:t>for</a:t>
            </a:r>
            <a:r>
              <a:rPr lang="zh-CN" altLang="en-US" baseline="0" dirty="0"/>
              <a:t> </a:t>
            </a:r>
            <a:r>
              <a:rPr lang="en-US" altLang="zh-CN" baseline="0" dirty="0"/>
              <a:t>our</a:t>
            </a:r>
            <a:r>
              <a:rPr lang="zh-CN" altLang="en-US" baseline="0" dirty="0"/>
              <a:t> </a:t>
            </a:r>
            <a:r>
              <a:rPr lang="en-US" altLang="zh-CN" baseline="0" dirty="0"/>
              <a:t>partners</a:t>
            </a:r>
          </a:p>
          <a:p>
            <a:endParaRPr lang="en-US" altLang="zh-CN" baseline="0" dirty="0"/>
          </a:p>
          <a:p>
            <a:r>
              <a:rPr lang="en-US" altLang="zh-CN" baseline="0" dirty="0"/>
              <a:t>In </a:t>
            </a:r>
            <a:r>
              <a:rPr lang="en-US" altLang="zh-CN" baseline="0" dirty="0" smtClean="0"/>
              <a:t>the</a:t>
            </a:r>
            <a:r>
              <a:rPr lang="zh-CN" altLang="en-US" baseline="0" dirty="0" smtClean="0"/>
              <a:t> </a:t>
            </a:r>
            <a:r>
              <a:rPr lang="en-US" altLang="zh-CN" baseline="0" dirty="0"/>
              <a:t>end</a:t>
            </a:r>
            <a:r>
              <a:rPr lang="zh-CN" altLang="en-US" baseline="0" dirty="0"/>
              <a:t> </a:t>
            </a:r>
            <a:r>
              <a:rPr lang="en-US" altLang="zh-CN" baseline="0" dirty="0"/>
              <a:t>we will </a:t>
            </a:r>
            <a:r>
              <a:rPr lang="en-US" altLang="zh-CN" baseline="0" dirty="0" smtClean="0"/>
              <a:t>illustrate the status quo </a:t>
            </a:r>
            <a:r>
              <a:rPr lang="en-US" altLang="zh-CN" baseline="0" dirty="0"/>
              <a:t>on UnionPay QR Code </a:t>
            </a:r>
            <a:r>
              <a:rPr lang="en-US" altLang="zh-CN" baseline="0" dirty="0" smtClean="0"/>
              <a:t>business in </a:t>
            </a:r>
            <a:r>
              <a:rPr lang="en-US" altLang="zh-CN" baseline="0" dirty="0"/>
              <a:t>mainland China and international market.</a:t>
            </a:r>
          </a:p>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3</a:t>
            </a:fld>
            <a:endParaRPr lang="zh-CN" altLang="en-US"/>
          </a:p>
        </p:txBody>
      </p:sp>
    </p:spTree>
    <p:extLst>
      <p:ext uri="{BB962C8B-B14F-4D97-AF65-F5344CB8AC3E}">
        <p14:creationId xmlns:p14="http://schemas.microsoft.com/office/powerpoint/2010/main" val="2224928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4</a:t>
            </a:fld>
            <a:endParaRPr lang="zh-CN" altLang="en-US"/>
          </a:p>
        </p:txBody>
      </p:sp>
    </p:spTree>
    <p:extLst>
      <p:ext uri="{BB962C8B-B14F-4D97-AF65-F5344CB8AC3E}">
        <p14:creationId xmlns:p14="http://schemas.microsoft.com/office/powerpoint/2010/main" val="1542219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The is </a:t>
            </a:r>
            <a:r>
              <a:rPr lang="en-US" altLang="zh-CN" dirty="0" smtClean="0"/>
              <a:t>how</a:t>
            </a:r>
            <a:r>
              <a:rPr lang="en-US" altLang="zh-CN" baseline="0" dirty="0" smtClean="0"/>
              <a:t> UPI QR Code works </a:t>
            </a:r>
            <a:r>
              <a:rPr lang="en-US" altLang="zh-CN" dirty="0" smtClean="0"/>
              <a:t>in a Mobile</a:t>
            </a:r>
            <a:r>
              <a:rPr lang="en-US" altLang="zh-CN" baseline="0" dirty="0" smtClean="0"/>
              <a:t> Wallet and how UnionPay APP actually looks like</a:t>
            </a:r>
            <a:r>
              <a:rPr lang="en-US" altLang="zh-CN"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UPI</a:t>
            </a:r>
            <a:r>
              <a:rPr lang="zh-CN" altLang="en-US" baseline="0" dirty="0" smtClean="0"/>
              <a:t> </a:t>
            </a:r>
            <a:r>
              <a:rPr lang="en-US" altLang="zh-CN" baseline="0" dirty="0"/>
              <a:t>QR</a:t>
            </a:r>
            <a:r>
              <a:rPr lang="zh-CN" altLang="en-US" baseline="0" dirty="0"/>
              <a:t> </a:t>
            </a:r>
            <a:r>
              <a:rPr lang="en-US" altLang="zh-CN" baseline="0" dirty="0"/>
              <a:t>Code</a:t>
            </a:r>
            <a:r>
              <a:rPr lang="zh-CN" altLang="en-US" baseline="0" dirty="0"/>
              <a:t> </a:t>
            </a:r>
            <a:r>
              <a:rPr lang="en-US" altLang="zh-CN" baseline="0" dirty="0"/>
              <a:t>payment</a:t>
            </a:r>
            <a:r>
              <a:rPr lang="zh-CN" altLang="en-US" baseline="0" dirty="0"/>
              <a:t> </a:t>
            </a:r>
            <a:r>
              <a:rPr lang="en-US" altLang="zh-CN" baseline="0" dirty="0"/>
              <a:t>solution,</a:t>
            </a:r>
            <a:r>
              <a:rPr lang="zh-CN" altLang="en-US" baseline="0" dirty="0"/>
              <a:t> </a:t>
            </a:r>
            <a:r>
              <a:rPr lang="en-US" altLang="zh-CN" baseline="0" dirty="0"/>
              <a:t>first</a:t>
            </a:r>
            <a:r>
              <a:rPr lang="zh-CN" altLang="en-US" baseline="0" dirty="0"/>
              <a:t> </a:t>
            </a:r>
            <a:r>
              <a:rPr lang="en-US" altLang="zh-CN" baseline="0" dirty="0"/>
              <a:t>of</a:t>
            </a:r>
            <a:r>
              <a:rPr lang="zh-CN" altLang="en-US" baseline="0" dirty="0"/>
              <a:t> </a:t>
            </a:r>
            <a:r>
              <a:rPr lang="en-US" altLang="zh-CN" baseline="0" dirty="0"/>
              <a:t>all,</a:t>
            </a:r>
            <a:r>
              <a:rPr lang="zh-CN" altLang="en-US" baseline="0" dirty="0"/>
              <a:t> </a:t>
            </a:r>
            <a:r>
              <a:rPr lang="en-US" altLang="zh-CN" baseline="0" dirty="0"/>
              <a:t>supports</a:t>
            </a:r>
            <a:r>
              <a:rPr lang="zh-CN" altLang="en-US" baseline="0" dirty="0"/>
              <a:t> </a:t>
            </a:r>
            <a:r>
              <a:rPr lang="en-US" altLang="zh-CN" baseline="0" dirty="0"/>
              <a:t>both</a:t>
            </a:r>
            <a:r>
              <a:rPr lang="zh-CN" altLang="en-US" baseline="0" dirty="0"/>
              <a:t> </a:t>
            </a:r>
            <a:r>
              <a:rPr lang="en-US" altLang="zh-CN" baseline="0" dirty="0" smtClean="0"/>
              <a:t>merchant-presented</a:t>
            </a:r>
            <a:r>
              <a:rPr lang="zh-CN" altLang="en-US" baseline="0" dirty="0" smtClean="0"/>
              <a:t> </a:t>
            </a:r>
            <a:r>
              <a:rPr lang="en-US" altLang="zh-CN" baseline="0" dirty="0" smtClean="0"/>
              <a:t>and</a:t>
            </a:r>
            <a:r>
              <a:rPr lang="zh-CN" altLang="en-US" baseline="0" dirty="0" smtClean="0"/>
              <a:t> </a:t>
            </a:r>
            <a:r>
              <a:rPr lang="en-US" altLang="zh-CN" baseline="0" dirty="0"/>
              <a:t>consumer-presented</a:t>
            </a:r>
            <a:r>
              <a:rPr lang="zh-CN" altLang="en-US" baseline="0" dirty="0"/>
              <a:t> </a:t>
            </a:r>
            <a:r>
              <a:rPr lang="en-US" altLang="zh-CN" baseline="0" dirty="0"/>
              <a:t>mode. </a:t>
            </a:r>
            <a:r>
              <a:rPr lang="en-US" altLang="zh-CN" dirty="0"/>
              <a:t>Under merchant-presented</a:t>
            </a:r>
            <a:r>
              <a:rPr lang="en-US" altLang="zh-CN" baseline="0" dirty="0"/>
              <a:t> mode, </a:t>
            </a:r>
            <a:r>
              <a:rPr lang="en-US" altLang="zh-CN" baseline="0" dirty="0" smtClean="0"/>
              <a:t>this solution </a:t>
            </a:r>
            <a:r>
              <a:rPr lang="en-US" altLang="zh-CN" baseline="0" dirty="0"/>
              <a:t>also </a:t>
            </a:r>
            <a:r>
              <a:rPr lang="en-US" altLang="zh-CN" baseline="0" dirty="0" smtClean="0"/>
              <a:t>supports </a:t>
            </a:r>
            <a:r>
              <a:rPr lang="en-US" altLang="zh-CN" baseline="0" dirty="0"/>
              <a:t>both static and dynamic Merchant QR Code from Merchant side.</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For merchant presented mode, consumer click “scan” and open the camera to scan merchant QR Code; </a:t>
            </a: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For consumer presented mode, consumer click “Pay” and display a QR Code for merchant scan it</a:t>
            </a:r>
            <a:r>
              <a:rPr lang="en-US" altLang="zh-CN" dirty="0" smtClean="0"/>
              <a:t>.</a:t>
            </a:r>
            <a:endParaRPr lang="en-US" altLang="zh-CN"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5</a:t>
            </a:fld>
            <a:endParaRPr lang="zh-CN" altLang="en-US"/>
          </a:p>
        </p:txBody>
      </p:sp>
    </p:spTree>
    <p:extLst>
      <p:ext uri="{BB962C8B-B14F-4D97-AF65-F5344CB8AC3E}">
        <p14:creationId xmlns:p14="http://schemas.microsoft.com/office/powerpoint/2010/main" val="1034341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For</a:t>
            </a:r>
            <a:r>
              <a:rPr lang="zh-CN" altLang="en-US" baseline="0" dirty="0"/>
              <a:t> </a:t>
            </a:r>
            <a:r>
              <a:rPr lang="en-US" altLang="zh-CN" baseline="0" dirty="0"/>
              <a:t>merchant</a:t>
            </a:r>
            <a:r>
              <a:rPr lang="zh-CN" altLang="en-US" baseline="0" dirty="0"/>
              <a:t> </a:t>
            </a:r>
            <a:r>
              <a:rPr lang="en-US" altLang="zh-CN" baseline="0" dirty="0"/>
              <a:t>presented</a:t>
            </a:r>
            <a:r>
              <a:rPr lang="zh-CN" altLang="en-US" baseline="0" dirty="0"/>
              <a:t> </a:t>
            </a:r>
            <a:r>
              <a:rPr lang="en-US" altLang="zh-CN" baseline="0" dirty="0"/>
              <a:t>mode, after binding the card into mobile wallet,</a:t>
            </a:r>
            <a:r>
              <a:rPr lang="zh-CN" altLang="en-US" baseline="0" dirty="0"/>
              <a:t> </a:t>
            </a:r>
            <a:r>
              <a:rPr lang="en-US" altLang="zh-CN" baseline="0" dirty="0"/>
              <a:t>cardholders</a:t>
            </a:r>
            <a:r>
              <a:rPr lang="zh-CN" altLang="en-US" baseline="0" dirty="0"/>
              <a:t> </a:t>
            </a:r>
            <a:r>
              <a:rPr lang="en-US" altLang="zh-CN" baseline="0" dirty="0"/>
              <a:t>can</a:t>
            </a:r>
            <a:r>
              <a:rPr lang="zh-CN" altLang="en-US" baseline="0" dirty="0"/>
              <a:t> </a:t>
            </a:r>
            <a:r>
              <a:rPr lang="en-US" altLang="zh-CN" baseline="0" dirty="0"/>
              <a:t>open</a:t>
            </a:r>
            <a:r>
              <a:rPr lang="zh-CN" altLang="en-US" baseline="0" dirty="0"/>
              <a:t> </a:t>
            </a:r>
            <a:r>
              <a:rPr lang="en-US" altLang="zh-CN" baseline="0" dirty="0"/>
              <a:t>the</a:t>
            </a:r>
            <a:r>
              <a:rPr lang="zh-CN" altLang="en-US" baseline="0" dirty="0"/>
              <a:t> </a:t>
            </a:r>
            <a:r>
              <a:rPr lang="en-US" altLang="zh-CN" baseline="0" dirty="0"/>
              <a:t>camera</a:t>
            </a:r>
            <a:r>
              <a:rPr lang="zh-CN" altLang="en-US" baseline="0" dirty="0"/>
              <a:t> </a:t>
            </a:r>
            <a:r>
              <a:rPr lang="en-US" altLang="zh-CN" baseline="0" dirty="0"/>
              <a:t>through</a:t>
            </a:r>
            <a:r>
              <a:rPr lang="zh-CN" altLang="en-US" baseline="0" dirty="0"/>
              <a:t> </a:t>
            </a:r>
            <a:r>
              <a:rPr lang="en-US" altLang="zh-CN" baseline="0" dirty="0"/>
              <a:t>the</a:t>
            </a:r>
            <a:r>
              <a:rPr lang="zh-CN" altLang="en-US" baseline="0" dirty="0"/>
              <a:t> </a:t>
            </a:r>
            <a:r>
              <a:rPr lang="en-US" altLang="zh-CN" baseline="0" dirty="0"/>
              <a:t>mobile</a:t>
            </a:r>
            <a:r>
              <a:rPr lang="zh-CN" altLang="en-US" baseline="0" dirty="0"/>
              <a:t> </a:t>
            </a:r>
            <a:r>
              <a:rPr lang="en-US" altLang="zh-CN" baseline="0" dirty="0"/>
              <a:t>wallet</a:t>
            </a:r>
            <a:r>
              <a:rPr lang="zh-CN" altLang="en-US" baseline="0" dirty="0"/>
              <a:t> </a:t>
            </a:r>
            <a:r>
              <a:rPr lang="en-US" altLang="zh-CN" baseline="0" dirty="0"/>
              <a:t>APP</a:t>
            </a:r>
            <a:r>
              <a:rPr lang="zh-CN" altLang="en-US" baseline="0" dirty="0"/>
              <a:t> </a:t>
            </a:r>
            <a:r>
              <a:rPr lang="en-US" altLang="zh-CN" baseline="0" dirty="0"/>
              <a:t>to</a:t>
            </a:r>
            <a:r>
              <a:rPr lang="zh-CN" altLang="en-US" baseline="0" dirty="0"/>
              <a:t> </a:t>
            </a:r>
            <a:r>
              <a:rPr lang="en-US" altLang="zh-CN" baseline="0" dirty="0"/>
              <a:t>scan</a:t>
            </a:r>
            <a:r>
              <a:rPr lang="zh-CN" altLang="en-US" baseline="0" dirty="0"/>
              <a:t> </a:t>
            </a:r>
            <a:r>
              <a:rPr lang="en-US" altLang="zh-CN" baseline="0" dirty="0"/>
              <a:t>the</a:t>
            </a:r>
            <a:r>
              <a:rPr lang="zh-CN" altLang="en-US" baseline="0" dirty="0"/>
              <a:t> </a:t>
            </a:r>
            <a:r>
              <a:rPr lang="en-US" altLang="zh-CN" baseline="0" dirty="0"/>
              <a:t>QR</a:t>
            </a:r>
            <a:r>
              <a:rPr lang="zh-CN" altLang="en-US" baseline="0" dirty="0"/>
              <a:t> </a:t>
            </a:r>
            <a:r>
              <a:rPr lang="en-US" altLang="zh-CN" baseline="0" dirty="0"/>
              <a:t>Code</a:t>
            </a:r>
            <a:r>
              <a:rPr lang="zh-CN" altLang="en-US" baseline="0" dirty="0"/>
              <a:t> </a:t>
            </a:r>
            <a:r>
              <a:rPr lang="en-US" altLang="zh-CN" baseline="0" dirty="0"/>
              <a:t>displayed</a:t>
            </a:r>
            <a:r>
              <a:rPr lang="zh-CN" altLang="en-US" baseline="0" dirty="0"/>
              <a:t> </a:t>
            </a:r>
            <a:r>
              <a:rPr lang="en-US" altLang="zh-CN" baseline="0" dirty="0"/>
              <a:t>by</a:t>
            </a:r>
            <a:r>
              <a:rPr lang="zh-CN" altLang="en-US" baseline="0" dirty="0"/>
              <a:t> </a:t>
            </a:r>
            <a:r>
              <a:rPr lang="en-US" altLang="zh-CN" baseline="0" dirty="0"/>
              <a:t>the</a:t>
            </a:r>
            <a:r>
              <a:rPr lang="zh-CN" altLang="en-US" baseline="0" dirty="0"/>
              <a:t> </a:t>
            </a:r>
            <a:r>
              <a:rPr lang="en-US" altLang="zh-CN" baseline="0" dirty="0"/>
              <a:t>merchant</a:t>
            </a:r>
            <a:r>
              <a:rPr lang="zh-CN" altLang="en-US" baseline="0" dirty="0"/>
              <a:t> </a:t>
            </a:r>
            <a:r>
              <a:rPr lang="en-US" altLang="zh-CN" baseline="0" dirty="0"/>
              <a:t>to</a:t>
            </a:r>
            <a:r>
              <a:rPr lang="zh-CN" altLang="en-US" baseline="0" dirty="0"/>
              <a:t> </a:t>
            </a:r>
            <a:r>
              <a:rPr lang="en-US" altLang="zh-CN" baseline="0" dirty="0"/>
              <a:t>initiate</a:t>
            </a:r>
            <a:r>
              <a:rPr lang="zh-CN" altLang="en-US" baseline="0" dirty="0"/>
              <a:t> </a:t>
            </a:r>
            <a:r>
              <a:rPr lang="en-US" altLang="zh-CN" baseline="0" dirty="0"/>
              <a:t>the</a:t>
            </a:r>
            <a:r>
              <a:rPr lang="zh-CN" altLang="en-US" baseline="0" dirty="0"/>
              <a:t> </a:t>
            </a:r>
            <a:r>
              <a:rPr lang="en-US" altLang="zh-CN" baseline="0" dirty="0"/>
              <a:t>QR</a:t>
            </a:r>
            <a:r>
              <a:rPr lang="zh-CN" altLang="en-US" baseline="0" dirty="0"/>
              <a:t> </a:t>
            </a:r>
            <a:r>
              <a:rPr lang="en-US" altLang="zh-CN" baseline="0" dirty="0"/>
              <a:t>Code</a:t>
            </a:r>
            <a:r>
              <a:rPr lang="zh-CN" altLang="en-US" baseline="0" dirty="0"/>
              <a:t> </a:t>
            </a:r>
            <a:r>
              <a:rPr lang="en-US" altLang="zh-CN" baseline="0" dirty="0"/>
              <a:t>transaction.</a:t>
            </a:r>
            <a:r>
              <a:rPr lang="zh-CN" altLang="en-US" baseline="0" dirty="0"/>
              <a:t> </a:t>
            </a:r>
            <a:endParaRPr lang="en-US" altLang="zh-CN" baseline="0" dirty="0"/>
          </a:p>
          <a:p>
            <a:endParaRPr lang="en-US" altLang="zh-CN" baseline="0" dirty="0"/>
          </a:p>
          <a:p>
            <a:r>
              <a:rPr lang="en-US" altLang="zh-CN" baseline="0" dirty="0"/>
              <a:t>For each transaction, cardholders need to enter APP PIN or relevant CVM to submit the transaction. </a:t>
            </a:r>
            <a:endParaRPr lang="en-US" altLang="zh-CN"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6</a:t>
            </a:fld>
            <a:endParaRPr lang="zh-CN" altLang="en-US"/>
          </a:p>
        </p:txBody>
      </p:sp>
    </p:spTree>
    <p:extLst>
      <p:ext uri="{BB962C8B-B14F-4D97-AF65-F5344CB8AC3E}">
        <p14:creationId xmlns:p14="http://schemas.microsoft.com/office/powerpoint/2010/main" val="976191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For</a:t>
            </a:r>
            <a:r>
              <a:rPr lang="zh-CN" altLang="en-US" baseline="0" dirty="0"/>
              <a:t> </a:t>
            </a:r>
            <a:r>
              <a:rPr lang="en-US" altLang="zh-CN" baseline="0" dirty="0" smtClean="0"/>
              <a:t>consumer</a:t>
            </a:r>
            <a:r>
              <a:rPr lang="zh-CN" altLang="en-US" baseline="0" dirty="0" smtClean="0"/>
              <a:t> </a:t>
            </a:r>
            <a:r>
              <a:rPr lang="en-US" altLang="zh-CN" baseline="0" dirty="0"/>
              <a:t>presented</a:t>
            </a:r>
            <a:r>
              <a:rPr lang="zh-CN" altLang="en-US" baseline="0" dirty="0"/>
              <a:t> </a:t>
            </a:r>
            <a:r>
              <a:rPr lang="en-US" altLang="zh-CN" baseline="0" dirty="0"/>
              <a:t>mode, after binding the card into mobile wallet,</a:t>
            </a:r>
            <a:r>
              <a:rPr lang="zh-CN" altLang="en-US" baseline="0" dirty="0"/>
              <a:t> </a:t>
            </a:r>
            <a:r>
              <a:rPr lang="en-US" altLang="zh-CN" baseline="0" dirty="0"/>
              <a:t>cardholders</a:t>
            </a:r>
            <a:r>
              <a:rPr lang="zh-CN" altLang="en-US" baseline="0" dirty="0"/>
              <a:t> </a:t>
            </a:r>
            <a:r>
              <a:rPr lang="en-US" altLang="zh-CN" baseline="0" dirty="0"/>
              <a:t>can</a:t>
            </a:r>
            <a:r>
              <a:rPr lang="zh-CN" altLang="en-US" baseline="0" dirty="0"/>
              <a:t> </a:t>
            </a:r>
            <a:r>
              <a:rPr lang="en-US" altLang="zh-CN" baseline="0" dirty="0" smtClean="0"/>
              <a:t>generate the</a:t>
            </a:r>
            <a:r>
              <a:rPr lang="zh-CN" altLang="en-US" baseline="0" dirty="0" smtClean="0"/>
              <a:t> </a:t>
            </a:r>
            <a:r>
              <a:rPr lang="en-US" altLang="zh-CN" baseline="0" dirty="0"/>
              <a:t>QR</a:t>
            </a:r>
            <a:r>
              <a:rPr lang="zh-CN" altLang="en-US" baseline="0" dirty="0"/>
              <a:t> </a:t>
            </a:r>
            <a:r>
              <a:rPr lang="en-US" altLang="zh-CN" baseline="0" dirty="0"/>
              <a:t>Code</a:t>
            </a:r>
            <a:r>
              <a:rPr lang="zh-CN" altLang="en-US" baseline="0" dirty="0"/>
              <a:t> </a:t>
            </a:r>
            <a:r>
              <a:rPr lang="en-US" altLang="zh-CN" baseline="0" dirty="0" smtClean="0"/>
              <a:t>on the wallet app, and let cashier to scan it. The merchant thus</a:t>
            </a:r>
            <a:r>
              <a:rPr lang="zh-CN" altLang="en-US" baseline="0" dirty="0" smtClean="0"/>
              <a:t> </a:t>
            </a:r>
            <a:r>
              <a:rPr lang="en-US" altLang="zh-CN" baseline="0" dirty="0"/>
              <a:t>initiate</a:t>
            </a:r>
            <a:r>
              <a:rPr lang="zh-CN" altLang="en-US" baseline="0" dirty="0"/>
              <a:t> </a:t>
            </a:r>
            <a:r>
              <a:rPr lang="en-US" altLang="zh-CN" baseline="0" dirty="0"/>
              <a:t>the</a:t>
            </a:r>
            <a:r>
              <a:rPr lang="zh-CN" altLang="en-US" baseline="0" dirty="0"/>
              <a:t> </a:t>
            </a:r>
            <a:r>
              <a:rPr lang="en-US" altLang="zh-CN" baseline="0" dirty="0"/>
              <a:t>QR</a:t>
            </a:r>
            <a:r>
              <a:rPr lang="zh-CN" altLang="en-US" baseline="0" dirty="0"/>
              <a:t> </a:t>
            </a:r>
            <a:r>
              <a:rPr lang="en-US" altLang="zh-CN" baseline="0" dirty="0"/>
              <a:t>Code</a:t>
            </a:r>
            <a:r>
              <a:rPr lang="zh-CN" altLang="en-US" baseline="0" dirty="0"/>
              <a:t> </a:t>
            </a:r>
            <a:r>
              <a:rPr lang="en-US" altLang="zh-CN" baseline="0" dirty="0"/>
              <a:t>transaction.</a:t>
            </a:r>
            <a:r>
              <a:rPr lang="zh-CN" altLang="en-US" baseline="0" dirty="0"/>
              <a:t> </a:t>
            </a:r>
            <a:endParaRPr lang="en-US" altLang="zh-CN" baseline="0" dirty="0"/>
          </a:p>
          <a:p>
            <a:endParaRPr lang="en-US" altLang="zh-CN" baseline="0" dirty="0"/>
          </a:p>
          <a:p>
            <a:r>
              <a:rPr lang="en-US" altLang="zh-CN" baseline="0" dirty="0" smtClean="0"/>
              <a:t>When excessing the no-PIN limit, </a:t>
            </a:r>
            <a:r>
              <a:rPr lang="en-US" altLang="zh-CN" baseline="0" dirty="0"/>
              <a:t>cardholders need to enter APP PIN or relevant CVM to </a:t>
            </a:r>
            <a:r>
              <a:rPr lang="en-US" altLang="zh-CN" baseline="0" dirty="0" smtClean="0"/>
              <a:t>proceed </a:t>
            </a:r>
            <a:r>
              <a:rPr lang="en-US" altLang="zh-CN" baseline="0" dirty="0"/>
              <a:t>the transaction. </a:t>
            </a:r>
            <a:endParaRPr lang="en-US" altLang="zh-CN"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7</a:t>
            </a:fld>
            <a:endParaRPr lang="zh-CN" altLang="en-US"/>
          </a:p>
        </p:txBody>
      </p:sp>
    </p:spTree>
    <p:extLst>
      <p:ext uri="{BB962C8B-B14F-4D97-AF65-F5344CB8AC3E}">
        <p14:creationId xmlns:p14="http://schemas.microsoft.com/office/powerpoint/2010/main" val="976191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indent="0">
              <a:buNone/>
            </a:pPr>
            <a:r>
              <a:rPr lang="en-US" altLang="zh-CN" dirty="0" smtClean="0"/>
              <a:t>We would</a:t>
            </a:r>
            <a:r>
              <a:rPr lang="en-US" altLang="zh-CN" baseline="0" dirty="0" smtClean="0"/>
              <a:t> like</a:t>
            </a:r>
            <a:r>
              <a:rPr lang="en-US" altLang="zh-CN" dirty="0" smtClean="0"/>
              <a:t> to provide a consistent and convenient user experience for UnionPay</a:t>
            </a:r>
            <a:r>
              <a:rPr lang="en-US" altLang="zh-CN" baseline="0" dirty="0" smtClean="0"/>
              <a:t> cardholders </a:t>
            </a:r>
            <a:r>
              <a:rPr lang="en-US" altLang="zh-CN" dirty="0" smtClean="0"/>
              <a:t>among different payment scenarios, </a:t>
            </a:r>
            <a:r>
              <a:rPr lang="en-US" altLang="zh-CN" baseline="0" dirty="0" smtClean="0"/>
              <a:t>including food courts, farmers market, delivery, public transportation, taxi, vending machine, and online payment, etc.</a:t>
            </a:r>
          </a:p>
          <a:p>
            <a:pPr marL="0" indent="0">
              <a:buNone/>
            </a:pPr>
            <a:endParaRPr lang="en-US" altLang="zh-CN" dirty="0" smtClean="0"/>
          </a:p>
          <a:p>
            <a:pPr marL="0" indent="0">
              <a:buNone/>
            </a:pPr>
            <a:r>
              <a:rPr lang="en-US" altLang="zh-CN" dirty="0" smtClean="0"/>
              <a:t>The ideal example is that whenever cardholders want to make a purchase,</a:t>
            </a:r>
            <a:r>
              <a:rPr lang="en-US" altLang="zh-CN" baseline="0" dirty="0" smtClean="0"/>
              <a:t> such as</a:t>
            </a:r>
            <a:r>
              <a:rPr lang="en-US" altLang="zh-CN" dirty="0" smtClean="0"/>
              <a:t> buying a bottle drink from vending machine</a:t>
            </a:r>
            <a:r>
              <a:rPr lang="en-US" altLang="zh-CN" baseline="0" dirty="0" smtClean="0"/>
              <a:t> or </a:t>
            </a:r>
            <a:r>
              <a:rPr lang="en-US" altLang="zh-CN" dirty="0" smtClean="0"/>
              <a:t>place an order online, cardholder</a:t>
            </a:r>
            <a:r>
              <a:rPr lang="en-US" altLang="zh-CN" baseline="0" dirty="0" smtClean="0"/>
              <a:t> can</a:t>
            </a:r>
            <a:r>
              <a:rPr lang="en-US" altLang="zh-CN" dirty="0" smtClean="0"/>
              <a:t> do exactly same simple</a:t>
            </a:r>
            <a:r>
              <a:rPr lang="en-US" altLang="zh-CN" baseline="0" dirty="0" smtClean="0"/>
              <a:t> things: take out the mobile phone, s</a:t>
            </a:r>
            <a:r>
              <a:rPr lang="en-US" altLang="zh-CN" dirty="0" smtClean="0"/>
              <a:t>can or present a QR Code, and enter PIN</a:t>
            </a:r>
            <a:r>
              <a:rPr lang="en-US" altLang="zh-CN" baseline="0" dirty="0" smtClean="0"/>
              <a:t> when necessary, </a:t>
            </a:r>
            <a:r>
              <a:rPr lang="en-US" altLang="zh-CN" dirty="0" smtClean="0"/>
              <a:t>and transaction is completed. </a:t>
            </a:r>
            <a:endParaRPr lang="en-US" altLang="zh-CN" dirty="0"/>
          </a:p>
        </p:txBody>
      </p:sp>
      <p:sp>
        <p:nvSpPr>
          <p:cNvPr id="4" name="灯片编号占位符 3"/>
          <p:cNvSpPr>
            <a:spLocks noGrp="1"/>
          </p:cNvSpPr>
          <p:nvPr>
            <p:ph type="sldNum" sz="quarter" idx="10"/>
          </p:nvPr>
        </p:nvSpPr>
        <p:spPr/>
        <p:txBody>
          <a:bodyPr/>
          <a:lstStyle/>
          <a:p>
            <a:pPr>
              <a:defRPr/>
            </a:pPr>
            <a:fld id="{183A4CF5-7330-4789-B7C0-E2F3E8E63FB0}" type="slidenum">
              <a:rPr lang="zh-CN" altLang="en-US" smtClean="0"/>
              <a:pPr>
                <a:defRPr/>
              </a:pPr>
              <a:t>8</a:t>
            </a:fld>
            <a:endParaRPr lang="zh-CN" altLang="en-US"/>
          </a:p>
        </p:txBody>
      </p:sp>
    </p:spTree>
    <p:extLst>
      <p:ext uri="{BB962C8B-B14F-4D97-AF65-F5344CB8AC3E}">
        <p14:creationId xmlns:p14="http://schemas.microsoft.com/office/powerpoint/2010/main" val="1801172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itchFamily="34" charset="0"/>
              <a:buChar char="•"/>
              <a:defRPr/>
            </a:pPr>
            <a:r>
              <a:rPr lang="en-US" altLang="zh-CN" dirty="0"/>
              <a:t>A cost </a:t>
            </a:r>
            <a:r>
              <a:rPr lang="en-US" altLang="zh-CN" dirty="0" smtClean="0"/>
              <a:t>effective payment</a:t>
            </a:r>
            <a:r>
              <a:rPr lang="zh-CN" altLang="en-US" dirty="0" smtClean="0"/>
              <a:t> </a:t>
            </a:r>
            <a:r>
              <a:rPr lang="en-US" altLang="zh-CN" dirty="0"/>
              <a:t>solution for cardholders and merchants</a:t>
            </a:r>
          </a:p>
          <a:p>
            <a:pPr marL="171450" indent="-171450">
              <a:buFont typeface="Arial" pitchFamily="34" charset="0"/>
              <a:buChar char="•"/>
              <a:defRPr/>
            </a:pPr>
            <a:r>
              <a:rPr lang="en-US" altLang="zh-CN" dirty="0" smtClean="0"/>
              <a:t>A secure</a:t>
            </a:r>
            <a:r>
              <a:rPr lang="en-US" altLang="zh-CN" baseline="0" dirty="0" smtClean="0"/>
              <a:t> payment solution to ensure global standardization and interoperability </a:t>
            </a:r>
            <a:endParaRPr lang="en-US" altLang="zh-CN" dirty="0"/>
          </a:p>
          <a:p>
            <a:pPr marL="171450" indent="-171450">
              <a:buFont typeface="Arial" pitchFamily="34" charset="0"/>
              <a:buChar char="•"/>
              <a:defRPr/>
            </a:pPr>
            <a:r>
              <a:rPr lang="en-US" altLang="zh-CN" dirty="0"/>
              <a:t>A convenient payment solution to link transactions to bank or merchants marketing promotions and value-added services.</a:t>
            </a:r>
          </a:p>
          <a:p>
            <a:pPr marL="171450" indent="-171450">
              <a:buFont typeface="Arial" pitchFamily="34" charset="0"/>
              <a:buChar char="•"/>
              <a:defRPr/>
            </a:pPr>
            <a:r>
              <a:rPr lang="en-US" altLang="zh-CN" dirty="0"/>
              <a:t>A flexible solution that can be deployed</a:t>
            </a:r>
            <a:r>
              <a:rPr lang="zh-CN" altLang="en-US" baseline="0" dirty="0"/>
              <a:t> </a:t>
            </a:r>
            <a:r>
              <a:rPr lang="en-US" altLang="zh-CN" baseline="0" dirty="0"/>
              <a:t>and</a:t>
            </a:r>
            <a:r>
              <a:rPr lang="zh-CN" altLang="en-US" baseline="0" dirty="0"/>
              <a:t> </a:t>
            </a:r>
            <a:r>
              <a:rPr lang="en-US" altLang="zh-CN" baseline="0" dirty="0"/>
              <a:t>implemented</a:t>
            </a:r>
            <a:r>
              <a:rPr lang="en-US" altLang="zh-CN" dirty="0"/>
              <a:t> based on partners various demands. </a:t>
            </a:r>
            <a:endParaRPr lang="zh-CN" altLang="zh-CN" dirty="0"/>
          </a:p>
          <a:p>
            <a:pPr marL="0" indent="0">
              <a:buFont typeface="Arial" pitchFamily="34" charset="0"/>
              <a:buNone/>
            </a:pPr>
            <a:endParaRPr 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10</a:t>
            </a:fld>
            <a:endParaRPr lang="zh-CN" altLang="en-US"/>
          </a:p>
        </p:txBody>
      </p:sp>
    </p:spTree>
    <p:extLst>
      <p:ext uri="{BB962C8B-B14F-4D97-AF65-F5344CB8AC3E}">
        <p14:creationId xmlns:p14="http://schemas.microsoft.com/office/powerpoint/2010/main" val="34015449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For cardholders, UPI QR Code </a:t>
            </a:r>
            <a:r>
              <a:rPr lang="en-US" altLang="zh-CN" dirty="0" smtClean="0"/>
              <a:t>can </a:t>
            </a:r>
            <a:r>
              <a:rPr lang="en-US" altLang="zh-CN" dirty="0"/>
              <a:t>be generated or scanned on any smart phone with screen and camera, and operated on any mobile OS platform. Cardholders don’t need a certain or specific mobile phone or system or an mobile APP to conduct UPI</a:t>
            </a:r>
            <a:r>
              <a:rPr lang="zh-CN" altLang="en-US" dirty="0"/>
              <a:t> </a:t>
            </a:r>
            <a:r>
              <a:rPr lang="en-US" altLang="zh-CN" dirty="0"/>
              <a:t>QR Code Payment. </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For merchants, under consumer-presented, merchant can work it out through integrating QR Code scanner with existing cashier facilities, or install Cashier APP on any smart devices; under merchant-presented, merchant can simply print out a static QR Code and stick to the cashier counter, or generate dynamic QR Code on merchant APP.</a:t>
            </a:r>
            <a:endParaRPr lang="zh-CN" altLang="en-US" dirty="0" smtClean="0"/>
          </a:p>
          <a:p>
            <a:endParaRPr lang="en-US" altLang="zh-CN" dirty="0" smtClean="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11</a:t>
            </a:fld>
            <a:endParaRPr lang="zh-CN" altLang="en-US"/>
          </a:p>
        </p:txBody>
      </p:sp>
    </p:spTree>
    <p:extLst>
      <p:ext uri="{BB962C8B-B14F-4D97-AF65-F5344CB8AC3E}">
        <p14:creationId xmlns:p14="http://schemas.microsoft.com/office/powerpoint/2010/main" val="3401544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smtClean="0"/>
              <a:t>The entire</a:t>
            </a:r>
            <a:r>
              <a:rPr lang="en-US" baseline="0" dirty="0" smtClean="0"/>
              <a:t> UPI QR Code Payment solution is complaint with EMVCo standard and specification. For merchants, all participated payment brand and schemes can be integrated into one QR Code; and for cardholder, any mobile wallet product can make QR Code payment on UPI QR Code merchant worldwide, and cardholder verification has upgraded to CDCVM such as Finger ID and Face ID.</a:t>
            </a:r>
          </a:p>
          <a:p>
            <a:endParaRPr lang="en-US" baseline="0" dirty="0" smtClean="0"/>
          </a:p>
          <a:p>
            <a:r>
              <a:rPr lang="en-US" baseline="0" dirty="0" smtClean="0"/>
              <a:t>QR Code transaction is transited with tokenization to protect exposure risk of cardholder confidential information, and EMVCo standard QR Code protects web attacks without URL included.</a:t>
            </a:r>
          </a:p>
          <a:p>
            <a:endParaRPr lang="en-US" baseline="0" dirty="0" smtClean="0"/>
          </a:p>
          <a:p>
            <a:r>
              <a:rPr lang="en-US" baseline="0" dirty="0" smtClean="0"/>
              <a:t>For UPI QR Code, we also introduced a new participant, APP Provider, to make sure corresponding risks and liabilities are clearly allocated. E.g., since cardholders verification is undertook by mobile wallet from APP Provider, instead of by merchant terminals in traditional POS transaction, some charge back risk will be transferred to APP Provider.</a:t>
            </a:r>
            <a:endParaRPr lang="en-US" baseline="0"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12</a:t>
            </a:fld>
            <a:endParaRPr lang="zh-CN" altLang="en-US"/>
          </a:p>
        </p:txBody>
      </p:sp>
    </p:spTree>
    <p:extLst>
      <p:ext uri="{BB962C8B-B14F-4D97-AF65-F5344CB8AC3E}">
        <p14:creationId xmlns:p14="http://schemas.microsoft.com/office/powerpoint/2010/main" val="34015449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Related supporting services and tool</a:t>
            </a:r>
            <a:r>
              <a:rPr lang="en-US" altLang="zh-CN" baseline="0" dirty="0" smtClean="0"/>
              <a:t>s will be provided to issuing side and acquiring side if requested. </a:t>
            </a:r>
          </a:p>
          <a:p>
            <a:endParaRPr lang="en-US" altLang="zh-CN" baseline="0" dirty="0" smtClean="0"/>
          </a:p>
          <a:p>
            <a:r>
              <a:rPr lang="en-US" altLang="zh-CN" baseline="0" dirty="0" smtClean="0"/>
              <a:t>For issuer, UPI has a while-label wallet solution for issuer to launch their own-brand wallet product with functions and modules of UPI Mobile Payment. And cardholder can enjoy “QR Code Payment + U Plan Discount” in one step on all UPI Merchants support both QR Code and </a:t>
            </a:r>
            <a:r>
              <a:rPr lang="en-US" altLang="zh-CN" baseline="0" dirty="0" err="1" smtClean="0"/>
              <a:t>Uplan</a:t>
            </a:r>
            <a:r>
              <a:rPr lang="en-US" altLang="zh-CN" baseline="0" dirty="0" smtClean="0"/>
              <a:t> acceptance.</a:t>
            </a:r>
          </a:p>
          <a:p>
            <a:endParaRPr lang="en-US" altLang="zh-CN" baseline="0" dirty="0" smtClean="0"/>
          </a:p>
          <a:p>
            <a:r>
              <a:rPr lang="en-US" altLang="zh-CN" baseline="0" dirty="0" smtClean="0"/>
              <a:t>For acquirer and merchants, we offer UPI QR Code Merchant Gateway Service Platform for merchant connect to UPI directly. Thereby acquirer does not have to do too much system modification, and release this product to market in a very short time.</a:t>
            </a:r>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13</a:t>
            </a:fld>
            <a:endParaRPr lang="zh-CN" altLang="en-US"/>
          </a:p>
        </p:txBody>
      </p:sp>
    </p:spTree>
    <p:extLst>
      <p:ext uri="{BB962C8B-B14F-4D97-AF65-F5344CB8AC3E}">
        <p14:creationId xmlns:p14="http://schemas.microsoft.com/office/powerpoint/2010/main" val="37324705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xfrm>
            <a:off x="90488" y="744538"/>
            <a:ext cx="6616700" cy="3722687"/>
          </a:xfrm>
        </p:spPr>
      </p:sp>
      <p:sp>
        <p:nvSpPr>
          <p:cNvPr id="86019" name="备注占位符 2"/>
          <p:cNvSpPr>
            <a:spLocks noGrp="1"/>
          </p:cNvSpPr>
          <p:nvPr>
            <p:ph type="body" idx="1"/>
          </p:nvPr>
        </p:nvSpPr>
        <p:spPr bwMode="auto">
          <a:xfrm>
            <a:off x="679768" y="4715907"/>
            <a:ext cx="5438140" cy="446770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For cardholders, they can make QR Code payment with UPLAN discount information included in the code.</a:t>
            </a:r>
          </a:p>
          <a:p>
            <a:endParaRPr lang="en-US" altLang="zh-CN" dirty="0" smtClean="0"/>
          </a:p>
          <a:p>
            <a:r>
              <a:rPr lang="en-US" altLang="zh-CN" dirty="0" smtClean="0"/>
              <a:t>Under </a:t>
            </a:r>
            <a:r>
              <a:rPr lang="en-US" altLang="zh-CN" dirty="0"/>
              <a:t>Consumer-presented mode, UPLAN cardholders can complete “QRC Payment + UPLAN Coupon” in one step.</a:t>
            </a:r>
          </a:p>
          <a:p>
            <a:r>
              <a:rPr lang="en-US" altLang="zh-CN" dirty="0"/>
              <a:t>Under Merchant-presented mode, cardholders initiate payment with APP, and system automatically matches the best discount after cardholders claim the coupon.  </a:t>
            </a:r>
            <a:endParaRPr lang="zh-CN" altLang="zh-CN" dirty="0"/>
          </a:p>
          <a:p>
            <a:endParaRPr lang="en-US" altLang="zh-CN" dirty="0"/>
          </a:p>
          <a:p>
            <a:r>
              <a:rPr lang="en-US" altLang="zh-CN" dirty="0"/>
              <a:t>The workflow explain how the “Payment</a:t>
            </a:r>
            <a:r>
              <a:rPr lang="zh-CN" altLang="en-US" dirty="0"/>
              <a:t> </a:t>
            </a:r>
            <a:r>
              <a:rPr lang="en-US" altLang="zh-CN" dirty="0"/>
              <a:t>+</a:t>
            </a:r>
            <a:r>
              <a:rPr lang="zh-CN" altLang="en-US" baseline="0" dirty="0"/>
              <a:t> </a:t>
            </a:r>
            <a:r>
              <a:rPr lang="en-US" altLang="zh-CN" baseline="0" dirty="0"/>
              <a:t>Coupon</a:t>
            </a:r>
            <a:r>
              <a:rPr lang="en-US" altLang="zh-CN" dirty="0"/>
              <a:t>” operates</a:t>
            </a:r>
            <a:r>
              <a:rPr lang="zh-CN" altLang="en-US" dirty="0"/>
              <a:t> </a:t>
            </a:r>
            <a:r>
              <a:rPr lang="en-US" altLang="zh-CN" dirty="0"/>
              <a:t>step by step.</a:t>
            </a:r>
          </a:p>
          <a:p>
            <a:endParaRPr lang="en-US" altLang="zh-CN" dirty="0"/>
          </a:p>
          <a:p>
            <a:r>
              <a:rPr lang="en-US" altLang="zh-CN" dirty="0"/>
              <a:t>It</a:t>
            </a:r>
            <a:r>
              <a:rPr lang="zh-CN" altLang="en-US" dirty="0"/>
              <a:t> </a:t>
            </a:r>
            <a:r>
              <a:rPr lang="en-US" altLang="zh-CN" dirty="0"/>
              <a:t>provide</a:t>
            </a:r>
            <a:r>
              <a:rPr lang="en-US" altLang="zh-CN" baseline="0" dirty="0"/>
              <a:t>s</a:t>
            </a:r>
            <a:r>
              <a:rPr lang="zh-CN" altLang="en-US" baseline="0" dirty="0"/>
              <a:t> </a:t>
            </a:r>
            <a:r>
              <a:rPr lang="en-US" altLang="zh-CN" baseline="0" dirty="0"/>
              <a:t>discount</a:t>
            </a:r>
            <a:r>
              <a:rPr lang="zh-CN" altLang="en-US" baseline="0" dirty="0"/>
              <a:t> </a:t>
            </a:r>
            <a:r>
              <a:rPr lang="en-US" altLang="zh-CN" baseline="0" dirty="0"/>
              <a:t>to</a:t>
            </a:r>
            <a:r>
              <a:rPr lang="zh-CN" altLang="en-US" baseline="0" dirty="0"/>
              <a:t> </a:t>
            </a:r>
            <a:r>
              <a:rPr lang="en-US" altLang="zh-CN" baseline="0" dirty="0"/>
              <a:t>cardholders,</a:t>
            </a:r>
            <a:r>
              <a:rPr lang="zh-CN" altLang="en-US" baseline="0" dirty="0"/>
              <a:t> </a:t>
            </a:r>
            <a:r>
              <a:rPr lang="en-US" altLang="zh-CN" baseline="0" dirty="0"/>
              <a:t>but</a:t>
            </a:r>
            <a:r>
              <a:rPr lang="zh-CN" altLang="en-US" baseline="0" dirty="0"/>
              <a:t> </a:t>
            </a:r>
            <a:r>
              <a:rPr lang="en-US" altLang="zh-CN" baseline="0" dirty="0"/>
              <a:t>it</a:t>
            </a:r>
            <a:r>
              <a:rPr lang="zh-CN" altLang="en-US" baseline="0" dirty="0"/>
              <a:t> </a:t>
            </a:r>
            <a:r>
              <a:rPr lang="en-US" altLang="zh-CN" baseline="0" dirty="0"/>
              <a:t>also</a:t>
            </a:r>
            <a:r>
              <a:rPr lang="zh-CN" altLang="en-US" baseline="0" dirty="0"/>
              <a:t> </a:t>
            </a:r>
            <a:r>
              <a:rPr lang="en-US" altLang="zh-CN" baseline="0" dirty="0"/>
              <a:t>provides</a:t>
            </a:r>
            <a:r>
              <a:rPr lang="zh-CN" altLang="en-US" baseline="0" dirty="0"/>
              <a:t> </a:t>
            </a:r>
            <a:r>
              <a:rPr lang="en-US" altLang="zh-CN" baseline="0" dirty="0"/>
              <a:t>promotion</a:t>
            </a:r>
            <a:r>
              <a:rPr lang="zh-CN" altLang="en-US" baseline="0" dirty="0"/>
              <a:t> </a:t>
            </a:r>
            <a:r>
              <a:rPr lang="en-US" altLang="zh-CN" baseline="0" dirty="0"/>
              <a:t>of</a:t>
            </a:r>
            <a:r>
              <a:rPr lang="zh-CN" altLang="en-US" baseline="0" dirty="0"/>
              <a:t> </a:t>
            </a:r>
            <a:r>
              <a:rPr lang="en-US" altLang="zh-CN" baseline="0" dirty="0"/>
              <a:t>the</a:t>
            </a:r>
            <a:r>
              <a:rPr lang="zh-CN" altLang="en-US" baseline="0" dirty="0"/>
              <a:t> </a:t>
            </a:r>
            <a:r>
              <a:rPr lang="en-US" altLang="zh-CN" baseline="0" dirty="0"/>
              <a:t>merchants</a:t>
            </a:r>
            <a:r>
              <a:rPr lang="zh-CN" altLang="en-US" baseline="0" dirty="0"/>
              <a:t> </a:t>
            </a:r>
            <a:r>
              <a:rPr lang="en-US" altLang="zh-CN" baseline="0" dirty="0"/>
              <a:t>to consumers and</a:t>
            </a:r>
            <a:r>
              <a:rPr lang="zh-CN" altLang="en-US" baseline="0" dirty="0"/>
              <a:t> </a:t>
            </a:r>
            <a:r>
              <a:rPr lang="en-US" altLang="zh-CN" baseline="0" dirty="0"/>
              <a:t>attract</a:t>
            </a:r>
            <a:r>
              <a:rPr lang="zh-CN" altLang="en-US" baseline="0" dirty="0"/>
              <a:t> </a:t>
            </a:r>
            <a:r>
              <a:rPr lang="en-US" altLang="zh-CN" baseline="0" dirty="0"/>
              <a:t>more</a:t>
            </a:r>
            <a:r>
              <a:rPr lang="zh-CN" altLang="en-US" baseline="0" dirty="0"/>
              <a:t> </a:t>
            </a:r>
            <a:r>
              <a:rPr lang="en-US" altLang="zh-CN" baseline="0" dirty="0"/>
              <a:t>transactions.</a:t>
            </a:r>
            <a:r>
              <a:rPr lang="zh-CN" altLang="en-US" baseline="0" dirty="0"/>
              <a:t> </a:t>
            </a:r>
            <a:endParaRPr lang="en-US" altLang="zh-CN" dirty="0"/>
          </a:p>
        </p:txBody>
      </p:sp>
      <p:sp>
        <p:nvSpPr>
          <p:cNvPr id="860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itchFamily="34" charset="0"/>
                <a:ea typeface="宋体" pitchFamily="2" charset="-122"/>
                <a:sym typeface="ＭＳ Ｐゴシック" pitchFamily="34" charset="-128"/>
              </a:defRPr>
            </a:lvl1pPr>
            <a:lvl2pPr marL="742950" indent="-285750">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fld id="{9A09435F-A3A2-4563-B4F5-41D730D3FA72}" type="slidenum">
              <a:rPr lang="zh-CN" altLang="en-US" smtClean="0"/>
              <a:pPr/>
              <a:t>14</a:t>
            </a:fld>
            <a:endParaRPr lang="zh-CN" altLang="en-US"/>
          </a:p>
        </p:txBody>
      </p:sp>
    </p:spTree>
    <p:extLst>
      <p:ext uri="{BB962C8B-B14F-4D97-AF65-F5344CB8AC3E}">
        <p14:creationId xmlns:p14="http://schemas.microsoft.com/office/powerpoint/2010/main" val="22455048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p:sp>
      <p:sp>
        <p:nvSpPr>
          <p:cNvPr id="87043" name="备注占位符 2"/>
          <p:cNvSpPr>
            <a:spLocks noGrp="1"/>
          </p:cNvSpPr>
          <p:nvPr>
            <p:ph type="body" idx="1"/>
          </p:nvPr>
        </p:nvSpPr>
        <p:spPr bwMode="auto">
          <a:xfrm>
            <a:off x="679768" y="4715907"/>
            <a:ext cx="5438140" cy="446770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For merchants, UPI QR Code offer Direct-Connect Merchant Service Platform. </a:t>
            </a:r>
          </a:p>
          <a:p>
            <a:endParaRPr lang="en-US" altLang="zh-CN" dirty="0"/>
          </a:p>
          <a:p>
            <a:r>
              <a:rPr lang="en-US" altLang="zh-CN" dirty="0"/>
              <a:t>Under this mode, merchants are directly connected to </a:t>
            </a:r>
            <a:r>
              <a:rPr lang="en-US" altLang="zh-CN" dirty="0" smtClean="0"/>
              <a:t>UnionPay, </a:t>
            </a:r>
            <a:r>
              <a:rPr lang="en-US" altLang="zh-CN" dirty="0"/>
              <a:t>and UPI will help generate the QR Code for merchants through Merchant APP. The acquirer will not participate in the transaction, but UPI will send out the settlement file to acquirers</a:t>
            </a:r>
            <a:r>
              <a:rPr lang="zh-CN" altLang="en-US" dirty="0"/>
              <a:t> </a:t>
            </a:r>
            <a:r>
              <a:rPr lang="en-US" altLang="zh-CN" dirty="0"/>
              <a:t>in</a:t>
            </a:r>
            <a:r>
              <a:rPr lang="zh-CN" altLang="en-US" dirty="0"/>
              <a:t> </a:t>
            </a:r>
            <a:r>
              <a:rPr lang="en-US" altLang="zh-CN" dirty="0"/>
              <a:t>the</a:t>
            </a:r>
            <a:r>
              <a:rPr lang="zh-CN" altLang="en-US" dirty="0"/>
              <a:t> </a:t>
            </a:r>
            <a:r>
              <a:rPr lang="en-US" altLang="zh-CN" dirty="0"/>
              <a:t>end.</a:t>
            </a:r>
          </a:p>
          <a:p>
            <a:endParaRPr lang="en-US" altLang="zh-CN" dirty="0"/>
          </a:p>
          <a:p>
            <a:r>
              <a:rPr lang="en-US" altLang="zh-CN" dirty="0"/>
              <a:t>With this webpage, acquirers can log in and manage merchants and terminal in batch, more like a back-end of merchant service platform.</a:t>
            </a:r>
          </a:p>
          <a:p>
            <a:endParaRPr lang="en-US" altLang="zh-CN" dirty="0"/>
          </a:p>
          <a:p>
            <a:r>
              <a:rPr lang="en-US" altLang="zh-CN" dirty="0"/>
              <a:t>After acquirers generate merchant information through this website, merchant can start</a:t>
            </a:r>
            <a:r>
              <a:rPr lang="zh-CN" altLang="en-US" baseline="0" dirty="0"/>
              <a:t> </a:t>
            </a:r>
            <a:r>
              <a:rPr lang="en-US" altLang="zh-CN" baseline="0" dirty="0"/>
              <a:t>using</a:t>
            </a:r>
            <a:r>
              <a:rPr lang="en-US" altLang="zh-CN" dirty="0"/>
              <a:t> UPI merchant APP to conduct QR Code payment. </a:t>
            </a:r>
          </a:p>
        </p:txBody>
      </p:sp>
      <p:sp>
        <p:nvSpPr>
          <p:cNvPr id="870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itchFamily="34" charset="0"/>
                <a:ea typeface="宋体" pitchFamily="2" charset="-122"/>
                <a:sym typeface="ＭＳ Ｐゴシック" pitchFamily="34" charset="-128"/>
              </a:defRPr>
            </a:lvl1pPr>
            <a:lvl2pPr marL="742950" indent="-285750">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fld id="{21A7A1E8-703B-4E65-90FE-C5EE935CC554}" type="slidenum">
              <a:rPr lang="zh-CN" altLang="en-US" smtClean="0"/>
              <a:pPr/>
              <a:t>15</a:t>
            </a:fld>
            <a:endParaRPr lang="en-US" altLang="zh-CN">
              <a:ea typeface="ＭＳ Ｐゴシック" pitchFamily="34" charset="-128"/>
            </a:endParaRPr>
          </a:p>
        </p:txBody>
      </p:sp>
    </p:spTree>
    <p:extLst>
      <p:ext uri="{BB962C8B-B14F-4D97-AF65-F5344CB8AC3E}">
        <p14:creationId xmlns:p14="http://schemas.microsoft.com/office/powerpoint/2010/main" val="2815664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smtClean="0"/>
              <a:t>UPI offers</a:t>
            </a:r>
            <a:r>
              <a:rPr lang="en-US" baseline="0" dirty="0" smtClean="0"/>
              <a:t> different cooperation strategy with QR Code acquirer and issuer. Issuer can support pure QR Code transaction on issuing host system, or they can create a mobile wallet product as an APP Provider as well.</a:t>
            </a:r>
          </a:p>
          <a:p>
            <a:r>
              <a:rPr lang="en-US" baseline="0" dirty="0" smtClean="0"/>
              <a:t>Acquirers can choose between ISO 8583 and JSON for message format, MPM and CPM according to their preferences, or even direct mode without any system modifications.</a:t>
            </a:r>
            <a:endParaRPr 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16</a:t>
            </a:fld>
            <a:endParaRPr lang="zh-CN" altLang="en-US"/>
          </a:p>
        </p:txBody>
      </p:sp>
    </p:spTree>
    <p:extLst>
      <p:ext uri="{BB962C8B-B14F-4D97-AF65-F5344CB8AC3E}">
        <p14:creationId xmlns:p14="http://schemas.microsoft.com/office/powerpoint/2010/main" val="3479969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Membership</a:t>
            </a:r>
            <a:r>
              <a:rPr lang="en-US" altLang="zh-CN" baseline="0" dirty="0" smtClean="0"/>
              <a:t> and license are a big first step for acquirer to cooperate with UPI about QR Code business.</a:t>
            </a:r>
          </a:p>
          <a:p>
            <a:endParaRPr lang="en-US" altLang="zh-CN" baseline="0" dirty="0" smtClean="0"/>
          </a:p>
          <a:p>
            <a:r>
              <a:rPr lang="en-US" altLang="zh-CN" baseline="0" dirty="0" smtClean="0"/>
              <a:t>There are two categories of membership, independent QR Code acquiring license or TPSP as a system or operation vendor. Within TPSP, there is new category of Payment Facilitator to conduct UPI business directly as long as the institute is endorsed by an Acquirer. </a:t>
            </a:r>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18</a:t>
            </a:fld>
            <a:endParaRPr lang="zh-CN" altLang="en-US"/>
          </a:p>
        </p:txBody>
      </p:sp>
    </p:spTree>
    <p:extLst>
      <p:ext uri="{BB962C8B-B14F-4D97-AF65-F5344CB8AC3E}">
        <p14:creationId xmlns:p14="http://schemas.microsoft.com/office/powerpoint/2010/main" val="1494446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This</a:t>
            </a:r>
            <a:r>
              <a:rPr lang="en-US" altLang="zh-CN" baseline="0" dirty="0" smtClean="0"/>
              <a:t> is normal procedure from Membership Application to final Product Launch.</a:t>
            </a:r>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19</a:t>
            </a:fld>
            <a:endParaRPr lang="zh-CN" altLang="en-US"/>
          </a:p>
        </p:txBody>
      </p:sp>
    </p:spTree>
    <p:extLst>
      <p:ext uri="{BB962C8B-B14F-4D97-AF65-F5344CB8AC3E}">
        <p14:creationId xmlns:p14="http://schemas.microsoft.com/office/powerpoint/2010/main" val="14944463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Two types</a:t>
            </a:r>
            <a:r>
              <a:rPr lang="en-US" altLang="zh-CN" baseline="0" dirty="0" smtClean="0"/>
              <a:t> of cooperation on the issuing side.</a:t>
            </a:r>
          </a:p>
          <a:p>
            <a:endParaRPr lang="en-US" altLang="zh-CN" baseline="0" dirty="0" smtClean="0"/>
          </a:p>
          <a:p>
            <a:r>
              <a:rPr lang="en-US" altLang="zh-CN" baseline="0" dirty="0" smtClean="0"/>
              <a:t>As UPI QR Code issuer, issuing license is required, and Issuer should apply a wallet ID for the mobile wallet APP;</a:t>
            </a:r>
          </a:p>
          <a:p>
            <a:r>
              <a:rPr lang="en-US" altLang="zh-CN" baseline="0" dirty="0" smtClean="0"/>
              <a:t>As a third-party APP provider, they can simply apply for a wallet ID but endorsement of an UPI Issuer is required.</a:t>
            </a:r>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20</a:t>
            </a:fld>
            <a:endParaRPr lang="zh-CN" altLang="en-US"/>
          </a:p>
        </p:txBody>
      </p:sp>
    </p:spTree>
    <p:extLst>
      <p:ext uri="{BB962C8B-B14F-4D97-AF65-F5344CB8AC3E}">
        <p14:creationId xmlns:p14="http://schemas.microsoft.com/office/powerpoint/2010/main" val="14944463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This</a:t>
            </a:r>
            <a:r>
              <a:rPr lang="en-US" altLang="zh-CN" baseline="0" dirty="0" smtClean="0"/>
              <a:t> is normal procedure from Issuing Membership Application (including Wallet ID) to final Product Launch.</a:t>
            </a:r>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21</a:t>
            </a:fld>
            <a:endParaRPr lang="zh-CN" altLang="en-US"/>
          </a:p>
        </p:txBody>
      </p:sp>
    </p:spTree>
    <p:extLst>
      <p:ext uri="{BB962C8B-B14F-4D97-AF65-F5344CB8AC3E}">
        <p14:creationId xmlns:p14="http://schemas.microsoft.com/office/powerpoint/2010/main" val="14944463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kumimoji="0" lang="en-US" altLang="zh-CN" baseline="0" dirty="0" smtClean="0"/>
              <a:t>This is a introduction of UnionPay APP, a mobile wallet product designed and developed by China UnionPay. And below are some current situation of how this UnionPay APP goes so far and the current situation of UnionPay QR Code in mainland China.</a:t>
            </a:r>
            <a:endParaRPr kumimoji="0" lang="en-US" altLang="zh-CN" baseline="0" dirty="0"/>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itchFamily="34" charset="0"/>
                <a:ea typeface="宋体" pitchFamily="2" charset="-122"/>
              </a:defRPr>
            </a:lvl1pPr>
            <a:lvl2pPr marL="742950" indent="-285750">
              <a:defRPr kumimoji="1">
                <a:solidFill>
                  <a:schemeClr val="tx1"/>
                </a:solidFill>
                <a:latin typeface="Calibri" pitchFamily="34" charset="0"/>
                <a:ea typeface="宋体" pitchFamily="2" charset="-122"/>
              </a:defRPr>
            </a:lvl2pPr>
            <a:lvl3pPr marL="1143000" indent="-228600">
              <a:defRPr kumimoji="1">
                <a:solidFill>
                  <a:schemeClr val="tx1"/>
                </a:solidFill>
                <a:latin typeface="Calibri" pitchFamily="34" charset="0"/>
                <a:ea typeface="宋体" pitchFamily="2" charset="-122"/>
              </a:defRPr>
            </a:lvl3pPr>
            <a:lvl4pPr marL="1600200" indent="-228600">
              <a:defRPr kumimoji="1">
                <a:solidFill>
                  <a:schemeClr val="tx1"/>
                </a:solidFill>
                <a:latin typeface="Calibri" pitchFamily="34" charset="0"/>
                <a:ea typeface="宋体" pitchFamily="2" charset="-122"/>
              </a:defRPr>
            </a:lvl4pPr>
            <a:lvl5pPr marL="2057400" indent="-228600">
              <a:defRPr kumimoji="1">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kumimoji="1">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kumimoji="1">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kumimoji="1">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kumimoji="1">
                <a:solidFill>
                  <a:schemeClr val="tx1"/>
                </a:solidFill>
                <a:latin typeface="Calibri" pitchFamily="34" charset="0"/>
                <a:ea typeface="宋体" pitchFamily="2" charset="-122"/>
              </a:defRPr>
            </a:lvl9pPr>
          </a:lstStyle>
          <a:p>
            <a:fld id="{918EB649-A8C4-4A10-84C0-815B872D655B}" type="slidenum">
              <a:rPr kumimoji="0" lang="zh-CN" altLang="en-US"/>
              <a:pPr/>
              <a:t>23</a:t>
            </a:fld>
            <a:endParaRPr kumimoji="0" lang="zh-CN" altLang="en-US"/>
          </a:p>
        </p:txBody>
      </p:sp>
    </p:spTree>
    <p:extLst>
      <p:ext uri="{BB962C8B-B14F-4D97-AF65-F5344CB8AC3E}">
        <p14:creationId xmlns:p14="http://schemas.microsoft.com/office/powerpoint/2010/main" val="3949072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This is how UnionPay QR Code has developed so far</a:t>
            </a:r>
            <a:r>
              <a:rPr lang="en-US" altLang="zh-CN" baseline="0" dirty="0" smtClean="0"/>
              <a:t> in international market.</a:t>
            </a:r>
            <a:endParaRPr lang="en-US" altLang="zh-CN"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24</a:t>
            </a:fld>
            <a:endParaRPr lang="zh-CN" altLang="en-US"/>
          </a:p>
        </p:txBody>
      </p:sp>
    </p:spTree>
    <p:extLst>
      <p:ext uri="{BB962C8B-B14F-4D97-AF65-F5344CB8AC3E}">
        <p14:creationId xmlns:p14="http://schemas.microsoft.com/office/powerpoint/2010/main" val="641491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25</a:t>
            </a:fld>
            <a:endParaRPr lang="zh-CN" altLang="en-US"/>
          </a:p>
        </p:txBody>
      </p:sp>
    </p:spTree>
    <p:extLst>
      <p:ext uri="{BB962C8B-B14F-4D97-AF65-F5344CB8AC3E}">
        <p14:creationId xmlns:p14="http://schemas.microsoft.com/office/powerpoint/2010/main" val="9761917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26</a:t>
            </a:fld>
            <a:endParaRPr lang="zh-CN" altLang="en-US"/>
          </a:p>
        </p:txBody>
      </p:sp>
    </p:spTree>
    <p:extLst>
      <p:ext uri="{BB962C8B-B14F-4D97-AF65-F5344CB8AC3E}">
        <p14:creationId xmlns:p14="http://schemas.microsoft.com/office/powerpoint/2010/main" val="1955095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Fine collection of merchants including duty</a:t>
            </a:r>
            <a:r>
              <a:rPr lang="en-US" altLang="zh-CN" baseline="0" dirty="0" smtClean="0"/>
              <a:t> free, fashions, restaurants, desserts</a:t>
            </a:r>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27</a:t>
            </a:fld>
            <a:endParaRPr lang="zh-CN" altLang="en-US"/>
          </a:p>
        </p:txBody>
      </p:sp>
    </p:spTree>
    <p:extLst>
      <p:ext uri="{BB962C8B-B14F-4D97-AF65-F5344CB8AC3E}">
        <p14:creationId xmlns:p14="http://schemas.microsoft.com/office/powerpoint/2010/main" val="1955095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smtClean="0"/>
              <a:t>Duty free and shopping mall located in the largest commercial area </a:t>
            </a:r>
            <a:r>
              <a:rPr lang="en-US" altLang="zh-CN" baseline="0" dirty="0" err="1" smtClean="0"/>
              <a:t>Myeongdong</a:t>
            </a:r>
            <a:r>
              <a:rPr lang="en-US" altLang="zh-CN" baseline="0" dirty="0" smtClean="0"/>
              <a:t> in Seoul, and Airport, etc.</a:t>
            </a:r>
          </a:p>
          <a:p>
            <a:endParaRPr lang="en-US" altLang="zh-CN" baseline="0" dirty="0" smtClean="0"/>
          </a:p>
          <a:p>
            <a:r>
              <a:rPr lang="en-US" altLang="zh-CN" baseline="0" dirty="0" smtClean="0"/>
              <a:t>CU – popular convenience store in Korea</a:t>
            </a:r>
            <a:endParaRPr lang="en-US" altLang="zh-CN"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28</a:t>
            </a:fld>
            <a:endParaRPr lang="zh-CN" altLang="en-US"/>
          </a:p>
        </p:txBody>
      </p:sp>
    </p:spTree>
    <p:extLst>
      <p:ext uri="{BB962C8B-B14F-4D97-AF65-F5344CB8AC3E}">
        <p14:creationId xmlns:p14="http://schemas.microsoft.com/office/powerpoint/2010/main" val="9761917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3600" dirty="0" smtClean="0"/>
              <a:t>HK: K</a:t>
            </a:r>
            <a:r>
              <a:rPr lang="en-US" altLang="zh-CN" sz="3600" baseline="0" dirty="0" smtClean="0"/>
              <a:t>&amp;R </a:t>
            </a:r>
            <a:r>
              <a:rPr lang="en-US" altLang="zh-CN" sz="3600" baseline="0" dirty="0" err="1" smtClean="0"/>
              <a:t>Int</a:t>
            </a:r>
            <a:r>
              <a:rPr lang="en-US" altLang="zh-CN" sz="3600" baseline="0" dirty="0" smtClean="0"/>
              <a:t>, BOC Pay , </a:t>
            </a:r>
            <a:r>
              <a:rPr lang="en-US" altLang="zh-CN" sz="3600" baseline="0" dirty="0" err="1" smtClean="0"/>
              <a:t>Guangfa</a:t>
            </a:r>
            <a:r>
              <a:rPr lang="en-US" altLang="zh-CN" sz="3600" baseline="0" dirty="0" smtClean="0"/>
              <a:t> Bank, </a:t>
            </a:r>
            <a:r>
              <a:rPr lang="en-US" altLang="zh-CN" sz="3600" baseline="0" dirty="0" err="1" smtClean="0"/>
              <a:t>UnionPay</a:t>
            </a:r>
            <a:r>
              <a:rPr lang="en-US" altLang="zh-CN" sz="3600" baseline="0" dirty="0" smtClean="0"/>
              <a:t> APP</a:t>
            </a:r>
          </a:p>
          <a:p>
            <a:r>
              <a:rPr lang="en-US" altLang="zh-CN" sz="3600" baseline="0" dirty="0" smtClean="0"/>
              <a:t>SG: BOC SG </a:t>
            </a:r>
            <a:r>
              <a:rPr lang="en-US" altLang="zh-CN" sz="3600" baseline="0" dirty="0" err="1" smtClean="0"/>
              <a:t>eWallet</a:t>
            </a:r>
            <a:r>
              <a:rPr lang="en-US" altLang="zh-CN" sz="3600" baseline="0" dirty="0" smtClean="0"/>
              <a:t>, BOC APP, NETS, </a:t>
            </a:r>
            <a:r>
              <a:rPr lang="en-US" altLang="zh-CN" sz="3600" baseline="0" dirty="0" err="1" smtClean="0"/>
              <a:t>SinoPay</a:t>
            </a:r>
            <a:endParaRPr lang="en-US" altLang="zh-CN" sz="3600" baseline="0" dirty="0" smtClean="0"/>
          </a:p>
          <a:p>
            <a:r>
              <a:rPr lang="en-US" altLang="zh-CN" sz="3600" baseline="0" dirty="0" smtClean="0"/>
              <a:t>Thailand: BBL</a:t>
            </a:r>
          </a:p>
          <a:p>
            <a:r>
              <a:rPr lang="en-US" altLang="zh-CN" sz="3600" baseline="0" dirty="0" smtClean="0"/>
              <a:t>VT: </a:t>
            </a:r>
            <a:r>
              <a:rPr lang="en-US" altLang="zh-CN" sz="3600" baseline="0" dirty="0" err="1" smtClean="0"/>
              <a:t>SacomBank</a:t>
            </a:r>
            <a:endParaRPr lang="en-US" altLang="zh-CN" sz="3600" baseline="0" dirty="0" smtClean="0"/>
          </a:p>
          <a:p>
            <a:r>
              <a:rPr lang="en-US" altLang="zh-CN" sz="3600" baseline="0" dirty="0" smtClean="0"/>
              <a:t>Bangladesh: MTB</a:t>
            </a:r>
          </a:p>
          <a:p>
            <a:r>
              <a:rPr lang="en-US" altLang="zh-CN" sz="3600" baseline="0" dirty="0" smtClean="0"/>
              <a:t>Nepal: SCT</a:t>
            </a:r>
            <a:endParaRPr lang="zh-CN" altLang="en-US" sz="3600"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29</a:t>
            </a:fld>
            <a:endParaRPr lang="zh-CN" altLang="en-US"/>
          </a:p>
        </p:txBody>
      </p:sp>
    </p:spTree>
    <p:extLst>
      <p:ext uri="{BB962C8B-B14F-4D97-AF65-F5344CB8AC3E}">
        <p14:creationId xmlns:p14="http://schemas.microsoft.com/office/powerpoint/2010/main" val="2613444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30</a:t>
            </a:fld>
            <a:endParaRPr lang="zh-CN" altLang="en-US"/>
          </a:p>
        </p:txBody>
      </p:sp>
    </p:spTree>
    <p:extLst>
      <p:ext uri="{BB962C8B-B14F-4D97-AF65-F5344CB8AC3E}">
        <p14:creationId xmlns:p14="http://schemas.microsoft.com/office/powerpoint/2010/main" val="7386321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中英文封面-蓝">
    <p:spTree>
      <p:nvGrpSpPr>
        <p:cNvPr id="1" name=""/>
        <p:cNvGrpSpPr/>
        <p:nvPr/>
      </p:nvGrpSpPr>
      <p:grpSpPr>
        <a:xfrm>
          <a:off x="0" y="0"/>
          <a:ext cx="0" cy="0"/>
          <a:chOff x="0" y="0"/>
          <a:chExt cx="0" cy="0"/>
        </a:xfrm>
      </p:grpSpPr>
      <p:pic>
        <p:nvPicPr>
          <p:cNvPr id="15" name="图片 14"/>
          <p:cNvPicPr>
            <a:picLocks noChangeAspect="1"/>
          </p:cNvPicPr>
          <p:nvPr userDrawn="1"/>
        </p:nvPicPr>
        <p:blipFill rotWithShape="1">
          <a:blip r:embed="rId2" cstate="print">
            <a:extLst>
              <a:ext uri="{28A0092B-C50C-407E-A947-70E740481C1C}">
                <a14:useLocalDpi xmlns:a14="http://schemas.microsoft.com/office/drawing/2010/main" val="0"/>
              </a:ext>
            </a:extLst>
          </a:blip>
          <a:srcRect t="52229" b="2272"/>
          <a:stretch/>
        </p:blipFill>
        <p:spPr>
          <a:xfrm>
            <a:off x="0" y="0"/>
            <a:ext cx="9144000" cy="3875294"/>
          </a:xfrm>
          <a:prstGeom prst="rect">
            <a:avLst/>
          </a:prstGeom>
        </p:spPr>
      </p:pic>
      <p:pic>
        <p:nvPicPr>
          <p:cNvPr id="16" name="图片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715766"/>
            <a:ext cx="9144000" cy="1159528"/>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20272" y="4344793"/>
            <a:ext cx="1736932" cy="387197"/>
          </a:xfrm>
          <a:prstGeom prst="rect">
            <a:avLst/>
          </a:prstGeom>
        </p:spPr>
      </p:pic>
      <p:sp>
        <p:nvSpPr>
          <p:cNvPr id="2" name="标题 1"/>
          <p:cNvSpPr>
            <a:spLocks noGrp="1"/>
          </p:cNvSpPr>
          <p:nvPr>
            <p:ph type="title" hasCustomPrompt="1"/>
          </p:nvPr>
        </p:nvSpPr>
        <p:spPr>
          <a:xfrm>
            <a:off x="251520" y="2859782"/>
            <a:ext cx="7283152" cy="684296"/>
          </a:xfrm>
          <a:prstGeom prst="rect">
            <a:avLst/>
          </a:prstGeom>
        </p:spPr>
        <p:txBody>
          <a:bodyPr>
            <a:noAutofit/>
          </a:bodyPr>
          <a:lstStyle>
            <a:lvl1pPr algn="l">
              <a:defRPr sz="4500" baseline="0">
                <a:solidFill>
                  <a:schemeClr val="bg1"/>
                </a:solidFill>
                <a:latin typeface="Georgia" pitchFamily="18" charset="0"/>
              </a:defRPr>
            </a:lvl1pPr>
          </a:lstStyle>
          <a:p>
            <a:r>
              <a:rPr lang="en-US" altLang="zh-CN" sz="4500" dirty="0">
                <a:solidFill>
                  <a:schemeClr val="bg1"/>
                </a:solidFill>
                <a:latin typeface="黑体" pitchFamily="49" charset="-122"/>
                <a:ea typeface="黑体" pitchFamily="49" charset="-122"/>
              </a:rPr>
              <a:t>Title</a:t>
            </a:r>
            <a:endParaRPr lang="zh-CN" altLang="en-US" sz="4500" dirty="0">
              <a:solidFill>
                <a:schemeClr val="bg1"/>
              </a:solidFill>
              <a:latin typeface="黑体" pitchFamily="49" charset="-122"/>
              <a:ea typeface="黑体" pitchFamily="49" charset="-122"/>
            </a:endParaRPr>
          </a:p>
        </p:txBody>
      </p:sp>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020272" y="4344793"/>
            <a:ext cx="1736932" cy="387197"/>
          </a:xfrm>
          <a:prstGeom prst="rect">
            <a:avLst/>
          </a:prstGeom>
        </p:spPr>
      </p:pic>
      <p:pic>
        <p:nvPicPr>
          <p:cNvPr id="14" name="Picture 1" descr="image.pdf"/>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731798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扉页-文字版本">
    <p:spTree>
      <p:nvGrpSpPr>
        <p:cNvPr id="1" name=""/>
        <p:cNvGrpSpPr/>
        <p:nvPr/>
      </p:nvGrpSpPr>
      <p:grpSpPr>
        <a:xfrm>
          <a:off x="0" y="0"/>
          <a:ext cx="0" cy="0"/>
          <a:chOff x="0" y="0"/>
          <a:chExt cx="0" cy="0"/>
        </a:xfrm>
      </p:grpSpPr>
      <p:pic>
        <p:nvPicPr>
          <p:cNvPr id="15" name="Picture 1" descr="image.pdf"/>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
        <p:nvSpPr>
          <p:cNvPr id="16" name="矩形 15"/>
          <p:cNvSpPr/>
          <p:nvPr userDrawn="1"/>
        </p:nvSpPr>
        <p:spPr>
          <a:xfrm>
            <a:off x="0" y="1361549"/>
            <a:ext cx="9144000" cy="1080120"/>
          </a:xfrm>
          <a:prstGeom prst="rect">
            <a:avLst/>
          </a:prstGeom>
          <a:gradFill>
            <a:gsLst>
              <a:gs pos="100000">
                <a:schemeClr val="bg1"/>
              </a:gs>
              <a:gs pos="50000">
                <a:schemeClr val="bg1">
                  <a:lumMod val="85000"/>
                </a:schemeClr>
              </a:gs>
              <a:gs pos="100000">
                <a:schemeClr val="accent1">
                  <a:shade val="100000"/>
                  <a:satMod val="11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userDrawn="1"/>
        </p:nvGrpSpPr>
        <p:grpSpPr>
          <a:xfrm>
            <a:off x="0" y="1361549"/>
            <a:ext cx="1691680" cy="2218313"/>
            <a:chOff x="0" y="1563638"/>
            <a:chExt cx="1691680" cy="2218313"/>
          </a:xfrm>
        </p:grpSpPr>
        <p:sp>
          <p:nvSpPr>
            <p:cNvPr id="18" name="矩形 17"/>
            <p:cNvSpPr/>
            <p:nvPr/>
          </p:nvSpPr>
          <p:spPr>
            <a:xfrm>
              <a:off x="0" y="1563638"/>
              <a:ext cx="1547664" cy="2088232"/>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19" name="文本框 4"/>
            <p:cNvSpPr txBox="1"/>
            <p:nvPr/>
          </p:nvSpPr>
          <p:spPr>
            <a:xfrm>
              <a:off x="455444" y="2427734"/>
              <a:ext cx="1236236" cy="1354217"/>
            </a:xfrm>
            <a:prstGeom prst="rect">
              <a:avLst/>
            </a:prstGeom>
            <a:noFill/>
          </p:spPr>
          <p:txBody>
            <a:bodyPr wrap="none" rtlCol="0">
              <a:spAutoFit/>
            </a:bodyPr>
            <a:lstStyle>
              <a:defPPr>
                <a:defRPr lang="zh-CN"/>
              </a:defPPr>
              <a:lvl1pPr>
                <a:defRPr sz="2400">
                  <a:solidFill>
                    <a:schemeClr val="bg1"/>
                  </a:solidFill>
                  <a:latin typeface="微软雅黑" panose="020B0503020204020204" pitchFamily="34" charset="-122"/>
                  <a:ea typeface="微软雅黑" panose="020B0503020204020204" pitchFamily="34" charset="-122"/>
                </a:defRPr>
              </a:lvl1pPr>
            </a:lstStyle>
            <a:p>
              <a:r>
                <a:rPr lang="en-US" altLang="zh-CN" sz="8200" dirty="0">
                  <a:latin typeface="黑体" pitchFamily="49" charset="-122"/>
                  <a:ea typeface="黑体" pitchFamily="49" charset="-122"/>
                </a:rPr>
                <a:t>01</a:t>
              </a:r>
              <a:endParaRPr lang="zh-CN" altLang="en-US" sz="8200" dirty="0">
                <a:latin typeface="黑体" pitchFamily="49" charset="-122"/>
                <a:ea typeface="黑体" pitchFamily="49" charset="-122"/>
              </a:endParaRPr>
            </a:p>
          </p:txBody>
        </p:sp>
      </p:grpSp>
      <p:sp>
        <p:nvSpPr>
          <p:cNvPr id="22" name="文本占位符 2"/>
          <p:cNvSpPr>
            <a:spLocks noGrp="1"/>
          </p:cNvSpPr>
          <p:nvPr>
            <p:ph type="body" idx="1" hasCustomPrompt="1"/>
          </p:nvPr>
        </p:nvSpPr>
        <p:spPr>
          <a:xfrm>
            <a:off x="1691680" y="3147814"/>
            <a:ext cx="5400600" cy="360040"/>
          </a:xfrm>
          <a:prstGeom prst="rect">
            <a:avLst/>
          </a:prstGeom>
        </p:spPr>
        <p:txBody>
          <a:bodyPr anchor="b">
            <a:normAutofit/>
          </a:bodyPr>
          <a:lstStyle>
            <a:lvl1pPr marL="0" indent="0">
              <a:buNone/>
              <a:defRPr sz="1800" b="0" baseline="0">
                <a:solidFill>
                  <a:srgbClr val="2E5C9E"/>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lnSpc>
                <a:spcPts val="1800"/>
              </a:lnSpc>
            </a:pPr>
            <a:r>
              <a:rPr lang="sv-SE" altLang="zh-CN">
                <a:solidFill>
                  <a:srgbClr val="2E5C9E"/>
                </a:solidFill>
                <a:latin typeface="Georgia" pitchFamily="18" charset="0"/>
                <a:ea typeface="微软雅黑" panose="020B0503020204020204" pitchFamily="34" charset="-122"/>
                <a:cs typeface="Arial" pitchFamily="34" charset="0"/>
              </a:rPr>
              <a:t>Click Add Font Georgia 18pt</a:t>
            </a:r>
            <a:endParaRPr lang="sv-SE" altLang="zh-CN" dirty="0">
              <a:solidFill>
                <a:srgbClr val="2E5C9E"/>
              </a:solidFill>
              <a:latin typeface="Georgia" pitchFamily="18" charset="0"/>
              <a:ea typeface="微软雅黑" panose="020B0503020204020204" pitchFamily="34" charset="-122"/>
              <a:cs typeface="Arial" pitchFamily="34" charset="0"/>
            </a:endParaRPr>
          </a:p>
        </p:txBody>
      </p:sp>
      <p:sp>
        <p:nvSpPr>
          <p:cNvPr id="23" name="标题 1"/>
          <p:cNvSpPr>
            <a:spLocks noGrp="1"/>
          </p:cNvSpPr>
          <p:nvPr>
            <p:ph type="title" hasCustomPrompt="1"/>
          </p:nvPr>
        </p:nvSpPr>
        <p:spPr>
          <a:xfrm>
            <a:off x="1691680" y="2643758"/>
            <a:ext cx="5400600" cy="432048"/>
          </a:xfrm>
          <a:prstGeom prst="rect">
            <a:avLst/>
          </a:prstGeom>
        </p:spPr>
        <p:txBody>
          <a:bodyPr anchor="t">
            <a:noAutofit/>
          </a:bodyPr>
          <a:lstStyle>
            <a:lvl1pPr algn="l">
              <a:defRPr sz="2800" baseline="0">
                <a:solidFill>
                  <a:srgbClr val="2E5C9E"/>
                </a:solidFill>
                <a:latin typeface="微软雅黑" panose="020B0503020204020204" pitchFamily="34" charset="-122"/>
                <a:ea typeface="微软雅黑" panose="020B0503020204020204" pitchFamily="34" charset="-122"/>
              </a:defRPr>
            </a:lvl1pPr>
          </a:lstStyle>
          <a:p>
            <a:r>
              <a:rPr lang="zh-CN" altLang="en-US" sz="2800">
                <a:solidFill>
                  <a:srgbClr val="2E5C9E"/>
                </a:solidFill>
                <a:latin typeface="黑体" pitchFamily="49" charset="-122"/>
                <a:ea typeface="黑体" pitchFamily="49" charset="-122"/>
              </a:rPr>
              <a:t>单击添加字体黑体 </a:t>
            </a:r>
            <a:r>
              <a:rPr lang="en-US" altLang="zh-CN" sz="2800">
                <a:solidFill>
                  <a:srgbClr val="2E5C9E"/>
                </a:solidFill>
                <a:latin typeface="黑体" pitchFamily="49" charset="-122"/>
                <a:ea typeface="黑体" pitchFamily="49" charset="-122"/>
              </a:rPr>
              <a:t>28pt</a:t>
            </a:r>
            <a:endParaRPr lang="zh-CN" altLang="en-US" sz="2800" dirty="0">
              <a:solidFill>
                <a:srgbClr val="2E5C9E"/>
              </a:solidFill>
              <a:latin typeface="黑体" pitchFamily="49" charset="-122"/>
              <a:ea typeface="黑体" pitchFamily="49" charset="-122"/>
            </a:endParaRPr>
          </a:p>
        </p:txBody>
      </p:sp>
      <p:pic>
        <p:nvPicPr>
          <p:cNvPr id="24" name="图片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Tree>
    <p:extLst>
      <p:ext uri="{BB962C8B-B14F-4D97-AF65-F5344CB8AC3E}">
        <p14:creationId xmlns:p14="http://schemas.microsoft.com/office/powerpoint/2010/main" val="1201772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版式一">
    <p:spTree>
      <p:nvGrpSpPr>
        <p:cNvPr id="1" name=""/>
        <p:cNvGrpSpPr/>
        <p:nvPr/>
      </p:nvGrpSpPr>
      <p:grpSpPr>
        <a:xfrm>
          <a:off x="0" y="0"/>
          <a:ext cx="0" cy="0"/>
          <a:chOff x="0" y="0"/>
          <a:chExt cx="0" cy="0"/>
        </a:xfrm>
      </p:grpSpPr>
      <p:sp>
        <p:nvSpPr>
          <p:cNvPr id="6" name="矩形 5"/>
          <p:cNvSpPr/>
          <p:nvPr userDrawn="1"/>
        </p:nvSpPr>
        <p:spPr>
          <a:xfrm>
            <a:off x="827584" y="1"/>
            <a:ext cx="1251784" cy="1347613"/>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9" name="矩形 8"/>
          <p:cNvSpPr/>
          <p:nvPr userDrawn="1"/>
        </p:nvSpPr>
        <p:spPr>
          <a:xfrm>
            <a:off x="827584" y="1491630"/>
            <a:ext cx="1251784" cy="3651870"/>
          </a:xfrm>
          <a:prstGeom prst="rect">
            <a:avLst/>
          </a:prstGeom>
          <a:solidFill>
            <a:srgbClr val="5B9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25" name="文本占位符 2"/>
          <p:cNvSpPr>
            <a:spLocks noGrp="1"/>
          </p:cNvSpPr>
          <p:nvPr>
            <p:ph type="body" idx="11" hasCustomPrompt="1"/>
          </p:nvPr>
        </p:nvSpPr>
        <p:spPr>
          <a:xfrm>
            <a:off x="827584" y="673807"/>
            <a:ext cx="1296144" cy="673807"/>
          </a:xfrm>
          <a:prstGeom prst="rect">
            <a:avLst/>
          </a:prstGeom>
        </p:spPr>
        <p:txBody>
          <a:bodyPr anchor="b">
            <a:noAutofit/>
          </a:bodyPr>
          <a:lstStyle>
            <a:lvl1pPr marL="0" indent="0" algn="ctr">
              <a:buNone/>
              <a:defRPr sz="2800" b="0" baseline="0">
                <a:solidFill>
                  <a:schemeClr val="bg1"/>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800" dirty="0">
                <a:solidFill>
                  <a:schemeClr val="bg1"/>
                </a:solidFill>
                <a:latin typeface="Georgia" pitchFamily="18" charset="0"/>
                <a:cs typeface="Arial" pitchFamily="34" charset="0"/>
              </a:rPr>
              <a:t>Contents</a:t>
            </a:r>
            <a:endParaRPr lang="zh-CN" altLang="en-US" sz="1800" dirty="0">
              <a:solidFill>
                <a:schemeClr val="bg1"/>
              </a:solidFill>
              <a:latin typeface="Georgia" pitchFamily="18" charset="0"/>
            </a:endParaRPr>
          </a:p>
        </p:txBody>
      </p:sp>
      <p:sp>
        <p:nvSpPr>
          <p:cNvPr id="26" name="文本占位符 2"/>
          <p:cNvSpPr>
            <a:spLocks noGrp="1"/>
          </p:cNvSpPr>
          <p:nvPr>
            <p:ph type="body" idx="12" hasCustomPrompt="1"/>
          </p:nvPr>
        </p:nvSpPr>
        <p:spPr>
          <a:xfrm>
            <a:off x="2340000" y="1491630"/>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27" name="文本占位符 2"/>
          <p:cNvSpPr>
            <a:spLocks noGrp="1"/>
          </p:cNvSpPr>
          <p:nvPr>
            <p:ph type="body" idx="13" hasCustomPrompt="1"/>
          </p:nvPr>
        </p:nvSpPr>
        <p:spPr>
          <a:xfrm>
            <a:off x="2627784" y="1728000"/>
            <a:ext cx="6048672"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sp>
        <p:nvSpPr>
          <p:cNvPr id="28" name="文本占位符 2"/>
          <p:cNvSpPr>
            <a:spLocks noGrp="1"/>
          </p:cNvSpPr>
          <p:nvPr>
            <p:ph type="body" idx="14" hasCustomPrompt="1"/>
          </p:nvPr>
        </p:nvSpPr>
        <p:spPr>
          <a:xfrm>
            <a:off x="2339752" y="2139702"/>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29" name="文本占位符 2"/>
          <p:cNvSpPr>
            <a:spLocks noGrp="1"/>
          </p:cNvSpPr>
          <p:nvPr>
            <p:ph type="body" idx="15" hasCustomPrompt="1"/>
          </p:nvPr>
        </p:nvSpPr>
        <p:spPr>
          <a:xfrm>
            <a:off x="2627536" y="2376072"/>
            <a:ext cx="6048920"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sp>
        <p:nvSpPr>
          <p:cNvPr id="30" name="文本占位符 2"/>
          <p:cNvSpPr>
            <a:spLocks noGrp="1"/>
          </p:cNvSpPr>
          <p:nvPr>
            <p:ph type="body" idx="16" hasCustomPrompt="1"/>
          </p:nvPr>
        </p:nvSpPr>
        <p:spPr>
          <a:xfrm>
            <a:off x="2339752" y="2787774"/>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31" name="文本占位符 2"/>
          <p:cNvSpPr>
            <a:spLocks noGrp="1"/>
          </p:cNvSpPr>
          <p:nvPr>
            <p:ph type="body" idx="17" hasCustomPrompt="1"/>
          </p:nvPr>
        </p:nvSpPr>
        <p:spPr>
          <a:xfrm>
            <a:off x="2627536" y="3024144"/>
            <a:ext cx="6048920"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sp>
        <p:nvSpPr>
          <p:cNvPr id="32" name="文本占位符 2"/>
          <p:cNvSpPr>
            <a:spLocks noGrp="1"/>
          </p:cNvSpPr>
          <p:nvPr>
            <p:ph type="body" idx="18" hasCustomPrompt="1"/>
          </p:nvPr>
        </p:nvSpPr>
        <p:spPr>
          <a:xfrm>
            <a:off x="2339752" y="3435846"/>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33" name="文本占位符 2"/>
          <p:cNvSpPr>
            <a:spLocks noGrp="1"/>
          </p:cNvSpPr>
          <p:nvPr>
            <p:ph type="body" idx="19" hasCustomPrompt="1"/>
          </p:nvPr>
        </p:nvSpPr>
        <p:spPr>
          <a:xfrm>
            <a:off x="2627536" y="3672216"/>
            <a:ext cx="6048920"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sp>
        <p:nvSpPr>
          <p:cNvPr id="34" name="文本占位符 2"/>
          <p:cNvSpPr>
            <a:spLocks noGrp="1"/>
          </p:cNvSpPr>
          <p:nvPr>
            <p:ph type="body" idx="20" hasCustomPrompt="1"/>
          </p:nvPr>
        </p:nvSpPr>
        <p:spPr>
          <a:xfrm>
            <a:off x="2339752" y="4083918"/>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35" name="文本占位符 2"/>
          <p:cNvSpPr>
            <a:spLocks noGrp="1"/>
          </p:cNvSpPr>
          <p:nvPr>
            <p:ph type="body" idx="21" hasCustomPrompt="1"/>
          </p:nvPr>
        </p:nvSpPr>
        <p:spPr>
          <a:xfrm>
            <a:off x="2627536" y="4320288"/>
            <a:ext cx="6048920"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pic>
        <p:nvPicPr>
          <p:cNvPr id="36"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文字竖版加备注">
    <p:spTree>
      <p:nvGrpSpPr>
        <p:cNvPr id="1" name=""/>
        <p:cNvGrpSpPr/>
        <p:nvPr/>
      </p:nvGrpSpPr>
      <p:grpSpPr>
        <a:xfrm>
          <a:off x="0" y="0"/>
          <a:ext cx="0" cy="0"/>
          <a:chOff x="0" y="0"/>
          <a:chExt cx="0" cy="0"/>
        </a:xfrm>
      </p:grpSpPr>
      <p:sp>
        <p:nvSpPr>
          <p:cNvPr id="12" name="圆角矩形 11"/>
          <p:cNvSpPr/>
          <p:nvPr userDrawn="1"/>
        </p:nvSpPr>
        <p:spPr>
          <a:xfrm>
            <a:off x="7416316" y="1275606"/>
            <a:ext cx="1266001" cy="3024336"/>
          </a:xfrm>
          <a:prstGeom prst="round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21" name="内容占位符 3"/>
          <p:cNvSpPr>
            <a:spLocks noGrp="1"/>
          </p:cNvSpPr>
          <p:nvPr>
            <p:ph sz="half" idx="16" hasCustomPrompt="1"/>
          </p:nvPr>
        </p:nvSpPr>
        <p:spPr>
          <a:xfrm>
            <a:off x="395536" y="1181512"/>
            <a:ext cx="6840760" cy="1679714"/>
          </a:xfrm>
          <a:prstGeom prst="rect">
            <a:avLst/>
          </a:prstGeom>
        </p:spPr>
        <p:txBody>
          <a:bodyPr>
            <a:normAutofit/>
          </a:bodyPr>
          <a:lstStyle>
            <a:lvl1pPr marL="0" indent="0">
              <a:lnSpc>
                <a:spcPts val="2000"/>
              </a:lnSpc>
              <a:spcBef>
                <a:spcPts val="0"/>
              </a:spcBef>
              <a:spcAft>
                <a:spcPts val="500"/>
              </a:spcAft>
              <a:buNone/>
              <a:defRPr sz="1300" baseline="0">
                <a:solidFill>
                  <a:srgbClr val="656464"/>
                </a:solidFill>
                <a:latin typeface="+mn-lt"/>
                <a:ea typeface="微软雅黑" panose="020B0503020204020204" pitchFamily="34" charset="-122"/>
              </a:defRPr>
            </a:lvl1pPr>
            <a:lvl2pPr marL="457200" indent="0">
              <a:buNone/>
              <a:defRPr sz="1300" baseline="0">
                <a:solidFill>
                  <a:srgbClr val="656464"/>
                </a:solidFill>
                <a:latin typeface="+mn-lt"/>
                <a:ea typeface="微软雅黑" panose="020B0503020204020204" pitchFamily="34" charset="-122"/>
              </a:defRPr>
            </a:lvl2pPr>
            <a:lvl3pPr marL="914400" indent="0">
              <a:buNone/>
              <a:defRPr sz="1300" baseline="0">
                <a:solidFill>
                  <a:srgbClr val="656464"/>
                </a:solidFill>
                <a:latin typeface="+mn-lt"/>
                <a:ea typeface="微软雅黑" panose="020B0503020204020204" pitchFamily="34" charset="-122"/>
              </a:defRPr>
            </a:lvl3pPr>
            <a:lvl4pPr marL="1371600" indent="0">
              <a:buNone/>
              <a:defRPr sz="1300" baseline="0">
                <a:solidFill>
                  <a:srgbClr val="656464"/>
                </a:solidFill>
                <a:latin typeface="+mn-lt"/>
                <a:ea typeface="微软雅黑" panose="020B0503020204020204" pitchFamily="34" charset="-122"/>
              </a:defRPr>
            </a:lvl4pPr>
            <a:lvl5pPr marL="1828800" indent="0">
              <a:buNone/>
              <a:defRPr sz="1300" baseline="0">
                <a:solidFill>
                  <a:srgbClr val="656464"/>
                </a:solidFill>
                <a:latin typeface="+mn-lt"/>
                <a:ea typeface="微软雅黑" panose="020B0503020204020204" pitchFamily="34" charset="-122"/>
              </a:defRPr>
            </a:lvl5pPr>
            <a:lvl6pPr>
              <a:defRPr sz="1600"/>
            </a:lvl6pPr>
            <a:lvl7pPr>
              <a:defRPr sz="1600"/>
            </a:lvl7pPr>
            <a:lvl8pPr>
              <a:defRPr sz="1600"/>
            </a:lvl8pPr>
            <a:lvl9pPr>
              <a:defRPr sz="1600"/>
            </a:lvl9pPr>
          </a:lstStyle>
          <a:p>
            <a:r>
              <a:rPr lang="zh-CN" altLang="en-US">
                <a:latin typeface="微软雅黑 Light" pitchFamily="34" charset="-122"/>
                <a:ea typeface="微软雅黑 Light" pitchFamily="34" charset="-122"/>
              </a:rPr>
              <a:t>正文：单击此处编辑中文字体微软雅黑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 左对齐                                             行距设计值</a:t>
            </a:r>
            <a:r>
              <a:rPr lang="en-US" altLang="zh-CN">
                <a:latin typeface="微软雅黑 Light" pitchFamily="34" charset="-122"/>
                <a:ea typeface="微软雅黑 Light" pitchFamily="34" charset="-122"/>
              </a:rPr>
              <a:t>20</a:t>
            </a:r>
            <a:r>
              <a:rPr lang="zh-CN" altLang="en-US">
                <a:latin typeface="微软雅黑 Light" pitchFamily="34" charset="-122"/>
                <a:ea typeface="微软雅黑 Light" pitchFamily="34" charset="-122"/>
              </a:rPr>
              <a:t>磅 段前：</a:t>
            </a:r>
            <a:r>
              <a:rPr lang="en-US" altLang="zh-CN">
                <a:latin typeface="微软雅黑 Light" pitchFamily="34" charset="-122"/>
                <a:ea typeface="微软雅黑 Light" pitchFamily="34" charset="-122"/>
              </a:rPr>
              <a:t>0</a:t>
            </a:r>
            <a:r>
              <a:rPr lang="zh-CN" altLang="en-US">
                <a:latin typeface="微软雅黑 Light" pitchFamily="34" charset="-122"/>
                <a:ea typeface="微软雅黑 Light" pitchFamily="34" charset="-122"/>
              </a:rPr>
              <a:t>磅 段后：</a:t>
            </a:r>
            <a:r>
              <a:rPr lang="en-US" altLang="zh-CN">
                <a:latin typeface="微软雅黑 Light" pitchFamily="34" charset="-122"/>
                <a:ea typeface="微软雅黑 Light" pitchFamily="34" charset="-122"/>
              </a:rPr>
              <a:t>5</a:t>
            </a:r>
            <a:r>
              <a:rPr lang="zh-CN" altLang="en-US">
                <a:latin typeface="微软雅黑 Light" pitchFamily="34" charset="-122"/>
                <a:ea typeface="微软雅黑 Light" pitchFamily="34" charset="-122"/>
              </a:rPr>
              <a:t>磅 左对齐</a:t>
            </a:r>
            <a:endParaRPr lang="zh-CN" altLang="en-US" dirty="0">
              <a:latin typeface="微软雅黑 Light" pitchFamily="34" charset="-122"/>
              <a:ea typeface="微软雅黑 Light" pitchFamily="34" charset="-122"/>
            </a:endParaRPr>
          </a:p>
        </p:txBody>
      </p:sp>
      <p:sp>
        <p:nvSpPr>
          <p:cNvPr id="36" name="内容占位符 35"/>
          <p:cNvSpPr>
            <a:spLocks noGrp="1"/>
          </p:cNvSpPr>
          <p:nvPr>
            <p:ph sz="quarter" idx="21" hasCustomPrompt="1"/>
          </p:nvPr>
        </p:nvSpPr>
        <p:spPr>
          <a:xfrm>
            <a:off x="7462786" y="1347614"/>
            <a:ext cx="1173061" cy="1152128"/>
          </a:xfrm>
          <a:prstGeom prst="rect">
            <a:avLst/>
          </a:prstGeom>
        </p:spPr>
        <p:txBody>
          <a:bodyPr>
            <a:normAutofit/>
          </a:bodyPr>
          <a:lstStyle>
            <a:lvl1pPr marL="0" indent="0">
              <a:lnSpc>
                <a:spcPts val="1200"/>
              </a:lnSpc>
              <a:spcBef>
                <a:spcPts val="0"/>
              </a:spcBef>
              <a:spcAft>
                <a:spcPts val="500"/>
              </a:spcAft>
              <a:buNone/>
              <a:defRPr sz="800">
                <a:solidFill>
                  <a:schemeClr val="bg1"/>
                </a:solidFill>
                <a:latin typeface="微软雅黑" panose="020B0503020204020204" pitchFamily="34" charset="-122"/>
                <a:ea typeface="微软雅黑" panose="020B0503020204020204" pitchFamily="34" charset="-122"/>
              </a:defRPr>
            </a:lvl1pPr>
            <a:lvl2pPr>
              <a:defRPr sz="800">
                <a:latin typeface="微软雅黑" panose="020B0503020204020204" pitchFamily="34" charset="-122"/>
                <a:ea typeface="微软雅黑" panose="020B0503020204020204" pitchFamily="34" charset="-122"/>
              </a:defRPr>
            </a:lvl2pPr>
            <a:lvl3pPr>
              <a:defRPr sz="800">
                <a:latin typeface="微软雅黑" panose="020B0503020204020204" pitchFamily="34" charset="-122"/>
                <a:ea typeface="微软雅黑" panose="020B0503020204020204" pitchFamily="34" charset="-122"/>
              </a:defRPr>
            </a:lvl3pPr>
            <a:lvl4pPr>
              <a:defRPr sz="800">
                <a:latin typeface="微软雅黑" panose="020B0503020204020204" pitchFamily="34" charset="-122"/>
                <a:ea typeface="微软雅黑" panose="020B0503020204020204" pitchFamily="34" charset="-122"/>
              </a:defRPr>
            </a:lvl4pPr>
            <a:lvl5pPr>
              <a:defRPr sz="800">
                <a:latin typeface="微软雅黑" panose="020B0503020204020204" pitchFamily="34" charset="-122"/>
                <a:ea typeface="微软雅黑" panose="020B0503020204020204" pitchFamily="34" charset="-122"/>
              </a:defRPr>
            </a:lvl5pPr>
          </a:lstStyle>
          <a:p>
            <a:r>
              <a:rPr lang="zh-CN" altLang="en-US">
                <a:latin typeface="黑体" pitchFamily="49" charset="-122"/>
                <a:ea typeface="黑体" pitchFamily="49" charset="-122"/>
              </a:rPr>
              <a:t>* 正文：单击此处编辑中文字体：微软雅黑</a:t>
            </a:r>
            <a:r>
              <a:rPr lang="en-US" altLang="zh-CN">
                <a:latin typeface="黑体" pitchFamily="49" charset="-122"/>
                <a:ea typeface="黑体" pitchFamily="49" charset="-122"/>
              </a:rPr>
              <a:t>Light </a:t>
            </a:r>
            <a:r>
              <a:rPr lang="zh-CN" altLang="en-US">
                <a:latin typeface="黑体" pitchFamily="49" charset="-122"/>
                <a:ea typeface="黑体" pitchFamily="49" charset="-122"/>
              </a:rPr>
              <a:t> </a:t>
            </a:r>
            <a:r>
              <a:rPr lang="en-US" altLang="zh-CN">
                <a:latin typeface="黑体" pitchFamily="49" charset="-122"/>
                <a:ea typeface="黑体" pitchFamily="49" charset="-122"/>
              </a:rPr>
              <a:t>8pt </a:t>
            </a:r>
            <a:r>
              <a:rPr lang="zh-CN" altLang="en-US">
                <a:latin typeface="黑体" pitchFamily="49" charset="-122"/>
                <a:ea typeface="黑体" pitchFamily="49" charset="-122"/>
              </a:rPr>
              <a:t>白色 </a:t>
            </a:r>
            <a:r>
              <a:rPr lang="zh-CN" altLang="en-US">
                <a:latin typeface="微软雅黑 Light" pitchFamily="34" charset="-122"/>
                <a:ea typeface="微软雅黑 Light" pitchFamily="34" charset="-122"/>
              </a:rPr>
              <a:t>左对齐</a:t>
            </a:r>
            <a:r>
              <a:rPr lang="zh-CN" altLang="en-US">
                <a:latin typeface="黑体" pitchFamily="49" charset="-122"/>
                <a:ea typeface="黑体" pitchFamily="49" charset="-122"/>
              </a:rPr>
              <a:t> 行距设计值</a:t>
            </a:r>
            <a:r>
              <a:rPr lang="en-US" altLang="zh-CN">
                <a:latin typeface="黑体" pitchFamily="49" charset="-122"/>
                <a:ea typeface="黑体" pitchFamily="49" charset="-122"/>
              </a:rPr>
              <a:t>12</a:t>
            </a:r>
            <a:r>
              <a:rPr lang="zh-CN" altLang="en-US">
                <a:latin typeface="黑体" pitchFamily="49" charset="-122"/>
                <a:ea typeface="黑体" pitchFamily="49" charset="-122"/>
              </a:rPr>
              <a:t>磅 段前：</a:t>
            </a:r>
            <a:r>
              <a:rPr lang="en-US" altLang="zh-CN">
                <a:latin typeface="黑体" pitchFamily="49" charset="-122"/>
                <a:ea typeface="黑体" pitchFamily="49" charset="-122"/>
              </a:rPr>
              <a:t>0</a:t>
            </a:r>
            <a:r>
              <a:rPr lang="zh-CN" altLang="en-US">
                <a:latin typeface="黑体" pitchFamily="49" charset="-122"/>
                <a:ea typeface="黑体" pitchFamily="49" charset="-122"/>
              </a:rPr>
              <a:t>磅 段后：</a:t>
            </a:r>
            <a:r>
              <a:rPr lang="en-US" altLang="zh-CN">
                <a:latin typeface="黑体" pitchFamily="49" charset="-122"/>
                <a:ea typeface="黑体" pitchFamily="49" charset="-122"/>
              </a:rPr>
              <a:t>5</a:t>
            </a:r>
            <a:r>
              <a:rPr lang="zh-CN" altLang="en-US">
                <a:latin typeface="黑体" pitchFamily="49" charset="-122"/>
                <a:ea typeface="黑体" pitchFamily="49" charset="-122"/>
              </a:rPr>
              <a:t>磅 左对齐 整体中间对齐</a:t>
            </a:r>
            <a:endParaRPr lang="zh-CN" altLang="en-US" dirty="0">
              <a:latin typeface="黑体" pitchFamily="49" charset="-122"/>
              <a:ea typeface="黑体" pitchFamily="49" charset="-122"/>
            </a:endParaRPr>
          </a:p>
        </p:txBody>
      </p:sp>
      <p:sp>
        <p:nvSpPr>
          <p:cNvPr id="40" name="内容占位符 39"/>
          <p:cNvSpPr>
            <a:spLocks noGrp="1"/>
          </p:cNvSpPr>
          <p:nvPr>
            <p:ph sz="quarter" idx="24" hasCustomPrompt="1"/>
          </p:nvPr>
        </p:nvSpPr>
        <p:spPr>
          <a:xfrm>
            <a:off x="7462785" y="2571750"/>
            <a:ext cx="1173061" cy="1613422"/>
          </a:xfrm>
          <a:prstGeom prst="rect">
            <a:avLst/>
          </a:prstGeom>
        </p:spPr>
        <p:txBody>
          <a:bodyPr>
            <a:noAutofit/>
          </a:bodyPr>
          <a:lstStyle>
            <a:lvl1pPr marL="0" indent="0">
              <a:lnSpc>
                <a:spcPts val="1200"/>
              </a:lnSpc>
              <a:spcBef>
                <a:spcPts val="0"/>
              </a:spcBef>
              <a:spcAft>
                <a:spcPts val="500"/>
              </a:spcAft>
              <a:buNone/>
              <a:defRPr sz="800">
                <a:solidFill>
                  <a:schemeClr val="bg1"/>
                </a:solidFill>
                <a:latin typeface="+mn-lt"/>
                <a:ea typeface="+mj-ea"/>
              </a:defRPr>
            </a:lvl1pPr>
            <a:lvl2pPr>
              <a:defRPr sz="800">
                <a:solidFill>
                  <a:schemeClr val="bg1"/>
                </a:solidFill>
                <a:latin typeface="+mj-ea"/>
                <a:ea typeface="+mj-ea"/>
              </a:defRPr>
            </a:lvl2pPr>
            <a:lvl3pPr>
              <a:defRPr sz="800">
                <a:solidFill>
                  <a:schemeClr val="bg1"/>
                </a:solidFill>
                <a:latin typeface="+mj-ea"/>
                <a:ea typeface="+mj-ea"/>
              </a:defRPr>
            </a:lvl3pPr>
            <a:lvl4pPr>
              <a:defRPr sz="800">
                <a:solidFill>
                  <a:schemeClr val="bg1"/>
                </a:solidFill>
                <a:latin typeface="+mj-ea"/>
                <a:ea typeface="+mj-ea"/>
              </a:defRPr>
            </a:lvl4pPr>
            <a:lvl5pPr>
              <a:defRPr sz="800">
                <a:solidFill>
                  <a:schemeClr val="bg1"/>
                </a:solidFill>
                <a:latin typeface="+mj-ea"/>
                <a:ea typeface="+mj-ea"/>
              </a:defRPr>
            </a:lvl5pPr>
          </a:lstStyle>
          <a:p>
            <a:r>
              <a:rPr lang="en-US" altLang="zh-CN">
                <a:latin typeface="Georgia" pitchFamily="18" charset="0"/>
                <a:ea typeface="微软雅黑" panose="020B0503020204020204" pitchFamily="34" charset="-122"/>
                <a:cs typeface="Arial" pitchFamily="34" charset="0"/>
              </a:rPr>
              <a:t>* Text: Click here to edit the English font: Georgia 8pt White Left-justified line-spacing Design value 12 pt ago: 0 pt Segment: 5 pt Left-aligned center-aligned</a:t>
            </a:r>
            <a:endParaRPr lang="en-US" altLang="zh-CN" dirty="0">
              <a:latin typeface="Georgia" pitchFamily="18" charset="0"/>
              <a:ea typeface="微软雅黑" panose="020B0503020204020204" pitchFamily="34" charset="-122"/>
              <a:cs typeface="Arial" pitchFamily="34" charset="0"/>
            </a:endParaRPr>
          </a:p>
        </p:txBody>
      </p:sp>
      <p:sp>
        <p:nvSpPr>
          <p:cNvPr id="41" name="文本占位符 2"/>
          <p:cNvSpPr>
            <a:spLocks noGrp="1"/>
          </p:cNvSpPr>
          <p:nvPr>
            <p:ph type="body" idx="1"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dirty="0">
                <a:latin typeface="Georgia" pitchFamily="18" charset="0"/>
                <a:ea typeface="微软雅黑" panose="020B0503020204020204" pitchFamily="34" charset="-122"/>
                <a:cs typeface="Arial" pitchFamily="34" charset="0"/>
              </a:rPr>
              <a:t>Add the English title here（ Fonts Georgia 18pt）</a:t>
            </a:r>
          </a:p>
        </p:txBody>
      </p:sp>
      <p:sp>
        <p:nvSpPr>
          <p:cNvPr id="42" name="标题 1"/>
          <p:cNvSpPr>
            <a:spLocks noGrp="1"/>
          </p:cNvSpPr>
          <p:nvPr>
            <p:ph type="title" hasCustomPrompt="1"/>
          </p:nvPr>
        </p:nvSpPr>
        <p:spPr>
          <a:xfrm>
            <a:off x="395536" y="123479"/>
            <a:ext cx="6192688" cy="432048"/>
          </a:xfrm>
          <a:prstGeom prst="rect">
            <a:avLst/>
          </a:prstGeom>
        </p:spPr>
        <p:txBody>
          <a:bodyPr anchor="t">
            <a:noAutofit/>
          </a:bodyPr>
          <a:lstStyle>
            <a:lvl1pPr algn="l">
              <a:defRPr sz="2800" baseline="0">
                <a:solidFill>
                  <a:srgbClr val="2E5C9E"/>
                </a:solidFill>
                <a:latin typeface="微软雅黑" panose="020B0503020204020204" pitchFamily="34" charset="-122"/>
                <a:ea typeface="微软雅黑" panose="020B0503020204020204" pitchFamily="34" charset="-122"/>
              </a:defRPr>
            </a:lvl1pPr>
          </a:lstStyle>
          <a:p>
            <a:r>
              <a:rPr lang="zh-CN" altLang="en-US" dirty="0">
                <a:latin typeface="黑体" pitchFamily="49" charset="-122"/>
                <a:ea typeface="黑体" pitchFamily="49" charset="-122"/>
              </a:rPr>
              <a:t>单击添加标题（字体黑体 </a:t>
            </a:r>
            <a:r>
              <a:rPr lang="en-US" altLang="zh-CN" dirty="0">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43" name="内容占位符 39"/>
          <p:cNvSpPr>
            <a:spLocks noGrp="1"/>
          </p:cNvSpPr>
          <p:nvPr>
            <p:ph sz="quarter" idx="25" hasCustomPrompt="1"/>
          </p:nvPr>
        </p:nvSpPr>
        <p:spPr>
          <a:xfrm>
            <a:off x="395536" y="2859782"/>
            <a:ext cx="6860659" cy="2107255"/>
          </a:xfrm>
          <a:prstGeom prst="rect">
            <a:avLst/>
          </a:prstGeom>
        </p:spPr>
        <p:txBody>
          <a:bodyPr>
            <a:noAutofit/>
          </a:bodyPr>
          <a:lstStyle>
            <a:lvl1pPr marL="0" indent="0">
              <a:lnSpc>
                <a:spcPts val="2000"/>
              </a:lnSpc>
              <a:spcBef>
                <a:spcPts val="0"/>
              </a:spcBef>
              <a:spcAft>
                <a:spcPts val="500"/>
              </a:spcAft>
              <a:buNone/>
              <a:defRPr sz="1300">
                <a:solidFill>
                  <a:srgbClr val="656464"/>
                </a:solidFill>
                <a:latin typeface="+mn-lt"/>
                <a:ea typeface="+mj-ea"/>
              </a:defRPr>
            </a:lvl1pPr>
            <a:lvl2pPr>
              <a:defRPr sz="800">
                <a:solidFill>
                  <a:schemeClr val="bg1"/>
                </a:solidFill>
                <a:latin typeface="+mj-ea"/>
                <a:ea typeface="+mj-ea"/>
              </a:defRPr>
            </a:lvl2pPr>
            <a:lvl3pPr>
              <a:defRPr sz="800">
                <a:solidFill>
                  <a:schemeClr val="bg1"/>
                </a:solidFill>
                <a:latin typeface="+mj-ea"/>
                <a:ea typeface="+mj-ea"/>
              </a:defRPr>
            </a:lvl3pPr>
            <a:lvl4pPr>
              <a:defRPr sz="800">
                <a:solidFill>
                  <a:schemeClr val="bg1"/>
                </a:solidFill>
                <a:latin typeface="+mj-ea"/>
                <a:ea typeface="+mj-ea"/>
              </a:defRPr>
            </a:lvl4pPr>
            <a:lvl5pPr>
              <a:defRPr sz="800">
                <a:solidFill>
                  <a:schemeClr val="bg1"/>
                </a:solidFill>
                <a:latin typeface="+mj-ea"/>
                <a:ea typeface="+mj-ea"/>
              </a:defRPr>
            </a:lvl5pPr>
          </a:lstStyle>
          <a:p>
            <a:r>
              <a:rPr lang="en-US" altLang="zh-CN" dirty="0">
                <a:latin typeface="Georgia" pitchFamily="18" charset="0"/>
                <a:ea typeface="微软雅黑" panose="020B0503020204020204" pitchFamily="34" charset="-122"/>
                <a:cs typeface="Arial" pitchFamily="34" charset="0"/>
              </a:rPr>
              <a:t>Text: Click here to edit English font Georgia 13pt 75% Gray Left Justified Line spacing Design value 20 pts Before: 0 pt After: 5 pt Left Justified</a:t>
            </a:r>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13"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970360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文字横版加备注">
    <p:spTree>
      <p:nvGrpSpPr>
        <p:cNvPr id="1" name=""/>
        <p:cNvGrpSpPr/>
        <p:nvPr/>
      </p:nvGrpSpPr>
      <p:grpSpPr>
        <a:xfrm>
          <a:off x="0" y="0"/>
          <a:ext cx="0" cy="0"/>
          <a:chOff x="0" y="0"/>
          <a:chExt cx="0" cy="0"/>
        </a:xfrm>
      </p:grpSpPr>
      <p:sp>
        <p:nvSpPr>
          <p:cNvPr id="12" name="圆角矩形 11"/>
          <p:cNvSpPr/>
          <p:nvPr userDrawn="1"/>
        </p:nvSpPr>
        <p:spPr>
          <a:xfrm>
            <a:off x="4499992" y="4189650"/>
            <a:ext cx="4248453" cy="758364"/>
          </a:xfrm>
          <a:prstGeom prst="round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内容占位符 35"/>
          <p:cNvSpPr>
            <a:spLocks noGrp="1"/>
          </p:cNvSpPr>
          <p:nvPr>
            <p:ph sz="quarter" idx="21" hasCustomPrompt="1"/>
          </p:nvPr>
        </p:nvSpPr>
        <p:spPr>
          <a:xfrm>
            <a:off x="4500562" y="4227934"/>
            <a:ext cx="4247883" cy="360040"/>
          </a:xfrm>
          <a:prstGeom prst="rect">
            <a:avLst/>
          </a:prstGeom>
        </p:spPr>
        <p:txBody>
          <a:bodyPr>
            <a:normAutofit/>
          </a:bodyPr>
          <a:lstStyle>
            <a:lvl1pPr marL="0" indent="0">
              <a:lnSpc>
                <a:spcPts val="1200"/>
              </a:lnSpc>
              <a:spcBef>
                <a:spcPts val="0"/>
              </a:spcBef>
              <a:spcAft>
                <a:spcPts val="500"/>
              </a:spcAft>
              <a:buNone/>
              <a:defRPr sz="800">
                <a:solidFill>
                  <a:schemeClr val="bg1"/>
                </a:solidFill>
                <a:latin typeface="微软雅黑" panose="020B0503020204020204" pitchFamily="34" charset="-122"/>
                <a:ea typeface="微软雅黑" panose="020B0503020204020204" pitchFamily="34" charset="-122"/>
              </a:defRPr>
            </a:lvl1pPr>
            <a:lvl2pPr>
              <a:defRPr sz="800">
                <a:latin typeface="微软雅黑" panose="020B0503020204020204" pitchFamily="34" charset="-122"/>
                <a:ea typeface="微软雅黑" panose="020B0503020204020204" pitchFamily="34" charset="-122"/>
              </a:defRPr>
            </a:lvl2pPr>
            <a:lvl3pPr>
              <a:defRPr sz="800">
                <a:latin typeface="微软雅黑" panose="020B0503020204020204" pitchFamily="34" charset="-122"/>
                <a:ea typeface="微软雅黑" panose="020B0503020204020204" pitchFamily="34" charset="-122"/>
              </a:defRPr>
            </a:lvl3pPr>
            <a:lvl4pPr>
              <a:defRPr sz="800">
                <a:latin typeface="微软雅黑" panose="020B0503020204020204" pitchFamily="34" charset="-122"/>
                <a:ea typeface="微软雅黑" panose="020B0503020204020204" pitchFamily="34" charset="-122"/>
              </a:defRPr>
            </a:lvl4pPr>
            <a:lvl5pPr>
              <a:defRPr sz="800">
                <a:latin typeface="微软雅黑" panose="020B0503020204020204" pitchFamily="34" charset="-122"/>
                <a:ea typeface="微软雅黑" panose="020B0503020204020204" pitchFamily="34" charset="-122"/>
              </a:defRPr>
            </a:lvl5pPr>
          </a:lstStyle>
          <a:p>
            <a:r>
              <a:rPr lang="zh-CN" altLang="en-US">
                <a:latin typeface="微软雅黑 Light" pitchFamily="34" charset="-122"/>
                <a:ea typeface="微软雅黑 Light" pitchFamily="34" charset="-122"/>
              </a:rPr>
              <a:t>* 正文：单击此处编辑中文字体：微软雅黑</a:t>
            </a:r>
            <a:r>
              <a:rPr lang="en-US" altLang="zh-CN">
                <a:latin typeface="微软雅黑 Light" pitchFamily="34" charset="-122"/>
                <a:ea typeface="微软雅黑 Light" pitchFamily="34" charset="-122"/>
              </a:rPr>
              <a:t>Light </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8pt </a:t>
            </a:r>
            <a:r>
              <a:rPr lang="zh-CN" altLang="en-US">
                <a:latin typeface="微软雅黑 Light" pitchFamily="34" charset="-122"/>
                <a:ea typeface="微软雅黑 Light" pitchFamily="34" charset="-122"/>
              </a:rPr>
              <a:t>白色 左对齐 行距设计值</a:t>
            </a:r>
            <a:r>
              <a:rPr lang="en-US" altLang="zh-CN">
                <a:latin typeface="微软雅黑 Light" pitchFamily="34" charset="-122"/>
                <a:ea typeface="微软雅黑 Light" pitchFamily="34" charset="-122"/>
              </a:rPr>
              <a:t>12</a:t>
            </a:r>
            <a:r>
              <a:rPr lang="zh-CN" altLang="en-US">
                <a:latin typeface="微软雅黑 Light" pitchFamily="34" charset="-122"/>
                <a:ea typeface="微软雅黑 Light" pitchFamily="34" charset="-122"/>
              </a:rPr>
              <a:t>磅 段前：</a:t>
            </a:r>
            <a:r>
              <a:rPr lang="en-US" altLang="zh-CN">
                <a:latin typeface="微软雅黑 Light" pitchFamily="34" charset="-122"/>
                <a:ea typeface="微软雅黑 Light" pitchFamily="34" charset="-122"/>
              </a:rPr>
              <a:t>0</a:t>
            </a:r>
            <a:r>
              <a:rPr lang="zh-CN" altLang="en-US">
                <a:latin typeface="微软雅黑 Light" pitchFamily="34" charset="-122"/>
                <a:ea typeface="微软雅黑 Light" pitchFamily="34" charset="-122"/>
              </a:rPr>
              <a:t>磅 段后：</a:t>
            </a:r>
            <a:r>
              <a:rPr lang="en-US" altLang="zh-CN">
                <a:latin typeface="微软雅黑 Light" pitchFamily="34" charset="-122"/>
                <a:ea typeface="微软雅黑 Light" pitchFamily="34" charset="-122"/>
              </a:rPr>
              <a:t>5</a:t>
            </a:r>
            <a:r>
              <a:rPr lang="zh-CN" altLang="en-US">
                <a:latin typeface="微软雅黑 Light" pitchFamily="34" charset="-122"/>
                <a:ea typeface="微软雅黑 Light" pitchFamily="34" charset="-122"/>
              </a:rPr>
              <a:t>磅 左对齐 整体中间对齐</a:t>
            </a:r>
            <a:endParaRPr lang="zh-CN" altLang="en-US" dirty="0">
              <a:latin typeface="微软雅黑 Light" pitchFamily="34" charset="-122"/>
              <a:ea typeface="微软雅黑 Light" pitchFamily="34" charset="-122"/>
            </a:endParaRPr>
          </a:p>
        </p:txBody>
      </p:sp>
      <p:sp>
        <p:nvSpPr>
          <p:cNvPr id="6" name="文本占位符 2"/>
          <p:cNvSpPr>
            <a:spLocks noGrp="1"/>
          </p:cNvSpPr>
          <p:nvPr>
            <p:ph type="body" idx="1"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dirty="0">
                <a:latin typeface="Georgia" pitchFamily="18" charset="0"/>
                <a:ea typeface="微软雅黑" panose="020B0503020204020204" pitchFamily="34" charset="-122"/>
                <a:cs typeface="Arial" pitchFamily="34" charset="0"/>
              </a:rPr>
              <a:t>Add the English title here（ Fonts Georgia 18pt）</a:t>
            </a:r>
          </a:p>
        </p:txBody>
      </p:sp>
      <p:sp>
        <p:nvSpPr>
          <p:cNvPr id="7" name="标题 1"/>
          <p:cNvSpPr>
            <a:spLocks noGrp="1"/>
          </p:cNvSpPr>
          <p:nvPr>
            <p:ph type="title" hasCustomPrompt="1"/>
          </p:nvPr>
        </p:nvSpPr>
        <p:spPr>
          <a:xfrm>
            <a:off x="395536" y="123479"/>
            <a:ext cx="6192688" cy="432048"/>
          </a:xfrm>
          <a:prstGeom prst="rect">
            <a:avLst/>
          </a:prstGeom>
        </p:spPr>
        <p:txBody>
          <a:bodyPr anchor="t">
            <a:noAutofit/>
          </a:bodyPr>
          <a:lstStyle>
            <a:lvl1pPr algn="l">
              <a:defRPr sz="2800" baseline="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单击添加标题（字体黑体 </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10" name="内容占位符 3"/>
          <p:cNvSpPr>
            <a:spLocks noGrp="1"/>
          </p:cNvSpPr>
          <p:nvPr>
            <p:ph sz="half" idx="16" hasCustomPrompt="1"/>
          </p:nvPr>
        </p:nvSpPr>
        <p:spPr>
          <a:xfrm>
            <a:off x="395536" y="1202050"/>
            <a:ext cx="3960440" cy="1729740"/>
          </a:xfrm>
          <a:prstGeom prst="rect">
            <a:avLst/>
          </a:prstGeom>
        </p:spPr>
        <p:txBody>
          <a:bodyPr>
            <a:normAutofit/>
          </a:bodyPr>
          <a:lstStyle>
            <a:lvl1pPr marL="0" marR="0" indent="0" algn="l" defTabSz="914400" rtl="0" eaLnBrk="1" fontAlgn="auto" latinLnBrk="0" hangingPunct="1">
              <a:lnSpc>
                <a:spcPts val="2000"/>
              </a:lnSpc>
              <a:spcBef>
                <a:spcPts val="0"/>
              </a:spcBef>
              <a:spcAft>
                <a:spcPts val="500"/>
              </a:spcAft>
              <a:buClrTx/>
              <a:buSzTx/>
              <a:buFont typeface="Arial" pitchFamily="34" charset="0"/>
              <a:buNone/>
              <a:tabLst/>
              <a:defRPr sz="1300" baseline="0">
                <a:solidFill>
                  <a:srgbClr val="656464"/>
                </a:solidFill>
                <a:latin typeface="+mn-lt"/>
                <a:ea typeface="微软雅黑" panose="020B0503020204020204" pitchFamily="34" charset="-122"/>
              </a:defRPr>
            </a:lvl1pPr>
            <a:lvl2pPr marL="457200" indent="0">
              <a:buNone/>
              <a:defRPr sz="1300" baseline="0">
                <a:solidFill>
                  <a:srgbClr val="656464"/>
                </a:solidFill>
                <a:latin typeface="+mn-lt"/>
                <a:ea typeface="微软雅黑" panose="020B0503020204020204" pitchFamily="34" charset="-122"/>
              </a:defRPr>
            </a:lvl2pPr>
            <a:lvl3pPr marL="914400" indent="0">
              <a:buNone/>
              <a:defRPr sz="1300" baseline="0">
                <a:solidFill>
                  <a:srgbClr val="656464"/>
                </a:solidFill>
                <a:latin typeface="+mn-lt"/>
                <a:ea typeface="微软雅黑" panose="020B0503020204020204" pitchFamily="34" charset="-122"/>
              </a:defRPr>
            </a:lvl3pPr>
            <a:lvl4pPr marL="1371600" indent="0">
              <a:buNone/>
              <a:defRPr sz="1300" baseline="0">
                <a:solidFill>
                  <a:srgbClr val="656464"/>
                </a:solidFill>
                <a:latin typeface="+mn-lt"/>
                <a:ea typeface="微软雅黑" panose="020B0503020204020204" pitchFamily="34" charset="-122"/>
              </a:defRPr>
            </a:lvl4pPr>
            <a:lvl5pPr marL="1828800" indent="0">
              <a:buNone/>
              <a:defRPr sz="1300" baseline="0">
                <a:solidFill>
                  <a:srgbClr val="656464"/>
                </a:solidFill>
                <a:latin typeface="+mn-lt"/>
                <a:ea typeface="微软雅黑" panose="020B0503020204020204" pitchFamily="34" charset="-122"/>
              </a:defRPr>
            </a:lvl5pPr>
            <a:lvl6pPr>
              <a:defRPr sz="1600"/>
            </a:lvl6pPr>
            <a:lvl7pPr>
              <a:defRPr sz="1600"/>
            </a:lvl7pPr>
            <a:lvl8pPr>
              <a:defRPr sz="1600"/>
            </a:lvl8pPr>
            <a:lvl9pPr>
              <a:defRPr sz="1600"/>
            </a:lvl9pPr>
          </a:lstStyle>
          <a:p>
            <a:r>
              <a:rPr lang="zh-CN" altLang="en-US">
                <a:latin typeface="微软雅黑 Light" pitchFamily="34" charset="-122"/>
                <a:ea typeface="微软雅黑 Light" pitchFamily="34" charset="-122"/>
              </a:rPr>
              <a:t>正文：单击此处编辑中文字体 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 左对齐行距设计值</a:t>
            </a:r>
            <a:r>
              <a:rPr lang="en-US" altLang="zh-CN">
                <a:latin typeface="微软雅黑 Light" pitchFamily="34" charset="-122"/>
                <a:ea typeface="微软雅黑 Light" pitchFamily="34" charset="-122"/>
              </a:rPr>
              <a:t>20</a:t>
            </a:r>
            <a:r>
              <a:rPr lang="zh-CN" altLang="en-US">
                <a:latin typeface="微软雅黑 Light" pitchFamily="34" charset="-122"/>
                <a:ea typeface="微软雅黑 Light" pitchFamily="34" charset="-122"/>
              </a:rPr>
              <a:t>磅 段前：</a:t>
            </a:r>
            <a:r>
              <a:rPr lang="en-US" altLang="zh-CN">
                <a:latin typeface="微软雅黑 Light" pitchFamily="34" charset="-122"/>
                <a:ea typeface="微软雅黑 Light" pitchFamily="34" charset="-122"/>
              </a:rPr>
              <a:t>0</a:t>
            </a:r>
            <a:r>
              <a:rPr lang="zh-CN" altLang="en-US">
                <a:latin typeface="微软雅黑 Light" pitchFamily="34" charset="-122"/>
                <a:ea typeface="微软雅黑 Light" pitchFamily="34" charset="-122"/>
              </a:rPr>
              <a:t>磅 段后：</a:t>
            </a:r>
            <a:r>
              <a:rPr lang="en-US" altLang="zh-CN">
                <a:latin typeface="微软雅黑 Light" pitchFamily="34" charset="-122"/>
                <a:ea typeface="微软雅黑 Light" pitchFamily="34" charset="-122"/>
              </a:rPr>
              <a:t>5</a:t>
            </a:r>
            <a:r>
              <a:rPr lang="zh-CN" altLang="en-US">
                <a:latin typeface="微软雅黑 Light" pitchFamily="34" charset="-122"/>
                <a:ea typeface="微软雅黑 Light" pitchFamily="34" charset="-122"/>
              </a:rPr>
              <a:t>磅 整体左对齐</a:t>
            </a:r>
            <a:endParaRPr lang="zh-CN" altLang="en-US" dirty="0">
              <a:latin typeface="微软雅黑 Light" pitchFamily="34" charset="-122"/>
              <a:ea typeface="微软雅黑 Light" pitchFamily="34" charset="-122"/>
            </a:endParaRPr>
          </a:p>
        </p:txBody>
      </p:sp>
      <p:sp>
        <p:nvSpPr>
          <p:cNvPr id="24" name="内容占位符 23"/>
          <p:cNvSpPr>
            <a:spLocks noGrp="1"/>
          </p:cNvSpPr>
          <p:nvPr>
            <p:ph sz="quarter" idx="22" hasCustomPrompt="1"/>
          </p:nvPr>
        </p:nvSpPr>
        <p:spPr>
          <a:xfrm>
            <a:off x="4499991" y="1491629"/>
            <a:ext cx="4391918" cy="1062709"/>
          </a:xfrm>
          <a:prstGeom prst="rect">
            <a:avLst/>
          </a:prstGeom>
        </p:spPr>
        <p:txBody>
          <a:bodyPr>
            <a:noAutofit/>
          </a:bodyPr>
          <a:lstStyle>
            <a:lvl1pPr marL="0" indent="0">
              <a:lnSpc>
                <a:spcPts val="2000"/>
              </a:lnSpc>
              <a:buNone/>
              <a:defRPr sz="1300" baseline="0">
                <a:solidFill>
                  <a:srgbClr val="656464"/>
                </a:solidFill>
                <a:latin typeface="+mj-ea"/>
                <a:ea typeface="+mj-ea"/>
              </a:defRPr>
            </a:lvl1pPr>
            <a:lvl2pPr>
              <a:defRPr sz="1300">
                <a:solidFill>
                  <a:srgbClr val="656464"/>
                </a:solidFill>
                <a:latin typeface="+mj-ea"/>
                <a:ea typeface="+mj-ea"/>
              </a:defRPr>
            </a:lvl2pPr>
            <a:lvl3pPr>
              <a:defRPr sz="1300">
                <a:solidFill>
                  <a:srgbClr val="656464"/>
                </a:solidFill>
                <a:latin typeface="+mj-ea"/>
                <a:ea typeface="+mj-ea"/>
              </a:defRPr>
            </a:lvl3pPr>
            <a:lvl4pPr>
              <a:defRPr sz="1300">
                <a:solidFill>
                  <a:srgbClr val="656464"/>
                </a:solidFill>
                <a:latin typeface="+mj-ea"/>
                <a:ea typeface="+mj-ea"/>
              </a:defRPr>
            </a:lvl4pPr>
            <a:lvl5pPr>
              <a:defRPr sz="1300">
                <a:solidFill>
                  <a:srgbClr val="656464"/>
                </a:solidFill>
                <a:latin typeface="+mj-ea"/>
                <a:ea typeface="+mj-ea"/>
              </a:defRPr>
            </a:lvl5pPr>
          </a:lstStyle>
          <a:p>
            <a:r>
              <a:rPr lang="zh-CN" altLang="en-US">
                <a:latin typeface="微软雅黑 Light" pitchFamily="34" charset="-122"/>
                <a:ea typeface="微软雅黑 Light" pitchFamily="34" charset="-122"/>
              </a:rPr>
              <a:t>正文：单击此处编辑中文字体微软雅黑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a:t>
            </a:r>
            <a:endParaRPr lang="en-US" altLang="zh-CN" dirty="0">
              <a:latin typeface="微软雅黑 Light" pitchFamily="34" charset="-122"/>
              <a:ea typeface="微软雅黑 Light" pitchFamily="34" charset="-122"/>
            </a:endParaRPr>
          </a:p>
        </p:txBody>
      </p:sp>
      <p:sp>
        <p:nvSpPr>
          <p:cNvPr id="28" name="内容占位符 25"/>
          <p:cNvSpPr>
            <a:spLocks noGrp="1"/>
          </p:cNvSpPr>
          <p:nvPr>
            <p:ph sz="quarter" idx="25" hasCustomPrompt="1"/>
          </p:nvPr>
        </p:nvSpPr>
        <p:spPr>
          <a:xfrm>
            <a:off x="4500562" y="2981634"/>
            <a:ext cx="4391918" cy="1152128"/>
          </a:xfrm>
          <a:prstGeom prst="rect">
            <a:avLst/>
          </a:prstGeom>
        </p:spPr>
        <p:txBody>
          <a:bodyPr>
            <a:noAutofit/>
          </a:bodyPr>
          <a:lstStyle>
            <a:lvl1pPr marL="0" indent="0">
              <a:buNone/>
              <a:defRPr sz="1300" baseline="0">
                <a:solidFill>
                  <a:srgbClr val="656464"/>
                </a:solidFill>
                <a:latin typeface="+mn-lt"/>
                <a:ea typeface="+mj-ea"/>
              </a:defRPr>
            </a:lvl1pPr>
            <a:lvl2pPr>
              <a:defRPr sz="1300">
                <a:solidFill>
                  <a:srgbClr val="656464"/>
                </a:solidFill>
                <a:latin typeface="+mj-ea"/>
                <a:ea typeface="+mj-ea"/>
              </a:defRPr>
            </a:lvl2pPr>
            <a:lvl3pPr>
              <a:defRPr sz="1300">
                <a:solidFill>
                  <a:srgbClr val="656464"/>
                </a:solidFill>
                <a:latin typeface="+mj-ea"/>
                <a:ea typeface="+mj-ea"/>
              </a:defRPr>
            </a:lvl3pPr>
            <a:lvl4pPr>
              <a:defRPr sz="1300">
                <a:solidFill>
                  <a:srgbClr val="656464"/>
                </a:solidFill>
                <a:latin typeface="+mj-ea"/>
                <a:ea typeface="+mj-ea"/>
              </a:defRPr>
            </a:lvl4pPr>
            <a:lvl5pPr>
              <a:defRPr sz="1300">
                <a:solidFill>
                  <a:srgbClr val="656464"/>
                </a:solidFill>
                <a:latin typeface="+mj-ea"/>
                <a:ea typeface="+mj-ea"/>
              </a:defRPr>
            </a:lvl5pPr>
          </a:lstStyle>
          <a:p>
            <a:r>
              <a:rPr lang="en-US" altLang="zh-CN">
                <a:latin typeface="Georgia" pitchFamily="18" charset="0"/>
                <a:ea typeface="微软雅黑" panose="020B0503020204020204" pitchFamily="34" charset="-122"/>
                <a:cs typeface="Arial" pitchFamily="34" charset="0"/>
              </a:rPr>
              <a:t>Text: Click here to edit English font Georgia 13pt 75% gray</a:t>
            </a:r>
            <a:endParaRPr lang="en-US" altLang="zh-CN" dirty="0">
              <a:latin typeface="Georgia" pitchFamily="18" charset="0"/>
              <a:ea typeface="微软雅黑" panose="020B0503020204020204" pitchFamily="34" charset="-122"/>
              <a:cs typeface="Arial" pitchFamily="34" charset="0"/>
            </a:endParaRPr>
          </a:p>
        </p:txBody>
      </p:sp>
      <p:sp>
        <p:nvSpPr>
          <p:cNvPr id="32" name="内容占位符 31"/>
          <p:cNvSpPr>
            <a:spLocks noGrp="1"/>
          </p:cNvSpPr>
          <p:nvPr>
            <p:ph sz="quarter" idx="26" hasCustomPrompt="1"/>
          </p:nvPr>
        </p:nvSpPr>
        <p:spPr>
          <a:xfrm>
            <a:off x="4500562" y="4587974"/>
            <a:ext cx="4247674" cy="360040"/>
          </a:xfrm>
          <a:prstGeom prst="rect">
            <a:avLst/>
          </a:prstGeom>
        </p:spPr>
        <p:txBody>
          <a:bodyPr>
            <a:noAutofit/>
          </a:bodyPr>
          <a:lstStyle>
            <a:lvl1pPr marL="0" indent="0">
              <a:buNone/>
              <a:defRPr sz="800" baseline="0">
                <a:solidFill>
                  <a:schemeClr val="bg1"/>
                </a:solidFill>
                <a:latin typeface="+mn-lt"/>
              </a:defRPr>
            </a:lvl1pPr>
            <a:lvl2pPr>
              <a:defRPr sz="800">
                <a:solidFill>
                  <a:schemeClr val="bg1"/>
                </a:solidFill>
                <a:latin typeface="+mn-lt"/>
              </a:defRPr>
            </a:lvl2pPr>
            <a:lvl3pPr>
              <a:defRPr sz="800">
                <a:solidFill>
                  <a:schemeClr val="bg1"/>
                </a:solidFill>
                <a:latin typeface="+mn-lt"/>
              </a:defRPr>
            </a:lvl3pPr>
            <a:lvl4pPr>
              <a:defRPr sz="800">
                <a:solidFill>
                  <a:schemeClr val="bg1"/>
                </a:solidFill>
                <a:latin typeface="+mn-lt"/>
              </a:defRPr>
            </a:lvl4pPr>
            <a:lvl5pPr>
              <a:defRPr sz="800">
                <a:solidFill>
                  <a:schemeClr val="bg1"/>
                </a:solidFill>
                <a:latin typeface="+mn-lt"/>
              </a:defRPr>
            </a:lvl5pPr>
          </a:lstStyle>
          <a:p>
            <a:r>
              <a:rPr lang="en-US" altLang="zh-CN">
                <a:latin typeface="Georgia" pitchFamily="18" charset="0"/>
                <a:ea typeface="微软雅黑" panose="020B0503020204020204" pitchFamily="34" charset="-122"/>
                <a:cs typeface="Arial" pitchFamily="34" charset="0"/>
              </a:rPr>
              <a:t>* Text: Click here to edit the English font: Georgia8pt White Left-justified line-spacing Design value 12 pt ago: 0 pt Segment: 5 pt Left-aligned center-aligned</a:t>
            </a:r>
            <a:endParaRPr lang="en-US" altLang="zh-CN" dirty="0">
              <a:latin typeface="Georgia" pitchFamily="18" charset="0"/>
              <a:ea typeface="微软雅黑" panose="020B0503020204020204" pitchFamily="34" charset="-122"/>
              <a:cs typeface="Arial" pitchFamily="34" charset="0"/>
            </a:endParaRPr>
          </a:p>
        </p:txBody>
      </p:sp>
      <p:sp>
        <p:nvSpPr>
          <p:cNvPr id="40" name="文本占位符 39"/>
          <p:cNvSpPr>
            <a:spLocks noGrp="1"/>
          </p:cNvSpPr>
          <p:nvPr>
            <p:ph type="body" sz="quarter" idx="28" hasCustomPrompt="1"/>
          </p:nvPr>
        </p:nvSpPr>
        <p:spPr>
          <a:xfrm>
            <a:off x="395288" y="2931790"/>
            <a:ext cx="3960812" cy="2019919"/>
          </a:xfrm>
          <a:prstGeom prst="rect">
            <a:avLst/>
          </a:prstGeom>
        </p:spPr>
        <p:txBody>
          <a:bodyPr>
            <a:normAutofit/>
          </a:bodyPr>
          <a:lstStyle>
            <a:lvl1pPr marL="0" indent="0">
              <a:lnSpc>
                <a:spcPts val="2000"/>
              </a:lnSpc>
              <a:spcBef>
                <a:spcPts val="0"/>
              </a:spcBef>
              <a:spcAft>
                <a:spcPts val="500"/>
              </a:spcAft>
              <a:buNone/>
              <a:defRPr sz="1300" baseline="0">
                <a:solidFill>
                  <a:srgbClr val="656464"/>
                </a:solidFill>
                <a:latin typeface="+mn-lt"/>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Text: Click here to edit English font Georgia 13pt 75% Gray Left Justified Line spacing Designed value 20 ppi Front: 0 pound Segment: 5 pt Whole left aligned</a:t>
            </a:r>
            <a:endParaRPr lang="en-US" altLang="zh-CN" dirty="0">
              <a:latin typeface="Georgia" pitchFamily="18" charset="0"/>
              <a:ea typeface="微软雅黑" panose="020B0503020204020204" pitchFamily="34" charset="-122"/>
              <a:cs typeface="Arial" pitchFamily="34" charset="0"/>
            </a:endParaRPr>
          </a:p>
        </p:txBody>
      </p:sp>
      <p:sp>
        <p:nvSpPr>
          <p:cNvPr id="3" name="内容占位符 2"/>
          <p:cNvSpPr>
            <a:spLocks noGrp="1"/>
          </p:cNvSpPr>
          <p:nvPr>
            <p:ph sz="quarter" idx="29" hasCustomPrompt="1"/>
          </p:nvPr>
        </p:nvSpPr>
        <p:spPr>
          <a:xfrm>
            <a:off x="4500563" y="1201738"/>
            <a:ext cx="4392612" cy="290512"/>
          </a:xfrm>
          <a:prstGeom prst="rect">
            <a:avLst/>
          </a:prstGeom>
        </p:spPr>
        <p:txBody>
          <a:bodyPr>
            <a:normAutofit/>
          </a:bodyPr>
          <a:lstStyle>
            <a:lvl1pPr marL="0" indent="0">
              <a:buNone/>
              <a:defRPr sz="1300" b="1">
                <a:solidFill>
                  <a:srgbClr val="ED1A3B"/>
                </a:solidFill>
              </a:defRPr>
            </a:lvl1pPr>
          </a:lstStyle>
          <a:p>
            <a:r>
              <a:rPr lang="zh-CN" altLang="en-US" b="1">
                <a:solidFill>
                  <a:srgbClr val="ED1A3B"/>
                </a:solidFill>
                <a:latin typeface="黑体" pitchFamily="49" charset="-122"/>
                <a:ea typeface="黑体" pitchFamily="49" charset="-122"/>
              </a:rPr>
              <a:t>中文标题字体加粗</a:t>
            </a:r>
            <a:r>
              <a:rPr lang="en-US" altLang="zh-CN" b="1">
                <a:solidFill>
                  <a:srgbClr val="ED1A3B"/>
                </a:solidFill>
                <a:latin typeface="黑体" pitchFamily="49" charset="-122"/>
                <a:ea typeface="黑体" pitchFamily="49" charset="-122"/>
              </a:rPr>
              <a:t>13pt</a:t>
            </a:r>
            <a:endParaRPr lang="en-US" altLang="zh-CN" b="1" dirty="0">
              <a:solidFill>
                <a:srgbClr val="ED1A3B"/>
              </a:solidFill>
              <a:latin typeface="黑体" pitchFamily="49" charset="-122"/>
              <a:ea typeface="黑体" pitchFamily="49" charset="-122"/>
            </a:endParaRPr>
          </a:p>
        </p:txBody>
      </p:sp>
      <p:sp>
        <p:nvSpPr>
          <p:cNvPr id="16" name="内容占位符 2"/>
          <p:cNvSpPr>
            <a:spLocks noGrp="1"/>
          </p:cNvSpPr>
          <p:nvPr>
            <p:ph sz="quarter" idx="30" hasCustomPrompt="1"/>
          </p:nvPr>
        </p:nvSpPr>
        <p:spPr>
          <a:xfrm>
            <a:off x="4500563" y="2676191"/>
            <a:ext cx="4392612" cy="290512"/>
          </a:xfrm>
          <a:prstGeom prst="rect">
            <a:avLst/>
          </a:prstGeom>
        </p:spPr>
        <p:txBody>
          <a:bodyPr>
            <a:normAutofit/>
          </a:bodyPr>
          <a:lstStyle>
            <a:lvl1pPr marL="0" indent="0">
              <a:buNone/>
              <a:defRPr sz="1300" b="1">
                <a:solidFill>
                  <a:srgbClr val="ED1A3B"/>
                </a:solidFill>
              </a:defRPr>
            </a:lvl1pPr>
          </a:lstStyle>
          <a:p>
            <a:r>
              <a:rPr lang="en-US" altLang="zh-CN" b="1">
                <a:solidFill>
                  <a:srgbClr val="ED1A3B"/>
                </a:solidFill>
                <a:latin typeface="Georgia" pitchFamily="18" charset="0"/>
              </a:rPr>
              <a:t>English title font bold 13pt</a:t>
            </a:r>
            <a:endParaRPr lang="en-US" altLang="zh-CN" b="1" dirty="0">
              <a:solidFill>
                <a:srgbClr val="ED1A3B"/>
              </a:solidFill>
              <a:latin typeface="Georgia" pitchFamily="18" charset="0"/>
            </a:endParaRPr>
          </a:p>
        </p:txBody>
      </p:sp>
      <p:pic>
        <p:nvPicPr>
          <p:cNvPr id="14"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2907724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字与图片版式">
    <p:spTree>
      <p:nvGrpSpPr>
        <p:cNvPr id="1" name=""/>
        <p:cNvGrpSpPr/>
        <p:nvPr/>
      </p:nvGrpSpPr>
      <p:grpSpPr>
        <a:xfrm>
          <a:off x="0" y="0"/>
          <a:ext cx="0" cy="0"/>
          <a:chOff x="0" y="0"/>
          <a:chExt cx="0" cy="0"/>
        </a:xfrm>
      </p:grpSpPr>
      <p:sp>
        <p:nvSpPr>
          <p:cNvPr id="10" name="文本占位符 62"/>
          <p:cNvSpPr>
            <a:spLocks noGrp="1"/>
          </p:cNvSpPr>
          <p:nvPr>
            <p:ph type="body" sz="quarter" idx="35" hasCustomPrompt="1"/>
          </p:nvPr>
        </p:nvSpPr>
        <p:spPr>
          <a:xfrm>
            <a:off x="5795963" y="1265238"/>
            <a:ext cx="2919412" cy="3610768"/>
          </a:xfrm>
          <a:prstGeom prst="rect">
            <a:avLst/>
          </a:prstGeom>
        </p:spPr>
        <p:txBody>
          <a:bodyPr anchor="ctr">
            <a:normAutofit/>
          </a:bodyPr>
          <a:lstStyle>
            <a:lvl1pPr marL="0" indent="0" algn="ctr">
              <a:lnSpc>
                <a:spcPts val="3000"/>
              </a:lnSpc>
              <a:spcBef>
                <a:spcPts val="0"/>
              </a:spcBef>
              <a:spcAft>
                <a:spcPts val="500"/>
              </a:spcAft>
              <a:buNone/>
              <a:defRPr sz="1800">
                <a:solidFill>
                  <a:srgbClr val="B1B1B1"/>
                </a:solidFill>
                <a:latin typeface="微软雅黑 Light" pitchFamily="34" charset="-122"/>
                <a:ea typeface="微软雅黑 Light" pitchFamily="34" charset="-122"/>
              </a:defRPr>
            </a:lvl1pPr>
            <a:lvl2pPr>
              <a:defRPr sz="1800"/>
            </a:lvl2pPr>
            <a:lvl3pPr>
              <a:defRPr sz="1800"/>
            </a:lvl3pPr>
            <a:lvl4pPr>
              <a:defRPr sz="1800"/>
            </a:lvl4pPr>
            <a:lvl5pPr>
              <a:defRPr sz="1800"/>
            </a:lvl5pPr>
          </a:lstStyle>
          <a:p>
            <a:pPr lvl="0"/>
            <a:r>
              <a:rPr lang="zh-CN" altLang="en-US" dirty="0"/>
              <a:t>此处图片、版式仅供参考根据具体情况而定</a:t>
            </a:r>
          </a:p>
        </p:txBody>
      </p:sp>
      <p:sp>
        <p:nvSpPr>
          <p:cNvPr id="11"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单击添加标题（黑体</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4" name="文本占位符 52"/>
          <p:cNvSpPr>
            <a:spLocks noGrp="1"/>
          </p:cNvSpPr>
          <p:nvPr>
            <p:ph type="body" sz="quarter" idx="27" hasCustomPrompt="1"/>
          </p:nvPr>
        </p:nvSpPr>
        <p:spPr>
          <a:xfrm>
            <a:off x="971550" y="1265238"/>
            <a:ext cx="4679950" cy="247650"/>
          </a:xfrm>
          <a:prstGeom prst="rect">
            <a:avLst/>
          </a:prstGeom>
        </p:spPr>
        <p:txBody>
          <a:bodyPr>
            <a:noAutofit/>
          </a:bodyPr>
          <a:lstStyle>
            <a:lvl1pPr marL="0" indent="0">
              <a:buNone/>
              <a:defRPr sz="1300" baseline="0">
                <a:solidFill>
                  <a:srgbClr val="656464"/>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a:latin typeface="黑体" pitchFamily="49" charset="-122"/>
                <a:ea typeface="黑体" pitchFamily="49" charset="-122"/>
              </a:rPr>
              <a:t>此处编辑中文字体黑体 </a:t>
            </a:r>
            <a:r>
              <a:rPr lang="en-US" altLang="zh-CN">
                <a:latin typeface="黑体" pitchFamily="49" charset="-122"/>
                <a:ea typeface="黑体" pitchFamily="49" charset="-122"/>
              </a:rPr>
              <a:t>13pt 75%</a:t>
            </a:r>
            <a:r>
              <a:rPr lang="zh-CN" altLang="en-US">
                <a:latin typeface="黑体" pitchFamily="49" charset="-122"/>
                <a:ea typeface="黑体" pitchFamily="49" charset="-122"/>
              </a:rPr>
              <a:t>灰色</a:t>
            </a:r>
            <a:endParaRPr lang="zh-CN" altLang="en-US" dirty="0">
              <a:latin typeface="黑体" pitchFamily="49" charset="-122"/>
              <a:ea typeface="黑体" pitchFamily="49" charset="-122"/>
            </a:endParaRPr>
          </a:p>
        </p:txBody>
      </p:sp>
      <p:sp>
        <p:nvSpPr>
          <p:cNvPr id="15" name="文本占位符 54"/>
          <p:cNvSpPr>
            <a:spLocks noGrp="1"/>
          </p:cNvSpPr>
          <p:nvPr>
            <p:ph type="body" sz="quarter" idx="28" hasCustomPrompt="1"/>
          </p:nvPr>
        </p:nvSpPr>
        <p:spPr>
          <a:xfrm>
            <a:off x="971550" y="1491630"/>
            <a:ext cx="4679950" cy="648072"/>
          </a:xfrm>
          <a:prstGeom prst="rect">
            <a:avLst/>
          </a:prstGeom>
        </p:spPr>
        <p:txBody>
          <a:bodyPr>
            <a:noAutofit/>
          </a:bodyPr>
          <a:lstStyle>
            <a:lvl1pPr marL="0" indent="0">
              <a:buNone/>
              <a:defRPr sz="1300" b="0" baseline="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Georgia 13pt 75% gray here</a:t>
            </a:r>
            <a:endParaRPr lang="zh-CN" altLang="en-US" dirty="0">
              <a:latin typeface="Georgia" pitchFamily="18" charset="0"/>
              <a:ea typeface="微软雅黑" panose="020B0503020204020204" pitchFamily="34" charset="-122"/>
              <a:cs typeface="Arial" pitchFamily="34" charset="0"/>
            </a:endParaRPr>
          </a:p>
        </p:txBody>
      </p:sp>
      <p:sp>
        <p:nvSpPr>
          <p:cNvPr id="16" name="文本占位符 52"/>
          <p:cNvSpPr>
            <a:spLocks noGrp="1"/>
          </p:cNvSpPr>
          <p:nvPr>
            <p:ph type="body" sz="quarter" idx="29" hasCustomPrompt="1"/>
          </p:nvPr>
        </p:nvSpPr>
        <p:spPr>
          <a:xfrm>
            <a:off x="971550" y="2227263"/>
            <a:ext cx="4679950" cy="247650"/>
          </a:xfrm>
          <a:prstGeom prst="rect">
            <a:avLst/>
          </a:prstGeom>
        </p:spPr>
        <p:txBody>
          <a:bodyPr>
            <a:noAutofit/>
          </a:bodyPr>
          <a:lstStyle>
            <a:lvl1pPr marL="0" indent="0">
              <a:buNone/>
              <a:defRPr sz="1300">
                <a:solidFill>
                  <a:srgbClr val="656464"/>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a:latin typeface="黑体" pitchFamily="49" charset="-122"/>
                <a:ea typeface="黑体" pitchFamily="49" charset="-122"/>
              </a:rPr>
              <a:t>此处编辑中文字体黑体 </a:t>
            </a:r>
            <a:r>
              <a:rPr lang="en-US" altLang="zh-CN">
                <a:latin typeface="黑体" pitchFamily="49" charset="-122"/>
                <a:ea typeface="黑体" pitchFamily="49" charset="-122"/>
              </a:rPr>
              <a:t>13pt 75%</a:t>
            </a:r>
            <a:r>
              <a:rPr lang="zh-CN" altLang="en-US">
                <a:latin typeface="黑体" pitchFamily="49" charset="-122"/>
                <a:ea typeface="黑体" pitchFamily="49" charset="-122"/>
              </a:rPr>
              <a:t>灰色</a:t>
            </a:r>
            <a:endParaRPr lang="zh-CN" altLang="en-US" dirty="0">
              <a:latin typeface="黑体" pitchFamily="49" charset="-122"/>
              <a:ea typeface="黑体" pitchFamily="49" charset="-122"/>
            </a:endParaRPr>
          </a:p>
        </p:txBody>
      </p:sp>
      <p:sp>
        <p:nvSpPr>
          <p:cNvPr id="17" name="文本占位符 54"/>
          <p:cNvSpPr>
            <a:spLocks noGrp="1"/>
          </p:cNvSpPr>
          <p:nvPr>
            <p:ph type="body" sz="quarter" idx="30" hasCustomPrompt="1"/>
          </p:nvPr>
        </p:nvSpPr>
        <p:spPr>
          <a:xfrm>
            <a:off x="971550" y="2453654"/>
            <a:ext cx="4679950" cy="622151"/>
          </a:xfrm>
          <a:prstGeom prst="rect">
            <a:avLst/>
          </a:prstGeom>
        </p:spPr>
        <p:txBody>
          <a:bodyPr>
            <a:noAutofit/>
          </a:bodyPr>
          <a:lstStyle>
            <a:lvl1pPr marL="0" indent="0">
              <a:buNone/>
              <a:defRPr sz="130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Georgia 13pt 75% gray here</a:t>
            </a:r>
            <a:endParaRPr lang="zh-CN" altLang="en-US" dirty="0">
              <a:latin typeface="Georgia" pitchFamily="18" charset="0"/>
              <a:ea typeface="微软雅黑" panose="020B0503020204020204" pitchFamily="34" charset="-122"/>
              <a:cs typeface="Arial" pitchFamily="34" charset="0"/>
            </a:endParaRPr>
          </a:p>
        </p:txBody>
      </p:sp>
      <p:sp>
        <p:nvSpPr>
          <p:cNvPr id="18" name="文本占位符 52"/>
          <p:cNvSpPr>
            <a:spLocks noGrp="1"/>
          </p:cNvSpPr>
          <p:nvPr>
            <p:ph type="body" sz="quarter" idx="31" hasCustomPrompt="1"/>
          </p:nvPr>
        </p:nvSpPr>
        <p:spPr>
          <a:xfrm>
            <a:off x="971550" y="3160713"/>
            <a:ext cx="4679950" cy="247650"/>
          </a:xfrm>
          <a:prstGeom prst="rect">
            <a:avLst/>
          </a:prstGeom>
        </p:spPr>
        <p:txBody>
          <a:bodyPr>
            <a:noAutofit/>
          </a:bodyPr>
          <a:lstStyle>
            <a:lvl1pPr marL="0" indent="0">
              <a:buNone/>
              <a:defRPr sz="1300">
                <a:solidFill>
                  <a:srgbClr val="656464"/>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dirty="0">
                <a:latin typeface="黑体" pitchFamily="49" charset="-122"/>
                <a:ea typeface="黑体" pitchFamily="49" charset="-122"/>
              </a:rPr>
              <a:t>此处编辑中文字体黑体 </a:t>
            </a:r>
            <a:r>
              <a:rPr lang="en-US" altLang="zh-CN" dirty="0">
                <a:latin typeface="黑体" pitchFamily="49" charset="-122"/>
                <a:ea typeface="黑体" pitchFamily="49" charset="-122"/>
              </a:rPr>
              <a:t>13pt 75%</a:t>
            </a:r>
            <a:r>
              <a:rPr lang="zh-CN" altLang="en-US" dirty="0">
                <a:latin typeface="黑体" pitchFamily="49" charset="-122"/>
                <a:ea typeface="黑体" pitchFamily="49" charset="-122"/>
              </a:rPr>
              <a:t>灰色</a:t>
            </a:r>
          </a:p>
        </p:txBody>
      </p:sp>
      <p:sp>
        <p:nvSpPr>
          <p:cNvPr id="19" name="文本占位符 54"/>
          <p:cNvSpPr>
            <a:spLocks noGrp="1"/>
          </p:cNvSpPr>
          <p:nvPr>
            <p:ph type="body" sz="quarter" idx="32" hasCustomPrompt="1"/>
          </p:nvPr>
        </p:nvSpPr>
        <p:spPr>
          <a:xfrm>
            <a:off x="971550" y="3387104"/>
            <a:ext cx="4679950" cy="624805"/>
          </a:xfrm>
          <a:prstGeom prst="rect">
            <a:avLst/>
          </a:prstGeom>
        </p:spPr>
        <p:txBody>
          <a:bodyPr>
            <a:noAutofit/>
          </a:bodyPr>
          <a:lstStyle>
            <a:lvl1pPr marL="0" indent="0">
              <a:buNone/>
              <a:defRPr sz="130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Georgia 13pt 75% gray here</a:t>
            </a:r>
            <a:endParaRPr lang="zh-CN" altLang="en-US" dirty="0">
              <a:latin typeface="Georgia" pitchFamily="18" charset="0"/>
              <a:ea typeface="微软雅黑" panose="020B0503020204020204" pitchFamily="34" charset="-122"/>
              <a:cs typeface="Arial" pitchFamily="34" charset="0"/>
            </a:endParaRPr>
          </a:p>
        </p:txBody>
      </p:sp>
      <p:sp>
        <p:nvSpPr>
          <p:cNvPr id="20" name="文本占位符 52"/>
          <p:cNvSpPr>
            <a:spLocks noGrp="1"/>
          </p:cNvSpPr>
          <p:nvPr>
            <p:ph type="body" sz="quarter" idx="33" hasCustomPrompt="1"/>
          </p:nvPr>
        </p:nvSpPr>
        <p:spPr>
          <a:xfrm>
            <a:off x="971550" y="4084638"/>
            <a:ext cx="4679950" cy="247650"/>
          </a:xfrm>
          <a:prstGeom prst="rect">
            <a:avLst/>
          </a:prstGeom>
        </p:spPr>
        <p:txBody>
          <a:bodyPr>
            <a:noAutofit/>
          </a:bodyPr>
          <a:lstStyle>
            <a:lvl1pPr marL="0" indent="0">
              <a:buNone/>
              <a:defRPr sz="1300">
                <a:solidFill>
                  <a:srgbClr val="656464"/>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a:latin typeface="黑体" pitchFamily="49" charset="-122"/>
                <a:ea typeface="黑体" pitchFamily="49" charset="-122"/>
              </a:rPr>
              <a:t>此处编辑中文字体黑体 </a:t>
            </a:r>
            <a:r>
              <a:rPr lang="en-US" altLang="zh-CN">
                <a:latin typeface="黑体" pitchFamily="49" charset="-122"/>
                <a:ea typeface="黑体" pitchFamily="49" charset="-122"/>
              </a:rPr>
              <a:t>13pt 75%</a:t>
            </a:r>
            <a:r>
              <a:rPr lang="zh-CN" altLang="en-US">
                <a:latin typeface="黑体" pitchFamily="49" charset="-122"/>
                <a:ea typeface="黑体" pitchFamily="49" charset="-122"/>
              </a:rPr>
              <a:t>灰色</a:t>
            </a:r>
            <a:endParaRPr lang="zh-CN" altLang="en-US" dirty="0">
              <a:latin typeface="黑体" pitchFamily="49" charset="-122"/>
              <a:ea typeface="黑体" pitchFamily="49" charset="-122"/>
            </a:endParaRPr>
          </a:p>
        </p:txBody>
      </p:sp>
      <p:sp>
        <p:nvSpPr>
          <p:cNvPr id="21" name="文本占位符 54"/>
          <p:cNvSpPr>
            <a:spLocks noGrp="1"/>
          </p:cNvSpPr>
          <p:nvPr>
            <p:ph type="body" sz="quarter" idx="34" hasCustomPrompt="1"/>
          </p:nvPr>
        </p:nvSpPr>
        <p:spPr>
          <a:xfrm>
            <a:off x="971550" y="4311030"/>
            <a:ext cx="4679950" cy="636984"/>
          </a:xfrm>
          <a:prstGeom prst="rect">
            <a:avLst/>
          </a:prstGeom>
        </p:spPr>
        <p:txBody>
          <a:bodyPr>
            <a:noAutofit/>
          </a:bodyPr>
          <a:lstStyle>
            <a:lvl1pPr marL="0" indent="0">
              <a:buNone/>
              <a:defRPr sz="130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Georgia 13pt 75% gray here</a:t>
            </a:r>
            <a:endParaRPr lang="zh-CN" altLang="en-US" dirty="0">
              <a:latin typeface="Georgia" pitchFamily="18" charset="0"/>
              <a:ea typeface="微软雅黑" panose="020B0503020204020204" pitchFamily="34" charset="-122"/>
              <a:cs typeface="Arial" pitchFamily="34" charset="0"/>
            </a:endParaRPr>
          </a:p>
        </p:txBody>
      </p:sp>
      <p:sp>
        <p:nvSpPr>
          <p:cNvPr id="22" name="文本占位符 2"/>
          <p:cNvSpPr>
            <a:spLocks noGrp="1"/>
          </p:cNvSpPr>
          <p:nvPr>
            <p:ph type="body" idx="36"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latin typeface="Georgia" pitchFamily="18" charset="0"/>
                <a:ea typeface="微软雅黑" panose="020B0503020204020204" pitchFamily="34" charset="-122"/>
                <a:cs typeface="Arial" pitchFamily="34" charset="0"/>
              </a:rPr>
              <a:t>Add the English title here（ Fonts Georgia 18pt）</a:t>
            </a:r>
            <a:endParaRPr lang="en-US" altLang="zh-CN" dirty="0"/>
          </a:p>
        </p:txBody>
      </p:sp>
      <p:pic>
        <p:nvPicPr>
          <p:cNvPr id="23" name="图片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25" name="椭圆 24"/>
          <p:cNvSpPr/>
          <p:nvPr userDrawn="1"/>
        </p:nvSpPr>
        <p:spPr>
          <a:xfrm>
            <a:off x="412359" y="1245593"/>
            <a:ext cx="494292" cy="494292"/>
          </a:xfrm>
          <a:prstGeom prst="ellipse">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5534" y="1343787"/>
            <a:ext cx="409606" cy="337097"/>
          </a:xfrm>
          <a:prstGeom prst="rect">
            <a:avLst/>
          </a:prstGeom>
        </p:spPr>
      </p:pic>
      <p:sp>
        <p:nvSpPr>
          <p:cNvPr id="27" name="椭圆 26"/>
          <p:cNvSpPr/>
          <p:nvPr userDrawn="1"/>
        </p:nvSpPr>
        <p:spPr>
          <a:xfrm>
            <a:off x="407873" y="2207345"/>
            <a:ext cx="494292" cy="494292"/>
          </a:xfrm>
          <a:prstGeom prst="ellipse">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3555" y="2335138"/>
            <a:ext cx="362930" cy="347541"/>
          </a:xfrm>
          <a:prstGeom prst="rect">
            <a:avLst/>
          </a:prstGeom>
        </p:spPr>
      </p:pic>
      <p:sp>
        <p:nvSpPr>
          <p:cNvPr id="29" name="椭圆 28"/>
          <p:cNvSpPr/>
          <p:nvPr userDrawn="1"/>
        </p:nvSpPr>
        <p:spPr>
          <a:xfrm>
            <a:off x="407873" y="3133309"/>
            <a:ext cx="494292" cy="494292"/>
          </a:xfrm>
          <a:prstGeom prst="ellipse">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54939" y="3212387"/>
            <a:ext cx="400161" cy="336137"/>
          </a:xfrm>
          <a:prstGeom prst="rect">
            <a:avLst/>
          </a:prstGeom>
        </p:spPr>
      </p:pic>
      <p:grpSp>
        <p:nvGrpSpPr>
          <p:cNvPr id="31" name="组合 30"/>
          <p:cNvGrpSpPr/>
          <p:nvPr userDrawn="1"/>
        </p:nvGrpSpPr>
        <p:grpSpPr>
          <a:xfrm>
            <a:off x="407873" y="4101049"/>
            <a:ext cx="494292" cy="494292"/>
            <a:chOff x="407874" y="4121374"/>
            <a:chExt cx="494292" cy="494292"/>
          </a:xfrm>
        </p:grpSpPr>
        <p:sp>
          <p:nvSpPr>
            <p:cNvPr id="32" name="椭圆 31"/>
            <p:cNvSpPr/>
            <p:nvPr/>
          </p:nvSpPr>
          <p:spPr>
            <a:xfrm>
              <a:off x="407874" y="4121374"/>
              <a:ext cx="494292" cy="494292"/>
            </a:xfrm>
            <a:prstGeom prst="ellipse">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3" name="图片 3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8461" y="4239027"/>
              <a:ext cx="413119" cy="258986"/>
            </a:xfrm>
            <a:prstGeom prst="rect">
              <a:avLst/>
            </a:prstGeom>
          </p:spPr>
        </p:pic>
      </p:grpSp>
      <p:pic>
        <p:nvPicPr>
          <p:cNvPr id="24" name="Picture 1" descr="image.pdf"/>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378273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文字与多种图片版式">
    <p:spTree>
      <p:nvGrpSpPr>
        <p:cNvPr id="1" name=""/>
        <p:cNvGrpSpPr/>
        <p:nvPr/>
      </p:nvGrpSpPr>
      <p:grpSpPr>
        <a:xfrm>
          <a:off x="0" y="0"/>
          <a:ext cx="0" cy="0"/>
          <a:chOff x="0" y="0"/>
          <a:chExt cx="0" cy="0"/>
        </a:xfrm>
      </p:grpSpPr>
      <p:sp>
        <p:nvSpPr>
          <p:cNvPr id="13" name="内容占位符 12"/>
          <p:cNvSpPr>
            <a:spLocks noGrp="1"/>
          </p:cNvSpPr>
          <p:nvPr>
            <p:ph sz="quarter" idx="39" hasCustomPrompt="1"/>
          </p:nvPr>
        </p:nvSpPr>
        <p:spPr>
          <a:xfrm>
            <a:off x="5652120" y="1131590"/>
            <a:ext cx="3096340" cy="3816424"/>
          </a:xfrm>
          <a:prstGeom prst="rect">
            <a:avLst/>
          </a:prstGeom>
        </p:spPr>
        <p:txBody>
          <a:bodyPr anchor="ctr">
            <a:normAutofit/>
          </a:bodyPr>
          <a:lstStyle>
            <a:lvl1pPr marL="0" indent="0" algn="ctr">
              <a:lnSpc>
                <a:spcPts val="2000"/>
              </a:lnSpc>
              <a:spcBef>
                <a:spcPts val="0"/>
              </a:spcBef>
              <a:spcAft>
                <a:spcPts val="500"/>
              </a:spcAft>
              <a:buNone/>
              <a:defRPr sz="1800">
                <a:solidFill>
                  <a:srgbClr val="B1B1B1"/>
                </a:solidFill>
                <a:latin typeface="微软雅黑 Light" pitchFamily="34" charset="-122"/>
                <a:ea typeface="微软雅黑 Light" pitchFamily="34" charset="-122"/>
              </a:defRPr>
            </a:lvl1pPr>
          </a:lstStyle>
          <a:p>
            <a:pPr lvl="0"/>
            <a:r>
              <a:rPr lang="zh-CN" altLang="en-US" dirty="0"/>
              <a:t>此处图片、版式仅供参考</a:t>
            </a:r>
            <a:endParaRPr lang="en-US" altLang="zh-CN" dirty="0"/>
          </a:p>
          <a:p>
            <a:pPr lvl="0"/>
            <a:r>
              <a:rPr lang="zh-CN" altLang="en-US" dirty="0"/>
              <a:t>根据具体情况而定</a:t>
            </a:r>
          </a:p>
        </p:txBody>
      </p:sp>
      <p:sp>
        <p:nvSpPr>
          <p:cNvPr id="11" name="内容占位符 10"/>
          <p:cNvSpPr>
            <a:spLocks noGrp="1"/>
          </p:cNvSpPr>
          <p:nvPr>
            <p:ph sz="quarter" idx="38" hasCustomPrompt="1"/>
          </p:nvPr>
        </p:nvSpPr>
        <p:spPr>
          <a:xfrm>
            <a:off x="395289" y="1428874"/>
            <a:ext cx="4968799" cy="1430908"/>
          </a:xfrm>
          <a:prstGeom prst="rect">
            <a:avLst/>
          </a:prstGeom>
        </p:spPr>
        <p:txBody>
          <a:bodyPr>
            <a:normAutofit/>
          </a:bodyPr>
          <a:lstStyle>
            <a:lvl1pPr marL="0" marR="0" indent="0" algn="l" defTabSz="914400" rtl="0" eaLnBrk="1" fontAlgn="auto" latinLnBrk="0" hangingPunct="1">
              <a:lnSpc>
                <a:spcPts val="2000"/>
              </a:lnSpc>
              <a:spcBef>
                <a:spcPts val="0"/>
              </a:spcBef>
              <a:spcAft>
                <a:spcPts val="500"/>
              </a:spcAft>
              <a:buClrTx/>
              <a:buSzTx/>
              <a:buFont typeface="Arial" pitchFamily="34" charset="0"/>
              <a:buNone/>
              <a:tabLst/>
              <a:defRPr sz="1300">
                <a:solidFill>
                  <a:srgbClr val="656464"/>
                </a:solidFill>
              </a:defRPr>
            </a:lvl1pPr>
            <a:lvl2pPr>
              <a:defRPr sz="1300">
                <a:solidFill>
                  <a:srgbClr val="656464"/>
                </a:solidFill>
              </a:defRPr>
            </a:lvl2pPr>
            <a:lvl3pPr>
              <a:defRPr sz="1300">
                <a:solidFill>
                  <a:srgbClr val="656464"/>
                </a:solidFill>
              </a:defRPr>
            </a:lvl3pPr>
            <a:lvl4pPr>
              <a:defRPr sz="1300">
                <a:solidFill>
                  <a:srgbClr val="656464"/>
                </a:solidFill>
              </a:defRPr>
            </a:lvl4pPr>
            <a:lvl5pPr>
              <a:defRPr sz="1300">
                <a:solidFill>
                  <a:srgbClr val="656464"/>
                </a:solidFill>
              </a:defRPr>
            </a:lvl5pPr>
          </a:lstStyle>
          <a:p>
            <a:pPr>
              <a:lnSpc>
                <a:spcPts val="2000"/>
              </a:lnSpc>
            </a:pPr>
            <a:r>
              <a:rPr lang="zh-CN" altLang="en-US" sz="1300">
                <a:solidFill>
                  <a:srgbClr val="656464"/>
                </a:solidFill>
                <a:latin typeface="微软雅黑 Light" pitchFamily="34" charset="-122"/>
                <a:ea typeface="微软雅黑 Light" pitchFamily="34" charset="-122"/>
              </a:rPr>
              <a:t>正文：单击此处编辑中文字体微软雅黑</a:t>
            </a:r>
            <a:r>
              <a:rPr lang="en-US" altLang="zh-CN" sz="1300">
                <a:solidFill>
                  <a:srgbClr val="656464"/>
                </a:solidFill>
                <a:latin typeface="微软雅黑 Light" pitchFamily="34" charset="-122"/>
                <a:ea typeface="微软雅黑 Light" pitchFamily="34" charset="-122"/>
              </a:rPr>
              <a:t>Light</a:t>
            </a:r>
            <a:r>
              <a:rPr lang="zh-CN" altLang="en-US" sz="1300">
                <a:solidFill>
                  <a:srgbClr val="656464"/>
                </a:solidFill>
                <a:latin typeface="微软雅黑 Light" pitchFamily="34" charset="-122"/>
                <a:ea typeface="微软雅黑 Light" pitchFamily="34" charset="-122"/>
              </a:rPr>
              <a:t> </a:t>
            </a:r>
            <a:r>
              <a:rPr lang="en-US" altLang="zh-CN" sz="1300">
                <a:solidFill>
                  <a:srgbClr val="656464"/>
                </a:solidFill>
                <a:latin typeface="微软雅黑 Light" pitchFamily="34" charset="-122"/>
                <a:ea typeface="微软雅黑 Light" pitchFamily="34" charset="-122"/>
              </a:rPr>
              <a:t>13pt 75%</a:t>
            </a:r>
            <a:r>
              <a:rPr lang="zh-CN" altLang="en-US" sz="1300">
                <a:solidFill>
                  <a:srgbClr val="656464"/>
                </a:solidFill>
                <a:latin typeface="微软雅黑 Light" pitchFamily="34" charset="-122"/>
                <a:ea typeface="微软雅黑 Light" pitchFamily="34" charset="-122"/>
              </a:rPr>
              <a:t>灰色 左对齐      行距设计值</a:t>
            </a:r>
            <a:r>
              <a:rPr lang="en-US" altLang="zh-CN" sz="1300">
                <a:solidFill>
                  <a:srgbClr val="656464"/>
                </a:solidFill>
                <a:latin typeface="微软雅黑 Light" pitchFamily="34" charset="-122"/>
                <a:ea typeface="微软雅黑 Light" pitchFamily="34" charset="-122"/>
              </a:rPr>
              <a:t>20</a:t>
            </a:r>
            <a:r>
              <a:rPr lang="zh-CN" altLang="en-US" sz="1300">
                <a:solidFill>
                  <a:srgbClr val="656464"/>
                </a:solidFill>
                <a:latin typeface="微软雅黑 Light" pitchFamily="34" charset="-122"/>
                <a:ea typeface="微软雅黑 Light" pitchFamily="34" charset="-122"/>
              </a:rPr>
              <a:t>磅 段前：</a:t>
            </a:r>
            <a:r>
              <a:rPr lang="en-US" altLang="zh-CN" sz="1300">
                <a:solidFill>
                  <a:srgbClr val="656464"/>
                </a:solidFill>
                <a:latin typeface="微软雅黑 Light" pitchFamily="34" charset="-122"/>
                <a:ea typeface="微软雅黑 Light" pitchFamily="34" charset="-122"/>
              </a:rPr>
              <a:t>0</a:t>
            </a:r>
            <a:r>
              <a:rPr lang="zh-CN" altLang="en-US" sz="1300">
                <a:solidFill>
                  <a:srgbClr val="656464"/>
                </a:solidFill>
                <a:latin typeface="微软雅黑 Light" pitchFamily="34" charset="-122"/>
                <a:ea typeface="微软雅黑 Light" pitchFamily="34" charset="-122"/>
              </a:rPr>
              <a:t>磅 段后：</a:t>
            </a:r>
            <a:r>
              <a:rPr lang="en-US" altLang="zh-CN" sz="1300">
                <a:solidFill>
                  <a:srgbClr val="656464"/>
                </a:solidFill>
                <a:latin typeface="微软雅黑 Light" pitchFamily="34" charset="-122"/>
                <a:ea typeface="微软雅黑 Light" pitchFamily="34" charset="-122"/>
              </a:rPr>
              <a:t>5</a:t>
            </a:r>
            <a:r>
              <a:rPr lang="zh-CN" altLang="en-US" sz="1300">
                <a:solidFill>
                  <a:srgbClr val="656464"/>
                </a:solidFill>
                <a:latin typeface="微软雅黑 Light" pitchFamily="34" charset="-122"/>
                <a:ea typeface="微软雅黑 Light" pitchFamily="34" charset="-122"/>
              </a:rPr>
              <a:t>磅 左对齐</a:t>
            </a:r>
            <a:endParaRPr lang="en-US" altLang="zh-CN" sz="1300">
              <a:solidFill>
                <a:srgbClr val="656464"/>
              </a:solidFill>
              <a:latin typeface="微软雅黑 Light" pitchFamily="34" charset="-122"/>
              <a:ea typeface="微软雅黑 Light" pitchFamily="34" charset="-122"/>
            </a:endParaRPr>
          </a:p>
          <a:p>
            <a:endParaRPr lang="zh-CN" altLang="en-US" dirty="0">
              <a:latin typeface="微软雅黑" panose="020B0503020204020204" pitchFamily="34" charset="-122"/>
              <a:ea typeface="微软雅黑" panose="020B0503020204020204" pitchFamily="34" charset="-122"/>
            </a:endParaRPr>
          </a:p>
        </p:txBody>
      </p:sp>
      <p:sp>
        <p:nvSpPr>
          <p:cNvPr id="85" name="文本占位符 2"/>
          <p:cNvSpPr>
            <a:spLocks noGrp="1"/>
          </p:cNvSpPr>
          <p:nvPr>
            <p:ph type="body" idx="36" hasCustomPrompt="1"/>
          </p:nvPr>
        </p:nvSpPr>
        <p:spPr>
          <a:xfrm>
            <a:off x="398339" y="1131590"/>
            <a:ext cx="4965749" cy="288032"/>
          </a:xfrm>
          <a:prstGeom prst="rect">
            <a:avLst/>
          </a:prstGeom>
        </p:spPr>
        <p:txBody>
          <a:bodyPr anchor="b">
            <a:normAutofit/>
          </a:bodyPr>
          <a:lstStyle>
            <a:lvl1pPr marL="0" indent="0">
              <a:buNone/>
              <a:defRPr sz="1300" b="1"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sz="1300" b="1">
                <a:latin typeface="黑体" pitchFamily="49" charset="-122"/>
                <a:ea typeface="黑体" pitchFamily="49" charset="-122"/>
              </a:rPr>
              <a:t>单击此处编辑二级标题：黑体</a:t>
            </a:r>
            <a:r>
              <a:rPr lang="en-US" altLang="zh-CN" sz="1300" b="1">
                <a:latin typeface="黑体" pitchFamily="49" charset="-122"/>
                <a:ea typeface="黑体" pitchFamily="49" charset="-122"/>
              </a:rPr>
              <a:t>13pt </a:t>
            </a:r>
            <a:r>
              <a:rPr lang="zh-CN" altLang="en-US" sz="1300" b="1">
                <a:latin typeface="黑体" pitchFamily="49" charset="-122"/>
                <a:ea typeface="黑体" pitchFamily="49" charset="-122"/>
              </a:rPr>
              <a:t>字体加粗</a:t>
            </a:r>
            <a:endParaRPr lang="en-US" altLang="zh-CN" sz="1300" b="1" dirty="0">
              <a:latin typeface="黑体" pitchFamily="49" charset="-122"/>
              <a:ea typeface="黑体" pitchFamily="49" charset="-122"/>
            </a:endParaRPr>
          </a:p>
        </p:txBody>
      </p:sp>
      <p:sp>
        <p:nvSpPr>
          <p:cNvPr id="10"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单击添加标题（黑体</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6" name="内容占位符 10"/>
          <p:cNvSpPr>
            <a:spLocks noGrp="1"/>
          </p:cNvSpPr>
          <p:nvPr>
            <p:ph sz="quarter" idx="41" hasCustomPrompt="1"/>
          </p:nvPr>
        </p:nvSpPr>
        <p:spPr>
          <a:xfrm>
            <a:off x="395289" y="3338066"/>
            <a:ext cx="4968799" cy="1609948"/>
          </a:xfrm>
          <a:prstGeom prst="rect">
            <a:avLst/>
          </a:prstGeom>
        </p:spPr>
        <p:txBody>
          <a:bodyPr>
            <a:normAutofit/>
          </a:bodyPr>
          <a:lstStyle>
            <a:lvl1pPr marL="0" indent="0">
              <a:lnSpc>
                <a:spcPts val="2000"/>
              </a:lnSpc>
              <a:spcBef>
                <a:spcPts val="0"/>
              </a:spcBef>
              <a:spcAft>
                <a:spcPts val="500"/>
              </a:spcAft>
              <a:buNone/>
              <a:defRPr sz="1300">
                <a:solidFill>
                  <a:srgbClr val="656464"/>
                </a:solidFill>
              </a:defRPr>
            </a:lvl1pPr>
            <a:lvl2pPr>
              <a:defRPr sz="1300">
                <a:solidFill>
                  <a:srgbClr val="656464"/>
                </a:solidFill>
              </a:defRPr>
            </a:lvl2pPr>
            <a:lvl3pPr>
              <a:defRPr sz="1300">
                <a:solidFill>
                  <a:srgbClr val="656464"/>
                </a:solidFill>
              </a:defRPr>
            </a:lvl3pPr>
            <a:lvl4pPr>
              <a:defRPr sz="1300">
                <a:solidFill>
                  <a:srgbClr val="656464"/>
                </a:solidFill>
              </a:defRPr>
            </a:lvl4pPr>
            <a:lvl5pPr>
              <a:defRPr sz="1300">
                <a:solidFill>
                  <a:srgbClr val="656464"/>
                </a:solidFill>
              </a:defRPr>
            </a:lvl5pPr>
          </a:lstStyle>
          <a:p>
            <a:r>
              <a:rPr lang="en-US" altLang="zh-CN">
                <a:latin typeface="Georgia" pitchFamily="18" charset="0"/>
                <a:ea typeface="微软雅黑" panose="020B0503020204020204" pitchFamily="34" charset="-122"/>
                <a:cs typeface="Arial" pitchFamily="34" charset="0"/>
              </a:rPr>
              <a:t>Text: Click here to edit English font Georgia 13pt 75% Gray Left Justified Line spacing Design value 20 pts Before: 0 pt After: 5 pt Left Justified</a:t>
            </a:r>
            <a:endParaRPr lang="zh-CN" altLang="en-US" dirty="0">
              <a:latin typeface="Georgia" pitchFamily="18" charset="0"/>
              <a:ea typeface="微软雅黑" panose="020B0503020204020204" pitchFamily="34" charset="-122"/>
              <a:cs typeface="Arial" pitchFamily="34" charset="0"/>
            </a:endParaRPr>
          </a:p>
        </p:txBody>
      </p:sp>
      <p:sp>
        <p:nvSpPr>
          <p:cNvPr id="17" name="文本占位符 2"/>
          <p:cNvSpPr>
            <a:spLocks noGrp="1"/>
          </p:cNvSpPr>
          <p:nvPr>
            <p:ph type="body" idx="42" hasCustomPrompt="1"/>
          </p:nvPr>
        </p:nvSpPr>
        <p:spPr>
          <a:xfrm>
            <a:off x="398338" y="3068998"/>
            <a:ext cx="4965750" cy="294840"/>
          </a:xfrm>
          <a:prstGeom prst="rect">
            <a:avLst/>
          </a:prstGeom>
        </p:spPr>
        <p:txBody>
          <a:bodyPr anchor="b">
            <a:normAutofit/>
          </a:bodyPr>
          <a:lstStyle>
            <a:lvl1pPr marL="0" indent="0">
              <a:buNone/>
              <a:defRPr sz="1300" b="1"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b="1">
                <a:latin typeface="Georgia" pitchFamily="18" charset="0"/>
                <a:ea typeface="微软雅黑" panose="020B0503020204020204" pitchFamily="34" charset="-122"/>
                <a:cs typeface="Arial" pitchFamily="34" charset="0"/>
              </a:rPr>
              <a:t>Click here to edit the subheading: Georgia 13pt Bold font</a:t>
            </a:r>
            <a:endParaRPr lang="en-US" altLang="zh-CN" b="1" dirty="0">
              <a:latin typeface="Georgia" pitchFamily="18" charset="0"/>
              <a:ea typeface="微软雅黑" panose="020B0503020204020204" pitchFamily="34" charset="-122"/>
              <a:cs typeface="Arial" pitchFamily="34" charset="0"/>
            </a:endParaRPr>
          </a:p>
        </p:txBody>
      </p:sp>
      <p:pic>
        <p:nvPicPr>
          <p:cNvPr id="18" name="图片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9"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
        <p:nvSpPr>
          <p:cNvPr id="12" name="文本占位符 2"/>
          <p:cNvSpPr>
            <a:spLocks noGrp="1"/>
          </p:cNvSpPr>
          <p:nvPr>
            <p:ph type="body" idx="43"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latin typeface="Georgia" pitchFamily="18" charset="0"/>
                <a:ea typeface="微软雅黑" panose="020B0503020204020204" pitchFamily="34" charset="-122"/>
                <a:cs typeface="Arial" pitchFamily="34" charset="0"/>
              </a:rPr>
              <a:t>Add the English title here（ Fonts Georgia 18pt）</a:t>
            </a:r>
            <a:endParaRPr lang="en-US" altLang="zh-CN" dirty="0"/>
          </a:p>
        </p:txBody>
      </p:sp>
    </p:spTree>
    <p:extLst>
      <p:ext uri="{BB962C8B-B14F-4D97-AF65-F5344CB8AC3E}">
        <p14:creationId xmlns:p14="http://schemas.microsoft.com/office/powerpoint/2010/main" val="1176723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文字与图表竖版">
    <p:spTree>
      <p:nvGrpSpPr>
        <p:cNvPr id="1" name=""/>
        <p:cNvGrpSpPr/>
        <p:nvPr/>
      </p:nvGrpSpPr>
      <p:grpSpPr>
        <a:xfrm>
          <a:off x="0" y="0"/>
          <a:ext cx="0" cy="0"/>
          <a:chOff x="0" y="0"/>
          <a:chExt cx="0" cy="0"/>
        </a:xfrm>
      </p:grpSpPr>
      <p:sp>
        <p:nvSpPr>
          <p:cNvPr id="11"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pPr lvl="0"/>
            <a:r>
              <a:rPr lang="zh-CN" altLang="en-US">
                <a:latin typeface="黑体" pitchFamily="49" charset="-122"/>
                <a:ea typeface="黑体" pitchFamily="49" charset="-122"/>
              </a:rPr>
              <a:t>单击添加标题（字体黑体 </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2" name="文本占位符 2"/>
          <p:cNvSpPr>
            <a:spLocks noGrp="1"/>
          </p:cNvSpPr>
          <p:nvPr>
            <p:ph type="body" idx="36"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latin typeface="Georgia" pitchFamily="18" charset="0"/>
                <a:ea typeface="微软雅黑" panose="020B0503020204020204" pitchFamily="34" charset="-122"/>
                <a:cs typeface="Arial" pitchFamily="34" charset="0"/>
              </a:rPr>
              <a:t>Add the English title here（Fonts Georgia 18pt）</a:t>
            </a:r>
            <a:endParaRPr lang="en-US" altLang="zh-CN" dirty="0">
              <a:latin typeface="Georgia" pitchFamily="18" charset="0"/>
              <a:ea typeface="微软雅黑" panose="020B0503020204020204" pitchFamily="34" charset="-122"/>
              <a:cs typeface="Arial" pitchFamily="34" charset="0"/>
            </a:endParaRPr>
          </a:p>
        </p:txBody>
      </p:sp>
      <p:sp>
        <p:nvSpPr>
          <p:cNvPr id="13" name="内容占位符 3"/>
          <p:cNvSpPr>
            <a:spLocks noGrp="1"/>
          </p:cNvSpPr>
          <p:nvPr>
            <p:ph sz="half" idx="16" hasCustomPrompt="1"/>
          </p:nvPr>
        </p:nvSpPr>
        <p:spPr>
          <a:xfrm>
            <a:off x="395536" y="1131590"/>
            <a:ext cx="4896544" cy="1872208"/>
          </a:xfrm>
          <a:prstGeom prst="rect">
            <a:avLst/>
          </a:prstGeom>
        </p:spPr>
        <p:txBody>
          <a:bodyPr>
            <a:normAutofit/>
          </a:bodyPr>
          <a:lstStyle>
            <a:lvl1pPr marL="0" indent="0">
              <a:lnSpc>
                <a:spcPts val="2000"/>
              </a:lnSpc>
              <a:spcBef>
                <a:spcPts val="0"/>
              </a:spcBef>
              <a:spcAft>
                <a:spcPts val="500"/>
              </a:spcAft>
              <a:buNone/>
              <a:defRPr sz="1300" baseline="0">
                <a:solidFill>
                  <a:srgbClr val="656464"/>
                </a:solidFill>
                <a:latin typeface="+mn-lt"/>
                <a:ea typeface="微软雅黑" panose="020B0503020204020204" pitchFamily="34" charset="-122"/>
              </a:defRPr>
            </a:lvl1pPr>
            <a:lvl2pPr marL="457200" indent="0">
              <a:buNone/>
              <a:defRPr sz="1300" baseline="0">
                <a:solidFill>
                  <a:srgbClr val="656464"/>
                </a:solidFill>
                <a:latin typeface="+mn-lt"/>
                <a:ea typeface="微软雅黑" panose="020B0503020204020204" pitchFamily="34" charset="-122"/>
              </a:defRPr>
            </a:lvl2pPr>
            <a:lvl3pPr marL="914400" indent="0">
              <a:buNone/>
              <a:defRPr sz="1300" baseline="0">
                <a:solidFill>
                  <a:srgbClr val="656464"/>
                </a:solidFill>
                <a:latin typeface="+mn-lt"/>
                <a:ea typeface="微软雅黑" panose="020B0503020204020204" pitchFamily="34" charset="-122"/>
              </a:defRPr>
            </a:lvl3pPr>
            <a:lvl4pPr marL="1371600" indent="0">
              <a:buNone/>
              <a:defRPr sz="1300" baseline="0">
                <a:solidFill>
                  <a:srgbClr val="656464"/>
                </a:solidFill>
                <a:latin typeface="+mn-lt"/>
                <a:ea typeface="微软雅黑" panose="020B0503020204020204" pitchFamily="34" charset="-122"/>
              </a:defRPr>
            </a:lvl4pPr>
            <a:lvl5pPr marL="1828800" indent="0">
              <a:buNone/>
              <a:defRPr sz="1300" baseline="0">
                <a:solidFill>
                  <a:srgbClr val="656464"/>
                </a:solidFill>
                <a:latin typeface="+mn-lt"/>
                <a:ea typeface="微软雅黑" panose="020B0503020204020204" pitchFamily="34" charset="-122"/>
              </a:defRPr>
            </a:lvl5pPr>
            <a:lvl6pPr>
              <a:defRPr sz="1600"/>
            </a:lvl6pPr>
            <a:lvl7pPr>
              <a:defRPr sz="1600"/>
            </a:lvl7pPr>
            <a:lvl8pPr>
              <a:defRPr sz="1600"/>
            </a:lvl8pPr>
            <a:lvl9pPr>
              <a:defRPr sz="1600"/>
            </a:lvl9pPr>
          </a:lstStyle>
          <a:p>
            <a:pPr lvl="0"/>
            <a:r>
              <a:rPr lang="zh-CN" altLang="en-US">
                <a:latin typeface="微软雅黑 Light" pitchFamily="34" charset="-122"/>
                <a:ea typeface="微软雅黑 Light" pitchFamily="34" charset="-122"/>
              </a:rPr>
              <a:t>正文：单击此处编辑中文字体微软雅黑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 左对齐  正文字体：微软雅黑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 行距设计值</a:t>
            </a:r>
            <a:r>
              <a:rPr lang="en-US" altLang="zh-CN">
                <a:latin typeface="微软雅黑 Light" pitchFamily="34" charset="-122"/>
                <a:ea typeface="微软雅黑 Light" pitchFamily="34" charset="-122"/>
              </a:rPr>
              <a:t>20</a:t>
            </a:r>
            <a:r>
              <a:rPr lang="zh-CN" altLang="en-US">
                <a:latin typeface="微软雅黑 Light" pitchFamily="34" charset="-122"/>
                <a:ea typeface="微软雅黑 Light" pitchFamily="34" charset="-122"/>
              </a:rPr>
              <a:t>磅 段前：</a:t>
            </a:r>
            <a:r>
              <a:rPr lang="en-US" altLang="zh-CN">
                <a:latin typeface="微软雅黑 Light" pitchFamily="34" charset="-122"/>
                <a:ea typeface="微软雅黑 Light" pitchFamily="34" charset="-122"/>
              </a:rPr>
              <a:t>0</a:t>
            </a:r>
            <a:r>
              <a:rPr lang="zh-CN" altLang="en-US">
                <a:latin typeface="微软雅黑 Light" pitchFamily="34" charset="-122"/>
                <a:ea typeface="微软雅黑 Light" pitchFamily="34" charset="-122"/>
              </a:rPr>
              <a:t>磅 段后：</a:t>
            </a:r>
            <a:r>
              <a:rPr lang="en-US" altLang="zh-CN">
                <a:latin typeface="微软雅黑 Light" pitchFamily="34" charset="-122"/>
                <a:ea typeface="微软雅黑 Light" pitchFamily="34" charset="-122"/>
              </a:rPr>
              <a:t>5</a:t>
            </a:r>
            <a:r>
              <a:rPr lang="zh-CN" altLang="en-US">
                <a:latin typeface="微软雅黑 Light" pitchFamily="34" charset="-122"/>
                <a:ea typeface="微软雅黑 Light" pitchFamily="34" charset="-122"/>
              </a:rPr>
              <a:t>磅 左对齐</a:t>
            </a:r>
            <a:endParaRPr lang="zh-CN" altLang="en-US" dirty="0">
              <a:latin typeface="微软雅黑 Light" pitchFamily="34" charset="-122"/>
              <a:ea typeface="微软雅黑 Light" pitchFamily="34" charset="-122"/>
            </a:endParaRPr>
          </a:p>
        </p:txBody>
      </p:sp>
      <p:sp>
        <p:nvSpPr>
          <p:cNvPr id="5" name="内容占位符 3"/>
          <p:cNvSpPr>
            <a:spLocks noGrp="1"/>
          </p:cNvSpPr>
          <p:nvPr>
            <p:ph sz="half" idx="38" hasCustomPrompt="1"/>
          </p:nvPr>
        </p:nvSpPr>
        <p:spPr>
          <a:xfrm>
            <a:off x="395536" y="3067070"/>
            <a:ext cx="4896544" cy="1952952"/>
          </a:xfrm>
          <a:prstGeom prst="rect">
            <a:avLst/>
          </a:prstGeom>
        </p:spPr>
        <p:txBody>
          <a:bodyPr>
            <a:normAutofit/>
          </a:bodyPr>
          <a:lstStyle>
            <a:lvl1pPr marL="0" indent="0">
              <a:lnSpc>
                <a:spcPts val="2000"/>
              </a:lnSpc>
              <a:spcBef>
                <a:spcPts val="0"/>
              </a:spcBef>
              <a:spcAft>
                <a:spcPts val="500"/>
              </a:spcAft>
              <a:buNone/>
              <a:defRPr sz="1300" baseline="0">
                <a:solidFill>
                  <a:srgbClr val="656464"/>
                </a:solidFill>
                <a:latin typeface="+mn-lt"/>
                <a:ea typeface="微软雅黑" panose="020B0503020204020204" pitchFamily="34" charset="-122"/>
              </a:defRPr>
            </a:lvl1pPr>
            <a:lvl2pPr marL="457200" indent="0">
              <a:buNone/>
              <a:defRPr sz="1300" baseline="0">
                <a:solidFill>
                  <a:srgbClr val="656464"/>
                </a:solidFill>
                <a:latin typeface="+mn-lt"/>
                <a:ea typeface="微软雅黑" panose="020B0503020204020204" pitchFamily="34" charset="-122"/>
              </a:defRPr>
            </a:lvl2pPr>
            <a:lvl3pPr marL="914400" indent="0">
              <a:buNone/>
              <a:defRPr sz="1300" baseline="0">
                <a:solidFill>
                  <a:srgbClr val="656464"/>
                </a:solidFill>
                <a:latin typeface="+mn-lt"/>
                <a:ea typeface="微软雅黑" panose="020B0503020204020204" pitchFamily="34" charset="-122"/>
              </a:defRPr>
            </a:lvl3pPr>
            <a:lvl4pPr marL="1371600" indent="0">
              <a:buNone/>
              <a:defRPr sz="1300" baseline="0">
                <a:solidFill>
                  <a:srgbClr val="656464"/>
                </a:solidFill>
                <a:latin typeface="+mn-lt"/>
                <a:ea typeface="微软雅黑" panose="020B0503020204020204" pitchFamily="34" charset="-122"/>
              </a:defRPr>
            </a:lvl4pPr>
            <a:lvl5pPr marL="1828800" indent="0">
              <a:buNone/>
              <a:defRPr sz="1300" baseline="0">
                <a:solidFill>
                  <a:srgbClr val="656464"/>
                </a:solidFill>
                <a:latin typeface="+mn-lt"/>
                <a:ea typeface="微软雅黑" panose="020B0503020204020204" pitchFamily="34" charset="-122"/>
              </a:defRPr>
            </a:lvl5pPr>
            <a:lvl6pPr>
              <a:defRPr sz="1600"/>
            </a:lvl6pPr>
            <a:lvl7pPr>
              <a:defRPr sz="1600"/>
            </a:lvl7pPr>
            <a:lvl8pPr>
              <a:defRPr sz="1600"/>
            </a:lvl8pPr>
            <a:lvl9pPr>
              <a:defRPr sz="1600"/>
            </a:lvl9pPr>
          </a:lstStyle>
          <a:p>
            <a:pPr lvl="0"/>
            <a:r>
              <a:rPr lang="en-US" altLang="zh-CN">
                <a:latin typeface="Georgia" pitchFamily="18" charset="0"/>
                <a:cs typeface="Arial" pitchFamily="34" charset="0"/>
              </a:rPr>
              <a:t>Text: Georgia 13pt 75% Gray Ahead 13pt 75% Gray Left Alignment Body Font: Georgia 13pt 75% Gray Line Spacing Design Value 20 pts Before: 0 pound After: 5 pt Left Justified</a:t>
            </a:r>
            <a:endParaRPr lang="zh-CN" altLang="en-US" dirty="0">
              <a:latin typeface="Georgia" pitchFamily="18" charset="0"/>
              <a:cs typeface="Arial" pitchFamily="34" charset="0"/>
            </a:endParaRPr>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8" name="文本占位符 62"/>
          <p:cNvSpPr>
            <a:spLocks noGrp="1"/>
          </p:cNvSpPr>
          <p:nvPr>
            <p:ph type="body" sz="quarter" idx="35" hasCustomPrompt="1"/>
          </p:nvPr>
        </p:nvSpPr>
        <p:spPr>
          <a:xfrm>
            <a:off x="5364088" y="1131590"/>
            <a:ext cx="3528392" cy="3888432"/>
          </a:xfrm>
          <a:prstGeom prst="rect">
            <a:avLst/>
          </a:prstGeom>
        </p:spPr>
        <p:txBody>
          <a:bodyPr anchor="ctr">
            <a:normAutofit/>
          </a:bodyPr>
          <a:lstStyle>
            <a:lvl1pPr marL="0" indent="0" algn="ctr">
              <a:lnSpc>
                <a:spcPts val="3000"/>
              </a:lnSpc>
              <a:spcBef>
                <a:spcPts val="0"/>
              </a:spcBef>
              <a:spcAft>
                <a:spcPts val="500"/>
              </a:spcAft>
              <a:buNone/>
              <a:defRPr sz="1800">
                <a:solidFill>
                  <a:srgbClr val="B1B1B1"/>
                </a:solidFill>
                <a:latin typeface="微软雅黑 Light" pitchFamily="34" charset="-122"/>
                <a:ea typeface="微软雅黑 Light" pitchFamily="34" charset="-122"/>
              </a:defRPr>
            </a:lvl1pPr>
            <a:lvl2pPr>
              <a:defRPr sz="1800"/>
            </a:lvl2pPr>
            <a:lvl3pPr>
              <a:defRPr sz="1800"/>
            </a:lvl3pPr>
            <a:lvl4pPr>
              <a:defRPr sz="1800"/>
            </a:lvl4pPr>
            <a:lvl5pPr>
              <a:defRPr sz="1800"/>
            </a:lvl5pPr>
          </a:lstStyle>
          <a:p>
            <a:pPr lvl="0"/>
            <a:r>
              <a:rPr lang="zh-CN" altLang="en-US" dirty="0"/>
              <a:t>此处插入图表根据具体情况而定</a:t>
            </a:r>
          </a:p>
        </p:txBody>
      </p:sp>
      <p:pic>
        <p:nvPicPr>
          <p:cNvPr id="9"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677449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文字与图表横版">
    <p:spTree>
      <p:nvGrpSpPr>
        <p:cNvPr id="1" name=""/>
        <p:cNvGrpSpPr/>
        <p:nvPr/>
      </p:nvGrpSpPr>
      <p:grpSpPr>
        <a:xfrm>
          <a:off x="0" y="0"/>
          <a:ext cx="0" cy="0"/>
          <a:chOff x="0" y="0"/>
          <a:chExt cx="0" cy="0"/>
        </a:xfrm>
      </p:grpSpPr>
      <p:sp>
        <p:nvSpPr>
          <p:cNvPr id="15" name="文本占位符 52"/>
          <p:cNvSpPr>
            <a:spLocks noGrp="1"/>
          </p:cNvSpPr>
          <p:nvPr>
            <p:ph type="body" sz="quarter" idx="27" hasCustomPrompt="1"/>
          </p:nvPr>
        </p:nvSpPr>
        <p:spPr>
          <a:xfrm>
            <a:off x="395288" y="2787774"/>
            <a:ext cx="3960688" cy="247650"/>
          </a:xfrm>
          <a:prstGeom prst="rect">
            <a:avLst/>
          </a:prstGeom>
        </p:spPr>
        <p:txBody>
          <a:bodyPr>
            <a:noAutofit/>
          </a:bodyPr>
          <a:lstStyle>
            <a:lvl1pPr marL="0" indent="0">
              <a:buNone/>
              <a:defRPr sz="1300" b="1" baseline="0">
                <a:solidFill>
                  <a:srgbClr val="ED1A3B"/>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a:latin typeface="黑体" pitchFamily="49" charset="-122"/>
                <a:ea typeface="黑体" pitchFamily="49" charset="-122"/>
              </a:rPr>
              <a:t>此处编辑中文标题：黑体 </a:t>
            </a:r>
            <a:r>
              <a:rPr lang="en-US" altLang="zh-CN">
                <a:latin typeface="黑体" pitchFamily="49" charset="-122"/>
                <a:ea typeface="黑体" pitchFamily="49" charset="-122"/>
              </a:rPr>
              <a:t>13pt </a:t>
            </a:r>
            <a:r>
              <a:rPr lang="zh-CN" altLang="en-US">
                <a:latin typeface="黑体" pitchFamily="49" charset="-122"/>
                <a:ea typeface="黑体" pitchFamily="49" charset="-122"/>
              </a:rPr>
              <a:t>标准红 加粗</a:t>
            </a:r>
            <a:endParaRPr lang="zh-CN" altLang="en-US" dirty="0">
              <a:latin typeface="黑体" pitchFamily="49" charset="-122"/>
              <a:ea typeface="黑体" pitchFamily="49" charset="-122"/>
            </a:endParaRPr>
          </a:p>
        </p:txBody>
      </p:sp>
      <p:sp>
        <p:nvSpPr>
          <p:cNvPr id="16" name="文本占位符 54"/>
          <p:cNvSpPr>
            <a:spLocks noGrp="1"/>
          </p:cNvSpPr>
          <p:nvPr>
            <p:ph type="body" sz="quarter" idx="28" hasCustomPrompt="1"/>
          </p:nvPr>
        </p:nvSpPr>
        <p:spPr>
          <a:xfrm>
            <a:off x="395288" y="3035424"/>
            <a:ext cx="3960688" cy="1984598"/>
          </a:xfrm>
          <a:prstGeom prst="rect">
            <a:avLst/>
          </a:prstGeom>
        </p:spPr>
        <p:txBody>
          <a:bodyPr>
            <a:noAutofit/>
          </a:bodyPr>
          <a:lstStyle>
            <a:lvl1pPr marL="0" indent="0">
              <a:buNone/>
              <a:defRPr sz="1300" b="0" baseline="0">
                <a:solidFill>
                  <a:srgbClr val="656464"/>
                </a:solidFill>
              </a:defRPr>
            </a:lvl1pPr>
            <a:lvl2pPr>
              <a:defRPr sz="1300"/>
            </a:lvl2pPr>
            <a:lvl3pPr>
              <a:defRPr sz="1300"/>
            </a:lvl3pPr>
            <a:lvl4pPr>
              <a:defRPr sz="1300"/>
            </a:lvl4pPr>
            <a:lvl5pPr>
              <a:defRPr sz="1300"/>
            </a:lvl5pPr>
          </a:lstStyle>
          <a:p>
            <a:r>
              <a:rPr lang="zh-CN" altLang="en-US">
                <a:latin typeface="微软雅黑 Light" pitchFamily="34" charset="-122"/>
                <a:ea typeface="微软雅黑 Light" pitchFamily="34" charset="-122"/>
              </a:rPr>
              <a:t>此处编辑正文：微软雅黑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a:t>
            </a:r>
            <a:endParaRPr lang="zh-CN" altLang="en-US" dirty="0">
              <a:latin typeface="微软雅黑 Light" pitchFamily="34" charset="-122"/>
              <a:ea typeface="微软雅黑 Light" pitchFamily="34" charset="-122"/>
            </a:endParaRPr>
          </a:p>
        </p:txBody>
      </p:sp>
      <p:sp>
        <p:nvSpPr>
          <p:cNvPr id="18" name="文本占位符 54"/>
          <p:cNvSpPr>
            <a:spLocks noGrp="1"/>
          </p:cNvSpPr>
          <p:nvPr>
            <p:ph type="body" sz="quarter" idx="39" hasCustomPrompt="1"/>
          </p:nvPr>
        </p:nvSpPr>
        <p:spPr>
          <a:xfrm>
            <a:off x="4715768" y="3035424"/>
            <a:ext cx="3960688" cy="1984598"/>
          </a:xfrm>
          <a:prstGeom prst="rect">
            <a:avLst/>
          </a:prstGeom>
        </p:spPr>
        <p:txBody>
          <a:bodyPr>
            <a:noAutofit/>
          </a:bodyPr>
          <a:lstStyle>
            <a:lvl1pPr marL="0" indent="0">
              <a:buNone/>
              <a:defRPr sz="1300" b="0" baseline="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Edit the text here: Georgia 13pt 75% gray</a:t>
            </a:r>
            <a:endParaRPr lang="zh-CN" altLang="en-US" dirty="0">
              <a:latin typeface="Georgia" pitchFamily="18" charset="0"/>
              <a:ea typeface="微软雅黑" panose="020B0503020204020204" pitchFamily="34" charset="-122"/>
              <a:cs typeface="Arial" pitchFamily="34" charset="0"/>
            </a:endParaRPr>
          </a:p>
        </p:txBody>
      </p:sp>
      <p:sp>
        <p:nvSpPr>
          <p:cNvPr id="9" name="文本占位符 52"/>
          <p:cNvSpPr>
            <a:spLocks noGrp="1"/>
          </p:cNvSpPr>
          <p:nvPr>
            <p:ph type="body" sz="quarter" idx="40" hasCustomPrompt="1"/>
          </p:nvPr>
        </p:nvSpPr>
        <p:spPr>
          <a:xfrm>
            <a:off x="4715768" y="2787774"/>
            <a:ext cx="3960688" cy="247650"/>
          </a:xfrm>
          <a:prstGeom prst="rect">
            <a:avLst/>
          </a:prstGeom>
        </p:spPr>
        <p:txBody>
          <a:bodyPr>
            <a:noAutofit/>
          </a:bodyPr>
          <a:lstStyle>
            <a:lvl1pPr marL="0" indent="0">
              <a:buNone/>
              <a:defRPr sz="1300" b="1" baseline="0">
                <a:solidFill>
                  <a:srgbClr val="ED1A3B"/>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nn-NO" altLang="zh-CN">
                <a:latin typeface="Georgia" pitchFamily="18" charset="0"/>
                <a:cs typeface="Arial" pitchFamily="34" charset="0"/>
              </a:rPr>
              <a:t>Georgia 13pt standard red bold</a:t>
            </a:r>
            <a:endParaRPr lang="zh-CN" altLang="en-US" dirty="0">
              <a:latin typeface="Georgia" pitchFamily="18" charset="0"/>
              <a:cs typeface="Arial" pitchFamily="34" charset="0"/>
            </a:endParaRPr>
          </a:p>
        </p:txBody>
      </p:sp>
      <p:sp>
        <p:nvSpPr>
          <p:cNvPr id="10"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单击添加标题（字体黑体 </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1" name="文本占位符 2"/>
          <p:cNvSpPr>
            <a:spLocks noGrp="1"/>
          </p:cNvSpPr>
          <p:nvPr>
            <p:ph type="body" idx="36"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a:latin typeface="Georgia" pitchFamily="18" charset="0"/>
                <a:ea typeface="微软雅黑" panose="020B0503020204020204" pitchFamily="34" charset="-122"/>
                <a:cs typeface="Arial" pitchFamily="34" charset="0"/>
              </a:rPr>
              <a:t>Add the English title here（Fonts Georgia 18pt）</a:t>
            </a:r>
            <a:endParaRPr lang="en-US" altLang="zh-CN" dirty="0">
              <a:latin typeface="Georgia" pitchFamily="18" charset="0"/>
              <a:ea typeface="微软雅黑" panose="020B0503020204020204" pitchFamily="34" charset="-122"/>
              <a:cs typeface="Arial" pitchFamily="34" charset="0"/>
            </a:endParaRPr>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13" name="文本占位符 62"/>
          <p:cNvSpPr>
            <a:spLocks noGrp="1"/>
          </p:cNvSpPr>
          <p:nvPr>
            <p:ph type="body" sz="quarter" idx="35" hasCustomPrompt="1"/>
          </p:nvPr>
        </p:nvSpPr>
        <p:spPr>
          <a:xfrm>
            <a:off x="395288" y="987574"/>
            <a:ext cx="3960688" cy="1656184"/>
          </a:xfrm>
          <a:prstGeom prst="rect">
            <a:avLst/>
          </a:prstGeom>
        </p:spPr>
        <p:txBody>
          <a:bodyPr anchor="ctr">
            <a:normAutofit/>
          </a:bodyPr>
          <a:lstStyle>
            <a:lvl1pPr marL="0" indent="0" algn="ctr">
              <a:lnSpc>
                <a:spcPts val="3000"/>
              </a:lnSpc>
              <a:spcBef>
                <a:spcPts val="0"/>
              </a:spcBef>
              <a:spcAft>
                <a:spcPts val="500"/>
              </a:spcAft>
              <a:buNone/>
              <a:defRPr sz="1800">
                <a:solidFill>
                  <a:srgbClr val="B1B1B1"/>
                </a:solidFill>
                <a:latin typeface="微软雅黑 Light" pitchFamily="34" charset="-122"/>
                <a:ea typeface="微软雅黑 Light" pitchFamily="34" charset="-122"/>
              </a:defRPr>
            </a:lvl1pPr>
            <a:lvl2pPr>
              <a:defRPr sz="1800"/>
            </a:lvl2pPr>
            <a:lvl3pPr>
              <a:defRPr sz="1800"/>
            </a:lvl3pPr>
            <a:lvl4pPr>
              <a:defRPr sz="1800"/>
            </a:lvl4pPr>
            <a:lvl5pPr>
              <a:defRPr sz="1800"/>
            </a:lvl5pPr>
          </a:lstStyle>
          <a:p>
            <a:pPr lvl="0"/>
            <a:r>
              <a:rPr lang="zh-CN" altLang="en-US" dirty="0"/>
              <a:t>此处插入图表根据具体情况而定</a:t>
            </a:r>
          </a:p>
        </p:txBody>
      </p:sp>
      <p:sp>
        <p:nvSpPr>
          <p:cNvPr id="14" name="文本占位符 62"/>
          <p:cNvSpPr>
            <a:spLocks noGrp="1"/>
          </p:cNvSpPr>
          <p:nvPr>
            <p:ph type="body" sz="quarter" idx="41" hasCustomPrompt="1"/>
          </p:nvPr>
        </p:nvSpPr>
        <p:spPr>
          <a:xfrm>
            <a:off x="4715768" y="987574"/>
            <a:ext cx="3960688" cy="1656184"/>
          </a:xfrm>
          <a:prstGeom prst="rect">
            <a:avLst/>
          </a:prstGeom>
        </p:spPr>
        <p:txBody>
          <a:bodyPr anchor="ctr">
            <a:normAutofit/>
          </a:bodyPr>
          <a:lstStyle>
            <a:lvl1pPr marL="0" indent="0" algn="ctr">
              <a:lnSpc>
                <a:spcPts val="3000"/>
              </a:lnSpc>
              <a:spcBef>
                <a:spcPts val="0"/>
              </a:spcBef>
              <a:spcAft>
                <a:spcPts val="500"/>
              </a:spcAft>
              <a:buNone/>
              <a:defRPr sz="1800">
                <a:solidFill>
                  <a:srgbClr val="B1B1B1"/>
                </a:solidFill>
                <a:latin typeface="微软雅黑 Light" pitchFamily="34" charset="-122"/>
                <a:ea typeface="微软雅黑 Light" pitchFamily="34" charset="-122"/>
              </a:defRPr>
            </a:lvl1pPr>
            <a:lvl2pPr>
              <a:defRPr sz="1800"/>
            </a:lvl2pPr>
            <a:lvl3pPr>
              <a:defRPr sz="1800"/>
            </a:lvl3pPr>
            <a:lvl4pPr>
              <a:defRPr sz="1800"/>
            </a:lvl4pPr>
            <a:lvl5pPr>
              <a:defRPr sz="1800"/>
            </a:lvl5pPr>
          </a:lstStyle>
          <a:p>
            <a:pPr lvl="0"/>
            <a:r>
              <a:rPr lang="zh-CN" altLang="en-US" dirty="0"/>
              <a:t>此处插入图表根据具体情况而定</a:t>
            </a:r>
          </a:p>
        </p:txBody>
      </p:sp>
      <p:pic>
        <p:nvPicPr>
          <p:cNvPr id="17"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267414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文字与流程图版式">
    <p:spTree>
      <p:nvGrpSpPr>
        <p:cNvPr id="1" name=""/>
        <p:cNvGrpSpPr/>
        <p:nvPr/>
      </p:nvGrpSpPr>
      <p:grpSpPr>
        <a:xfrm>
          <a:off x="0" y="0"/>
          <a:ext cx="0" cy="0"/>
          <a:chOff x="0" y="0"/>
          <a:chExt cx="0" cy="0"/>
        </a:xfrm>
      </p:grpSpPr>
      <p:sp>
        <p:nvSpPr>
          <p:cNvPr id="9" name="文本占位符 8"/>
          <p:cNvSpPr>
            <a:spLocks noGrp="1"/>
          </p:cNvSpPr>
          <p:nvPr>
            <p:ph type="body" sz="quarter" idx="23" hasCustomPrompt="1"/>
          </p:nvPr>
        </p:nvSpPr>
        <p:spPr>
          <a:xfrm>
            <a:off x="939893" y="1402602"/>
            <a:ext cx="3632106" cy="822938"/>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5" name="内容占位符 4"/>
          <p:cNvSpPr>
            <a:spLocks noGrp="1"/>
          </p:cNvSpPr>
          <p:nvPr>
            <p:ph sz="quarter" idx="22" hasCustomPrompt="1"/>
          </p:nvPr>
        </p:nvSpPr>
        <p:spPr>
          <a:xfrm>
            <a:off x="395536" y="2331162"/>
            <a:ext cx="8401338" cy="1227471"/>
          </a:xfrm>
          <a:prstGeom prst="rect">
            <a:avLst/>
          </a:prstGeom>
        </p:spPr>
        <p:txBody>
          <a:bodyPr numCol="1" anchor="ctr">
            <a:normAutofit/>
          </a:bodyPr>
          <a:lstStyle>
            <a:lvl1pPr marL="0" indent="0" algn="ctr">
              <a:buFont typeface="Arial" panose="020B0604020202020204" pitchFamily="34" charset="0"/>
              <a:buNone/>
              <a:defRPr sz="1800">
                <a:solidFill>
                  <a:srgbClr val="B1B1B1"/>
                </a:solidFill>
                <a:latin typeface="微软雅黑 Light" pitchFamily="34" charset="-122"/>
                <a:ea typeface="微软雅黑 Light" pitchFamily="34" charset="-122"/>
              </a:defRPr>
            </a:lvl1pPr>
          </a:lstStyle>
          <a:p>
            <a:pPr lvl="0"/>
            <a:r>
              <a:rPr lang="zh-CN" altLang="en-US" dirty="0"/>
              <a:t>可在此处添加流程或步骤等图标示意</a:t>
            </a:r>
          </a:p>
        </p:txBody>
      </p:sp>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22" name="内容占位符 3"/>
          <p:cNvSpPr>
            <a:spLocks noGrp="1"/>
          </p:cNvSpPr>
          <p:nvPr>
            <p:ph sz="half" idx="20" hasCustomPrompt="1"/>
          </p:nvPr>
        </p:nvSpPr>
        <p:spPr>
          <a:xfrm>
            <a:off x="939892" y="1114570"/>
            <a:ext cx="3632107" cy="288032"/>
          </a:xfrm>
          <a:prstGeom prst="rect">
            <a:avLst/>
          </a:prstGeom>
        </p:spPr>
        <p:txBody>
          <a:bodyPr>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此处编辑中文字体黑体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34" name="内容占位符 3"/>
          <p:cNvSpPr>
            <a:spLocks noGrp="1"/>
          </p:cNvSpPr>
          <p:nvPr>
            <p:ph sz="half" idx="24" hasCustomPrompt="1"/>
          </p:nvPr>
        </p:nvSpPr>
        <p:spPr>
          <a:xfrm>
            <a:off x="4848952" y="1114570"/>
            <a:ext cx="3539472" cy="288032"/>
          </a:xfrm>
          <a:prstGeom prst="rect">
            <a:avLst/>
          </a:prstGeom>
        </p:spPr>
        <p:txBody>
          <a:bodyPr>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此处编辑中文字体黑体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35" name="文本占位符 8"/>
          <p:cNvSpPr>
            <a:spLocks noGrp="1"/>
          </p:cNvSpPr>
          <p:nvPr>
            <p:ph type="body" sz="quarter" idx="25" hasCustomPrompt="1"/>
          </p:nvPr>
        </p:nvSpPr>
        <p:spPr>
          <a:xfrm>
            <a:off x="4848953" y="1402602"/>
            <a:ext cx="3539471" cy="822938"/>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36" name="内容占位符 3"/>
          <p:cNvSpPr>
            <a:spLocks noGrp="1"/>
          </p:cNvSpPr>
          <p:nvPr>
            <p:ph sz="half" idx="26" hasCustomPrompt="1"/>
          </p:nvPr>
        </p:nvSpPr>
        <p:spPr>
          <a:xfrm>
            <a:off x="384457" y="3709543"/>
            <a:ext cx="2603367" cy="230359"/>
          </a:xfrm>
          <a:prstGeom prst="rect">
            <a:avLst/>
          </a:prstGeom>
        </p:spPr>
        <p:txBody>
          <a:bodyPr>
            <a:norm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37" name="文本占位符 8"/>
          <p:cNvSpPr>
            <a:spLocks noGrp="1"/>
          </p:cNvSpPr>
          <p:nvPr>
            <p:ph type="body" sz="quarter" idx="27" hasCustomPrompt="1"/>
          </p:nvPr>
        </p:nvSpPr>
        <p:spPr>
          <a:xfrm>
            <a:off x="384457" y="3953732"/>
            <a:ext cx="2603367" cy="994282"/>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42" name="内容占位符 3"/>
          <p:cNvSpPr>
            <a:spLocks noGrp="1"/>
          </p:cNvSpPr>
          <p:nvPr>
            <p:ph sz="half" idx="28" hasCustomPrompt="1"/>
          </p:nvPr>
        </p:nvSpPr>
        <p:spPr>
          <a:xfrm>
            <a:off x="3347864" y="3709543"/>
            <a:ext cx="2533983" cy="230359"/>
          </a:xfrm>
          <a:prstGeom prst="rect">
            <a:avLst/>
          </a:prstGeom>
        </p:spPr>
        <p:txBody>
          <a:bodyPr>
            <a:norm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43" name="文本占位符 8"/>
          <p:cNvSpPr>
            <a:spLocks noGrp="1"/>
          </p:cNvSpPr>
          <p:nvPr>
            <p:ph type="body" sz="quarter" idx="29" hasCustomPrompt="1"/>
          </p:nvPr>
        </p:nvSpPr>
        <p:spPr>
          <a:xfrm>
            <a:off x="3347864" y="3953732"/>
            <a:ext cx="2533983" cy="994282"/>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44" name="内容占位符 3"/>
          <p:cNvSpPr>
            <a:spLocks noGrp="1"/>
          </p:cNvSpPr>
          <p:nvPr>
            <p:ph sz="half" idx="30" hasCustomPrompt="1"/>
          </p:nvPr>
        </p:nvSpPr>
        <p:spPr>
          <a:xfrm>
            <a:off x="6228184" y="3709543"/>
            <a:ext cx="2554957" cy="230359"/>
          </a:xfrm>
          <a:prstGeom prst="rect">
            <a:avLst/>
          </a:prstGeom>
        </p:spPr>
        <p:txBody>
          <a:bodyPr>
            <a:norm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45" name="文本占位符 8"/>
          <p:cNvSpPr>
            <a:spLocks noGrp="1"/>
          </p:cNvSpPr>
          <p:nvPr>
            <p:ph type="body" sz="quarter" idx="31" hasCustomPrompt="1"/>
          </p:nvPr>
        </p:nvSpPr>
        <p:spPr>
          <a:xfrm>
            <a:off x="6228184" y="3953732"/>
            <a:ext cx="2554957" cy="994282"/>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16"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单击添加标题（字体黑体 </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7" name="文本占位符 2"/>
          <p:cNvSpPr>
            <a:spLocks noGrp="1"/>
          </p:cNvSpPr>
          <p:nvPr>
            <p:ph type="body" idx="36"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a:latin typeface="Georgia" pitchFamily="18" charset="0"/>
                <a:ea typeface="微软雅黑" panose="020B0503020204020204" pitchFamily="34" charset="-122"/>
                <a:cs typeface="Arial" pitchFamily="34" charset="0"/>
              </a:rPr>
              <a:t>Add the English title here（Fonts Georgia 18pt）</a:t>
            </a:r>
            <a:endParaRPr lang="en-US" altLang="zh-CN" dirty="0">
              <a:latin typeface="Georgia" pitchFamily="18" charset="0"/>
              <a:ea typeface="微软雅黑" panose="020B0503020204020204" pitchFamily="34" charset="-122"/>
              <a:cs typeface="Arial" pitchFamily="34" charset="0"/>
            </a:endParaRPr>
          </a:p>
        </p:txBody>
      </p:sp>
      <p:pic>
        <p:nvPicPr>
          <p:cNvPr id="18"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1503973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空白页">
    <p:spTree>
      <p:nvGrpSpPr>
        <p:cNvPr id="1" name=""/>
        <p:cNvGrpSpPr/>
        <p:nvPr/>
      </p:nvGrpSpPr>
      <p:grpSpPr>
        <a:xfrm>
          <a:off x="0" y="0"/>
          <a:ext cx="0" cy="0"/>
          <a:chOff x="0" y="0"/>
          <a:chExt cx="0" cy="0"/>
        </a:xfrm>
      </p:grpSpPr>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9" name="Picture 1" descr="image.pd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5"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1932303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结尾页-英文版">
    <p:spTree>
      <p:nvGrpSpPr>
        <p:cNvPr id="1" name=""/>
        <p:cNvGrpSpPr/>
        <p:nvPr/>
      </p:nvGrpSpPr>
      <p:grpSpPr>
        <a:xfrm>
          <a:off x="0" y="0"/>
          <a:ext cx="0" cy="0"/>
          <a:chOff x="0" y="0"/>
          <a:chExt cx="0" cy="0"/>
        </a:xfrm>
      </p:grpSpPr>
      <p:grpSp>
        <p:nvGrpSpPr>
          <p:cNvPr id="6" name="组合 5"/>
          <p:cNvGrpSpPr/>
          <p:nvPr userDrawn="1"/>
        </p:nvGrpSpPr>
        <p:grpSpPr>
          <a:xfrm>
            <a:off x="2295576" y="1419622"/>
            <a:ext cx="4552849" cy="1996479"/>
            <a:chOff x="2295576" y="1419622"/>
            <a:chExt cx="4552849" cy="1996479"/>
          </a:xfrm>
        </p:grpSpPr>
        <p:sp>
          <p:nvSpPr>
            <p:cNvPr id="7" name="文本框 6"/>
            <p:cNvSpPr txBox="1"/>
            <p:nvPr/>
          </p:nvSpPr>
          <p:spPr>
            <a:xfrm>
              <a:off x="2295576" y="1419622"/>
              <a:ext cx="4552849" cy="1554272"/>
            </a:xfrm>
            <a:prstGeom prst="rect">
              <a:avLst/>
            </a:prstGeom>
            <a:noFill/>
          </p:spPr>
          <p:txBody>
            <a:bodyPr wrap="none" rtlCol="0">
              <a:spAutoFit/>
            </a:bodyPr>
            <a:lstStyle/>
            <a:p>
              <a:r>
                <a:rPr lang="en-US" altLang="zh-CN" sz="9500" b="1" dirty="0">
                  <a:solidFill>
                    <a:srgbClr val="2E5C9E"/>
                  </a:solidFill>
                  <a:latin typeface="微软雅黑" panose="020B0503020204020204" pitchFamily="34" charset="-122"/>
                  <a:ea typeface="微软雅黑" panose="020B0503020204020204" pitchFamily="34" charset="-122"/>
                </a:rPr>
                <a:t>Thanks</a:t>
              </a:r>
              <a:endParaRPr lang="zh-CN" altLang="en-US" sz="9500" b="1" dirty="0">
                <a:solidFill>
                  <a:srgbClr val="2E5C9E"/>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2878450" y="3075806"/>
              <a:ext cx="3391656" cy="340295"/>
              <a:chOff x="2878450" y="3095551"/>
              <a:chExt cx="3391656" cy="340295"/>
            </a:xfrm>
          </p:grpSpPr>
          <p:sp>
            <p:nvSpPr>
              <p:cNvPr id="19" name="矩形 18"/>
              <p:cNvSpPr/>
              <p:nvPr/>
            </p:nvSpPr>
            <p:spPr bwMode="auto">
              <a:xfrm>
                <a:off x="2878450" y="3095551"/>
                <a:ext cx="1045478" cy="292388"/>
              </a:xfrm>
              <a:prstGeom prst="rect">
                <a:avLst/>
              </a:prstGeom>
            </p:spPr>
            <p:txBody>
              <a:bodyPr wrap="none">
                <a:spAutoFit/>
              </a:bodyPr>
              <a:lstStyle/>
              <a:p>
                <a:pPr algn="ctr" fontAlgn="auto">
                  <a:spcBef>
                    <a:spcPts val="0"/>
                  </a:spcBef>
                  <a:spcAft>
                    <a:spcPts val="0"/>
                  </a:spcAft>
                  <a:defRPr/>
                </a:pPr>
                <a:r>
                  <a:rPr lang="en-US" altLang="zh-CN" sz="1300" b="1" kern="0" dirty="0">
                    <a:solidFill>
                      <a:srgbClr val="ED1A3B"/>
                    </a:solidFill>
                    <a:latin typeface="Calibri"/>
                  </a:rPr>
                  <a:t>Cooperation</a:t>
                </a:r>
                <a:endParaRPr lang="zh-CN" altLang="en-US" sz="1300" b="1" kern="0" dirty="0">
                  <a:solidFill>
                    <a:srgbClr val="ED1A3B"/>
                  </a:solidFill>
                  <a:latin typeface="Calibri"/>
                  <a:ea typeface="宋体"/>
                </a:endParaRPr>
              </a:p>
            </p:txBody>
          </p:sp>
          <p:sp>
            <p:nvSpPr>
              <p:cNvPr id="17" name="矩形 16"/>
              <p:cNvSpPr/>
              <p:nvPr/>
            </p:nvSpPr>
            <p:spPr bwMode="auto">
              <a:xfrm>
                <a:off x="4225591" y="3095551"/>
                <a:ext cx="896399" cy="307777"/>
              </a:xfrm>
              <a:prstGeom prst="rect">
                <a:avLst/>
              </a:prstGeom>
            </p:spPr>
            <p:txBody>
              <a:bodyPr wrap="none">
                <a:spAutoFit/>
              </a:bodyPr>
              <a:lstStyle/>
              <a:p>
                <a:pPr algn="ctr" fontAlgn="auto">
                  <a:spcBef>
                    <a:spcPts val="0"/>
                  </a:spcBef>
                  <a:spcAft>
                    <a:spcPts val="0"/>
                  </a:spcAft>
                  <a:defRPr/>
                </a:pPr>
                <a:r>
                  <a:rPr lang="en-US" altLang="zh-CN" sz="1400" b="1" kern="0" dirty="0">
                    <a:solidFill>
                      <a:srgbClr val="2E5C9E"/>
                    </a:solidFill>
                    <a:latin typeface="Calibri"/>
                    <a:ea typeface="宋体"/>
                  </a:rPr>
                  <a:t>Efficiency</a:t>
                </a:r>
                <a:endParaRPr lang="zh-CN" altLang="en-US" sz="1400" b="1" kern="0" dirty="0">
                  <a:solidFill>
                    <a:srgbClr val="2E5C9E"/>
                  </a:solidFill>
                  <a:latin typeface="Calibri"/>
                  <a:ea typeface="宋体"/>
                </a:endParaRPr>
              </a:p>
            </p:txBody>
          </p:sp>
          <p:sp>
            <p:nvSpPr>
              <p:cNvPr id="15" name="矩形 14"/>
              <p:cNvSpPr/>
              <p:nvPr/>
            </p:nvSpPr>
            <p:spPr bwMode="auto">
              <a:xfrm>
                <a:off x="5364088" y="3095551"/>
                <a:ext cx="906018" cy="307777"/>
              </a:xfrm>
              <a:prstGeom prst="rect">
                <a:avLst/>
              </a:prstGeom>
            </p:spPr>
            <p:txBody>
              <a:bodyPr wrap="none">
                <a:spAutoFit/>
              </a:bodyPr>
              <a:lstStyle/>
              <a:p>
                <a:pPr algn="ctr" fontAlgn="auto">
                  <a:spcBef>
                    <a:spcPts val="0"/>
                  </a:spcBef>
                  <a:spcAft>
                    <a:spcPts val="0"/>
                  </a:spcAft>
                  <a:defRPr/>
                </a:pPr>
                <a:r>
                  <a:rPr lang="en-US" altLang="zh-CN" sz="1400" b="1" kern="0" dirty="0">
                    <a:solidFill>
                      <a:srgbClr val="008286"/>
                    </a:solidFill>
                    <a:latin typeface="Calibri"/>
                  </a:rPr>
                  <a:t>Creativity</a:t>
                </a:r>
                <a:endParaRPr lang="zh-CN" altLang="en-US" sz="1400" b="1" kern="0" dirty="0">
                  <a:solidFill>
                    <a:srgbClr val="008286"/>
                  </a:solidFill>
                  <a:latin typeface="Calibri"/>
                  <a:ea typeface="宋体"/>
                </a:endParaRPr>
              </a:p>
            </p:txBody>
          </p:sp>
          <p:cxnSp>
            <p:nvCxnSpPr>
              <p:cNvPr id="12" name="直接连接符 20"/>
              <p:cNvCxnSpPr>
                <a:cxnSpLocks noChangeShapeType="1"/>
              </p:cNvCxnSpPr>
              <p:nvPr/>
            </p:nvCxnSpPr>
            <p:spPr bwMode="auto">
              <a:xfrm>
                <a:off x="5220072" y="3096769"/>
                <a:ext cx="0" cy="339077"/>
              </a:xfrm>
              <a:prstGeom prst="line">
                <a:avLst/>
              </a:prstGeom>
              <a:noFill/>
              <a:ln w="28575" algn="ctr">
                <a:solidFill>
                  <a:srgbClr val="F2F2F2"/>
                </a:solidFill>
                <a:round/>
                <a:headEnd/>
                <a:tailEnd/>
              </a:ln>
              <a:extLst>
                <a:ext uri="{909E8E84-426E-40DD-AFC4-6F175D3DCCD1}">
                  <a14:hiddenFill xmlns:a14="http://schemas.microsoft.com/office/drawing/2010/main">
                    <a:noFill/>
                  </a14:hiddenFill>
                </a:ext>
              </a:extLst>
            </p:spPr>
          </p:cxnSp>
          <p:cxnSp>
            <p:nvCxnSpPr>
              <p:cNvPr id="13" name="直接连接符 20"/>
              <p:cNvCxnSpPr>
                <a:cxnSpLocks noChangeShapeType="1"/>
              </p:cNvCxnSpPr>
              <p:nvPr/>
            </p:nvCxnSpPr>
            <p:spPr bwMode="auto">
              <a:xfrm>
                <a:off x="4067944" y="3096769"/>
                <a:ext cx="0" cy="339077"/>
              </a:xfrm>
              <a:prstGeom prst="line">
                <a:avLst/>
              </a:prstGeom>
              <a:noFill/>
              <a:ln w="28575" algn="ctr">
                <a:solidFill>
                  <a:srgbClr val="F2F2F2"/>
                </a:solidFill>
                <a:round/>
                <a:headEnd/>
                <a:tailEnd/>
              </a:ln>
              <a:extLst>
                <a:ext uri="{909E8E84-426E-40DD-AFC4-6F175D3DCCD1}">
                  <a14:hiddenFill xmlns:a14="http://schemas.microsoft.com/office/drawing/2010/main">
                    <a:noFill/>
                  </a14:hiddenFill>
                </a:ext>
              </a:extLst>
            </p:spPr>
          </p:cxnSp>
        </p:grpSp>
      </p:grpSp>
      <p:pic>
        <p:nvPicPr>
          <p:cNvPr id="20" name="图片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21"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06113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762000" y="789570"/>
            <a:ext cx="7914456" cy="3564395"/>
          </a:xfrm>
          <a:prstGeom prst="rect">
            <a:avLst/>
          </a:prstGeom>
        </p:spPr>
        <p:txBody>
          <a:bodyPr lIns="91413" tIns="45706" rIns="91413" bIns="45706"/>
          <a:lstStyle>
            <a:lvl1pPr marL="341855">
              <a:defRPr baseline="0">
                <a:latin typeface="+mj-ea"/>
                <a:ea typeface="+mj-ea"/>
              </a:defRPr>
            </a:lvl1pPr>
            <a:lvl2pPr>
              <a:defRPr>
                <a:latin typeface="+mj-ea"/>
                <a:ea typeface="+mj-ea"/>
              </a:defRPr>
            </a:lvl2pPr>
            <a:lvl3pPr marL="1106081" indent="-285629">
              <a:spcBef>
                <a:spcPts val="0"/>
              </a:spcBef>
              <a:spcAft>
                <a:spcPts val="576"/>
              </a:spcAft>
              <a:buFont typeface="Arial" pitchFamily="34" charset="0"/>
              <a:buChar char="•"/>
              <a:defRPr sz="1800">
                <a:latin typeface="+mj-ea"/>
                <a:ea typeface="+mj-ea"/>
              </a:defRPr>
            </a:lvl3pPr>
          </a:lstStyle>
          <a:p>
            <a:pPr lvl="0"/>
            <a:r>
              <a:rPr lang="en-US" dirty="0"/>
              <a:t>Click to edit Master text styles</a:t>
            </a:r>
          </a:p>
          <a:p>
            <a:pPr lvl="1"/>
            <a:r>
              <a:rPr lang="en-US" dirty="0"/>
              <a:t>Click</a:t>
            </a:r>
          </a:p>
          <a:p>
            <a:pPr lvl="2"/>
            <a:r>
              <a:rPr lang="en-US" altLang="zh-CN" dirty="0"/>
              <a:t>Click</a:t>
            </a:r>
            <a:endParaRPr lang="en-US" dirty="0"/>
          </a:p>
        </p:txBody>
      </p:sp>
      <p:sp>
        <p:nvSpPr>
          <p:cNvPr id="2" name="Title 1"/>
          <p:cNvSpPr>
            <a:spLocks noGrp="1"/>
          </p:cNvSpPr>
          <p:nvPr>
            <p:ph type="title"/>
          </p:nvPr>
        </p:nvSpPr>
        <p:spPr>
          <a:xfrm>
            <a:off x="629563" y="87474"/>
            <a:ext cx="8100900" cy="324036"/>
          </a:xfrm>
          <a:prstGeom prst="rect">
            <a:avLst/>
          </a:prstGeom>
        </p:spPr>
        <p:txBody>
          <a:bodyPr lIns="91413" tIns="45706" rIns="91413" bIns="45706"/>
          <a:lstStyle>
            <a:lvl1pPr>
              <a:defRPr sz="3225" baseline="0">
                <a:solidFill>
                  <a:srgbClr val="004B85"/>
                </a:solidFill>
                <a:latin typeface="+mj-ea"/>
                <a:ea typeface="+mj-ea"/>
              </a:defRPr>
            </a:lvl1pPr>
          </a:lstStyle>
          <a:p>
            <a:r>
              <a:rPr lang="en-US" dirty="0"/>
              <a:t>Click to edit Master title style</a:t>
            </a:r>
          </a:p>
        </p:txBody>
      </p:sp>
    </p:spTree>
    <p:extLst>
      <p:ext uri="{BB962C8B-B14F-4D97-AF65-F5344CB8AC3E}">
        <p14:creationId xmlns:p14="http://schemas.microsoft.com/office/powerpoint/2010/main" val="237294559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fen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9" name="Picture 1" descr="image.pdf"/>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596475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628650" y="4767263"/>
            <a:ext cx="2057400" cy="273844"/>
          </a:xfrm>
          <a:prstGeom prst="rect">
            <a:avLst/>
          </a:prstGeom>
        </p:spPr>
        <p:txBody>
          <a:bodyPr/>
          <a:lstStyle/>
          <a:p>
            <a:fld id="{0D5240F6-5F94-AE49-BAC9-A6DC23C96654}" type="datetimeFigureOut">
              <a:rPr lang="en-US" smtClean="0"/>
              <a:t>11/1/2019</a:t>
            </a:fld>
            <a:endParaRPr lang="en-US" dirty="0"/>
          </a:p>
        </p:txBody>
      </p:sp>
      <p:sp>
        <p:nvSpPr>
          <p:cNvPr id="4" name="Footer Placeholder 3"/>
          <p:cNvSpPr>
            <a:spLocks noGrp="1"/>
          </p:cNvSpPr>
          <p:nvPr>
            <p:ph type="ftr" sz="quarter" idx="11"/>
          </p:nvPr>
        </p:nvSpPr>
        <p:spPr>
          <a:xfrm>
            <a:off x="3028950" y="4767263"/>
            <a:ext cx="3086100" cy="273844"/>
          </a:xfrm>
          <a:prstGeom prst="rect">
            <a:avLst/>
          </a:prstGeom>
        </p:spPr>
        <p:txBody>
          <a:bodyPr/>
          <a:lstStyle/>
          <a:p>
            <a:endParaRPr lang="en-US" dirty="0"/>
          </a:p>
        </p:txBody>
      </p:sp>
      <p:sp>
        <p:nvSpPr>
          <p:cNvPr id="5" name="Slide Number Placeholder 4"/>
          <p:cNvSpPr>
            <a:spLocks noGrp="1"/>
          </p:cNvSpPr>
          <p:nvPr>
            <p:ph type="sldNum" sz="quarter" idx="12"/>
          </p:nvPr>
        </p:nvSpPr>
        <p:spPr>
          <a:xfrm>
            <a:off x="6457950" y="4767263"/>
            <a:ext cx="2057400" cy="273844"/>
          </a:xfrm>
          <a:prstGeom prst="rect">
            <a:avLst/>
          </a:prstGeom>
        </p:spPr>
        <p:txBody>
          <a:bodyPr/>
          <a:lstStyle/>
          <a:p>
            <a:fld id="{23E73E00-3137-2C49-91EB-B404BBABB5D2}" type="slidenum">
              <a:rPr lang="en-US" smtClean="0"/>
              <a:t>‹#›</a:t>
            </a:fld>
            <a:endParaRPr lang="en-US" dirty="0"/>
          </a:p>
        </p:txBody>
      </p:sp>
    </p:spTree>
    <p:extLst>
      <p:ext uri="{BB962C8B-B14F-4D97-AF65-F5344CB8AC3E}">
        <p14:creationId xmlns:p14="http://schemas.microsoft.com/office/powerpoint/2010/main" val="998631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4"/>
            <a:ext cx="2133600" cy="273844"/>
          </a:xfrm>
          <a:prstGeom prst="rect">
            <a:avLst/>
          </a:prstGeom>
        </p:spPr>
        <p:txBody>
          <a:bodyPr/>
          <a:lstStyle/>
          <a:p>
            <a:fld id="{471F712A-C025-4E26-A73E-1399059498D2}" type="datetimeFigureOut">
              <a:rPr lang="zh-CN" altLang="en-US" smtClean="0"/>
              <a:t>2019/11/1</a:t>
            </a:fld>
            <a:endParaRPr lang="zh-CN" altLang="en-US"/>
          </a:p>
        </p:txBody>
      </p:sp>
      <p:sp>
        <p:nvSpPr>
          <p:cNvPr id="3" name="页脚占位符 2"/>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4"/>
            <a:ext cx="2133600" cy="273844"/>
          </a:xfrm>
          <a:prstGeom prst="rect">
            <a:avLst/>
          </a:prstGeom>
        </p:spPr>
        <p:txBody>
          <a:bodyPr/>
          <a:lstStyle/>
          <a:p>
            <a:fld id="{250557A5-073A-479D-913B-E1AA0AD10EE0}" type="slidenum">
              <a:rPr lang="zh-CN" altLang="en-US" smtClean="0"/>
              <a:t>‹#›</a:t>
            </a:fld>
            <a:endParaRPr lang="zh-CN" altLang="en-US"/>
          </a:p>
        </p:txBody>
      </p:sp>
    </p:spTree>
    <p:extLst>
      <p:ext uri="{BB962C8B-B14F-4D97-AF65-F5344CB8AC3E}">
        <p14:creationId xmlns:p14="http://schemas.microsoft.com/office/powerpoint/2010/main" val="4271299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7307580" y="195072"/>
            <a:ext cx="1584959" cy="353567"/>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a:xfrm>
            <a:off x="2374315" y="1420130"/>
            <a:ext cx="4395368" cy="1535430"/>
          </a:xfrm>
          <a:prstGeom prst="rect">
            <a:avLst/>
          </a:prstGeom>
        </p:spPr>
        <p:txBody>
          <a:bodyPr lIns="0" tIns="0" rIns="0" bIns="0"/>
          <a:lstStyle>
            <a:lvl1pPr>
              <a:defRPr sz="9500" b="1" i="0">
                <a:solidFill>
                  <a:srgbClr val="2E5C9E"/>
                </a:solidFill>
                <a:latin typeface="微软雅黑"/>
                <a:cs typeface="微软雅黑"/>
              </a:defRPr>
            </a:lvl1pPr>
          </a:lstStyle>
          <a:p>
            <a:endParaRPr/>
          </a:p>
        </p:txBody>
      </p:sp>
      <p:sp>
        <p:nvSpPr>
          <p:cNvPr id="3" name="Holder 3"/>
          <p:cNvSpPr>
            <a:spLocks noGrp="1"/>
          </p:cNvSpPr>
          <p:nvPr>
            <p:ph sz="half" idx="2"/>
          </p:nvPr>
        </p:nvSpPr>
        <p:spPr>
          <a:xfrm>
            <a:off x="1180191" y="1141878"/>
            <a:ext cx="3107690" cy="3538854"/>
          </a:xfrm>
          <a:prstGeom prst="rect">
            <a:avLst/>
          </a:prstGeom>
        </p:spPr>
        <p:txBody>
          <a:bodyPr wrap="square" lIns="0" tIns="0" rIns="0" bIns="0">
            <a:spAutoFit/>
          </a:bodyPr>
          <a:lstStyle>
            <a:lvl1pPr>
              <a:defRPr sz="2100" b="1" i="0">
                <a:solidFill>
                  <a:srgbClr val="1F4429"/>
                </a:solidFill>
                <a:latin typeface="Arial"/>
                <a:cs typeface="Arial"/>
              </a:defRPr>
            </a:lvl1pPr>
          </a:lstStyle>
          <a:p>
            <a:endParaRPr/>
          </a:p>
        </p:txBody>
      </p:sp>
      <p:sp>
        <p:nvSpPr>
          <p:cNvPr id="4" name="Holder 4"/>
          <p:cNvSpPr>
            <a:spLocks noGrp="1"/>
          </p:cNvSpPr>
          <p:nvPr>
            <p:ph sz="half" idx="3"/>
          </p:nvPr>
        </p:nvSpPr>
        <p:spPr>
          <a:xfrm>
            <a:off x="4768963" y="868600"/>
            <a:ext cx="3729354" cy="2799715"/>
          </a:xfrm>
          <a:prstGeom prst="rect">
            <a:avLst/>
          </a:prstGeom>
        </p:spPr>
        <p:txBody>
          <a:bodyPr wrap="square" lIns="0" tIns="0" rIns="0" bIns="0">
            <a:spAutoFit/>
          </a:bodyPr>
          <a:lstStyle>
            <a:lvl1pPr>
              <a:defRPr sz="1400" b="1" i="0">
                <a:solidFill>
                  <a:srgbClr val="007FAC"/>
                </a:solidFill>
                <a:latin typeface="Georgia"/>
                <a:cs typeface="Georgia"/>
              </a:defRPr>
            </a:lvl1pPr>
          </a:lstStyle>
          <a:p>
            <a:endParaRPr/>
          </a:p>
        </p:txBody>
      </p:sp>
      <p:sp>
        <p:nvSpPr>
          <p:cNvPr id="5" name="Holder 5"/>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F40BE564-3299-4FB7-8081-B57B09305C72}" type="datetime1">
              <a:rPr lang="en-US" smtClean="0"/>
              <a:t>11/1/2019</a:t>
            </a:fld>
            <a:endParaRPr lang="en-US"/>
          </a:p>
        </p:txBody>
      </p:sp>
      <p:sp>
        <p:nvSpPr>
          <p:cNvPr id="7" name="Holder 7"/>
          <p:cNvSpPr>
            <a:spLocks noGrp="1"/>
          </p:cNvSpPr>
          <p:nvPr>
            <p:ph type="sldNum" sz="quarter" idx="7"/>
          </p:nvPr>
        </p:nvSpPr>
        <p:spPr>
          <a:xfrm>
            <a:off x="6583680" y="4783455"/>
            <a:ext cx="2103120" cy="257175"/>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23133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64289" y="123478"/>
            <a:ext cx="1781323"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45056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a:prstGeom prst="rect">
            <a:avLst/>
          </a:prstGeom>
        </p:spPr>
        <p:txBody>
          <a:bodyPr lIns="68580" tIns="34290" rIns="68580" bIns="34290"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528"/>
            <a:ext cx="6858000" cy="1241822"/>
          </a:xfrm>
          <a:prstGeom prst="rect">
            <a:avLst/>
          </a:prstGeom>
        </p:spPr>
        <p:txBody>
          <a:bodyPr lIns="68580" tIns="34290" rIns="68580" bIns="34290"/>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a:xfrm>
            <a:off x="628650" y="4767263"/>
            <a:ext cx="2057400" cy="273844"/>
          </a:xfrm>
          <a:prstGeom prst="rect">
            <a:avLst/>
          </a:prstGeom>
        </p:spPr>
        <p:txBody>
          <a:bodyPr lIns="68580" tIns="34290" rIns="68580" bIns="34290"/>
          <a:lstStyle/>
          <a:p>
            <a:fld id="{BF52B95E-ABF1-479F-96C4-3136BF113212}" type="datetimeFigureOut">
              <a:rPr lang="zh-CN" altLang="en-US" smtClean="0"/>
              <a:t>2019/11/1</a:t>
            </a:fld>
            <a:endParaRPr lang="zh-CN" altLang="en-US"/>
          </a:p>
        </p:txBody>
      </p:sp>
      <p:sp>
        <p:nvSpPr>
          <p:cNvPr id="5" name="页脚占位符 4"/>
          <p:cNvSpPr>
            <a:spLocks noGrp="1"/>
          </p:cNvSpPr>
          <p:nvPr>
            <p:ph type="ftr" sz="quarter" idx="11"/>
          </p:nvPr>
        </p:nvSpPr>
        <p:spPr>
          <a:xfrm>
            <a:off x="3028950" y="4767263"/>
            <a:ext cx="3086100" cy="273844"/>
          </a:xfrm>
          <a:prstGeom prst="rect">
            <a:avLst/>
          </a:prstGeom>
        </p:spPr>
        <p:txBody>
          <a:bodyPr lIns="68580" tIns="34290" rIns="68580" bIns="34290"/>
          <a:lstStyle/>
          <a:p>
            <a:endParaRPr lang="zh-CN" altLang="en-US"/>
          </a:p>
        </p:txBody>
      </p:sp>
      <p:sp>
        <p:nvSpPr>
          <p:cNvPr id="6" name="灯片编号占位符 5"/>
          <p:cNvSpPr>
            <a:spLocks noGrp="1"/>
          </p:cNvSpPr>
          <p:nvPr>
            <p:ph type="sldNum" sz="quarter" idx="12"/>
          </p:nvPr>
        </p:nvSpPr>
        <p:spPr>
          <a:xfrm>
            <a:off x="6457950" y="4767263"/>
            <a:ext cx="2057400" cy="273844"/>
          </a:xfrm>
          <a:prstGeom prst="rect">
            <a:avLst/>
          </a:prstGeom>
        </p:spPr>
        <p:txBody>
          <a:bodyPr lIns="68580" tIns="34290" rIns="68580" bIns="34290"/>
          <a:lstStyle/>
          <a:p>
            <a:fld id="{0AFE6C23-A7A9-42BE-B449-C310DD7DAEF1}" type="slidenum">
              <a:rPr lang="zh-CN" altLang="en-US" smtClean="0"/>
              <a:t>‹#›</a:t>
            </a:fld>
            <a:endParaRPr lang="zh-CN" altLang="en-US"/>
          </a:p>
        </p:txBody>
      </p:sp>
    </p:spTree>
    <p:extLst>
      <p:ext uri="{BB962C8B-B14F-4D97-AF65-F5344CB8AC3E}">
        <p14:creationId xmlns:p14="http://schemas.microsoft.com/office/powerpoint/2010/main" val="684693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Tree>
    <p:extLst>
      <p:ext uri="{BB962C8B-B14F-4D97-AF65-F5344CB8AC3E}">
        <p14:creationId xmlns:p14="http://schemas.microsoft.com/office/powerpoint/2010/main" val="925447"/>
      </p:ext>
    </p:extLst>
  </p:cSld>
  <p:clrMap bg1="lt1" tx1="dk1" bg2="lt2" tx2="dk2" accent1="accent1" accent2="accent2" accent3="accent3" accent4="accent4" accent5="accent5" accent6="accent6" hlink="hlink" folHlink="folHlink"/>
  <p:sldLayoutIdLst>
    <p:sldLayoutId id="2147483667" r:id="rId1"/>
    <p:sldLayoutId id="2147483687" r:id="rId2"/>
    <p:sldLayoutId id="2147483691" r:id="rId3"/>
    <p:sldLayoutId id="2147483668" r:id="rId4"/>
    <p:sldLayoutId id="2147483669" r:id="rId5"/>
    <p:sldLayoutId id="2147483681" r:id="rId6"/>
    <p:sldLayoutId id="2147483672" r:id="rId7"/>
    <p:sldLayoutId id="2147483684" r:id="rId8"/>
    <p:sldLayoutId id="2147483685" r:id="rId9"/>
    <p:sldLayoutId id="2147483676" r:id="rId10"/>
    <p:sldLayoutId id="2147483666" r:id="rId11"/>
    <p:sldLayoutId id="2147483692" r:id="rId12"/>
    <p:sldLayoutId id="2147483694" r:id="rId13"/>
    <p:sldLayoutId id="2147483695" r:id="rId14"/>
    <p:sldLayoutId id="2147483698" r:id="rId15"/>
    <p:sldLayoutId id="2147483699" r:id="rId16"/>
    <p:sldLayoutId id="2147483701" r:id="rId17"/>
    <p:sldLayoutId id="2147483703" r:id="rId18"/>
    <p:sldLayoutId id="2147483704" r:id="rId19"/>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notesSlide" Target="../notesSlides/notesSlide6.xml"/><Relationship Id="rId7" Type="http://schemas.openxmlformats.org/officeDocument/2006/relationships/image" Target="../media/image16.png"/><Relationship Id="rId2" Type="http://schemas.openxmlformats.org/officeDocument/2006/relationships/slideLayout" Target="../slideLayouts/slideLayout14.xml"/><Relationship Id="rId1" Type="http://schemas.openxmlformats.org/officeDocument/2006/relationships/vmlDrawing" Target="../drawings/vmlDrawing1.vml"/><Relationship Id="rId6" Type="http://schemas.openxmlformats.org/officeDocument/2006/relationships/image" Target="../media/image15.jpg"/><Relationship Id="rId5" Type="http://schemas.openxmlformats.org/officeDocument/2006/relationships/image" Target="../media/image14.png"/><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7.xml"/><Relationship Id="rId7" Type="http://schemas.openxmlformats.org/officeDocument/2006/relationships/image" Target="../media/image16.png"/><Relationship Id="rId2" Type="http://schemas.openxmlformats.org/officeDocument/2006/relationships/slideLayout" Target="../slideLayouts/slideLayout14.xml"/><Relationship Id="rId1" Type="http://schemas.openxmlformats.org/officeDocument/2006/relationships/vmlDrawing" Target="../drawings/vmlDrawing2.vml"/><Relationship Id="rId6" Type="http://schemas.openxmlformats.org/officeDocument/2006/relationships/image" Target="../media/image15.jpg"/><Relationship Id="rId5" Type="http://schemas.openxmlformats.org/officeDocument/2006/relationships/image" Target="../media/image14.png"/><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png"/><Relationship Id="rId7"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22.jpeg"/><Relationship Id="rId11" Type="http://schemas.openxmlformats.org/officeDocument/2006/relationships/image" Target="../media/image27.jpeg"/><Relationship Id="rId5" Type="http://schemas.openxmlformats.org/officeDocument/2006/relationships/image" Target="../media/image21.jpeg"/><Relationship Id="rId10" Type="http://schemas.openxmlformats.org/officeDocument/2006/relationships/image" Target="../media/image26.jpeg"/><Relationship Id="rId4" Type="http://schemas.openxmlformats.org/officeDocument/2006/relationships/image" Target="../media/image20.jpeg"/><Relationship Id="rId9" Type="http://schemas.openxmlformats.org/officeDocument/2006/relationships/image" Target="../media/image2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28.jpeg"/><Relationship Id="rId7" Type="http://schemas.openxmlformats.org/officeDocument/2006/relationships/image" Target="../media/image31.jpe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30.jpeg"/><Relationship Id="rId5" Type="http://schemas.openxmlformats.org/officeDocument/2006/relationships/image" Target="../media/image29.jp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32.jpeg"/><Relationship Id="rId7" Type="http://schemas.microsoft.com/office/2007/relationships/hdphoto" Target="../media/hdphoto4.wdp"/><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4.png"/><Relationship Id="rId5" Type="http://schemas.microsoft.com/office/2007/relationships/hdphoto" Target="../media/hdphoto3.wdp"/><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37.JPG"/><Relationship Id="rId7"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diagramLayout" Target="../diagrams/layout2.xml"/><Relationship Id="rId3" Type="http://schemas.openxmlformats.org/officeDocument/2006/relationships/image" Target="../media/image47.jpg"/><Relationship Id="rId7" Type="http://schemas.openxmlformats.org/officeDocument/2006/relationships/diagramData" Target="../diagrams/data1.xml"/><Relationship Id="rId12" Type="http://schemas.openxmlformats.org/officeDocument/2006/relationships/diagramData" Target="../diagrams/data2.xml"/><Relationship Id="rId17" Type="http://schemas.openxmlformats.org/officeDocument/2006/relationships/image" Target="../media/image51.png"/><Relationship Id="rId2" Type="http://schemas.openxmlformats.org/officeDocument/2006/relationships/notesSlide" Target="../notesSlides/notesSlide15.xml"/><Relationship Id="rId16" Type="http://schemas.microsoft.com/office/2007/relationships/diagramDrawing" Target="../diagrams/drawing2.xml"/><Relationship Id="rId1" Type="http://schemas.openxmlformats.org/officeDocument/2006/relationships/slideLayout" Target="../slideLayouts/slideLayout14.xml"/><Relationship Id="rId6" Type="http://schemas.openxmlformats.org/officeDocument/2006/relationships/image" Target="../media/image50.png"/><Relationship Id="rId11" Type="http://schemas.microsoft.com/office/2007/relationships/diagramDrawing" Target="../diagrams/drawing1.xml"/><Relationship Id="rId5" Type="http://schemas.openxmlformats.org/officeDocument/2006/relationships/image" Target="../media/image49.jpeg"/><Relationship Id="rId15" Type="http://schemas.openxmlformats.org/officeDocument/2006/relationships/diagramColors" Target="../diagrams/colors2.xml"/><Relationship Id="rId10" Type="http://schemas.openxmlformats.org/officeDocument/2006/relationships/diagramColors" Target="../diagrams/colors1.xml"/><Relationship Id="rId4" Type="http://schemas.openxmlformats.org/officeDocument/2006/relationships/image" Target="../media/image48.jpeg"/><Relationship Id="rId9" Type="http://schemas.openxmlformats.org/officeDocument/2006/relationships/diagramQuickStyle" Target="../diagrams/quickStyle1.xml"/><Relationship Id="rId1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6.xml"/><Relationship Id="rId1" Type="http://schemas.openxmlformats.org/officeDocument/2006/relationships/slideLayout" Target="../slideLayouts/slideLayout19.xml"/><Relationship Id="rId5" Type="http://schemas.openxmlformats.org/officeDocument/2006/relationships/image" Target="../media/image54.jpeg"/><Relationship Id="rId4" Type="http://schemas.openxmlformats.org/officeDocument/2006/relationships/image" Target="../media/image53.jpg"/></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19.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9.xml"/><Relationship Id="rId1" Type="http://schemas.openxmlformats.org/officeDocument/2006/relationships/slideLayout" Target="../slideLayouts/slideLayout19.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7.xml"/><Relationship Id="rId4" Type="http://schemas.openxmlformats.org/officeDocument/2006/relationships/chart" Target="../charts/char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18.xml"/><Relationship Id="rId5" Type="http://schemas.openxmlformats.org/officeDocument/2006/relationships/image" Target="../media/image59.png"/><Relationship Id="rId4" Type="http://schemas.openxmlformats.org/officeDocument/2006/relationships/image" Target="../media/image58.png"/></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4.xml"/><Relationship Id="rId1" Type="http://schemas.openxmlformats.org/officeDocument/2006/relationships/slideLayout" Target="../slideLayouts/slideLayout18.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8.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tmp"/><Relationship Id="rId7" Type="http://schemas.openxmlformats.org/officeDocument/2006/relationships/image" Target="../media/image68.tmp"/><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image" Target="../media/image67.png"/><Relationship Id="rId11" Type="http://schemas.openxmlformats.org/officeDocument/2006/relationships/image" Target="../media/image71.png"/><Relationship Id="rId5" Type="http://schemas.openxmlformats.org/officeDocument/2006/relationships/image" Target="../media/image66.tmp"/><Relationship Id="rId10" Type="http://schemas.openxmlformats.org/officeDocument/2006/relationships/image" Target="../media/image70.tmp"/><Relationship Id="rId4" Type="http://schemas.openxmlformats.org/officeDocument/2006/relationships/image" Target="../media/image65.tmp"/><Relationship Id="rId9" Type="http://schemas.microsoft.com/office/2007/relationships/hdphoto" Target="../media/hdphoto5.wdp"/></Relationships>
</file>

<file path=ppt/slides/_rels/slide29.xml.rels><?xml version="1.0" encoding="UTF-8" standalone="yes"?>
<Relationships xmlns="http://schemas.openxmlformats.org/package/2006/relationships"><Relationship Id="rId8" Type="http://schemas.openxmlformats.org/officeDocument/2006/relationships/image" Target="../media/image77.jpeg"/><Relationship Id="rId3" Type="http://schemas.openxmlformats.org/officeDocument/2006/relationships/image" Target="../media/image72.png"/><Relationship Id="rId7" Type="http://schemas.openxmlformats.org/officeDocument/2006/relationships/image" Target="../media/image76.jpe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52229" b="2272"/>
          <a:stretch/>
        </p:blipFill>
        <p:spPr>
          <a:xfrm>
            <a:off x="0" y="0"/>
            <a:ext cx="9144000" cy="3875294"/>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2715766"/>
            <a:ext cx="9144000" cy="1159528"/>
          </a:xfrm>
          <a:prstGeom prst="rect">
            <a:avLst/>
          </a:prstGeom>
        </p:spPr>
      </p:pic>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20272" y="4344793"/>
            <a:ext cx="1736932" cy="387197"/>
          </a:xfrm>
          <a:prstGeom prst="rect">
            <a:avLst/>
          </a:prstGeom>
        </p:spPr>
      </p:pic>
      <p:sp>
        <p:nvSpPr>
          <p:cNvPr id="13" name="文本框 12"/>
          <p:cNvSpPr txBox="1"/>
          <p:nvPr/>
        </p:nvSpPr>
        <p:spPr>
          <a:xfrm>
            <a:off x="270504" y="2867040"/>
            <a:ext cx="8838000" cy="830997"/>
          </a:xfrm>
          <a:prstGeom prst="rect">
            <a:avLst/>
          </a:prstGeom>
          <a:noFill/>
        </p:spPr>
        <p:txBody>
          <a:bodyPr wrap="square" rtlCol="0">
            <a:spAutoFit/>
          </a:bodyPr>
          <a:lstStyle/>
          <a:p>
            <a:r>
              <a:rPr lang="en-US" altLang="zh-CN" sz="4800" dirty="0">
                <a:solidFill>
                  <a:schemeClr val="bg1"/>
                </a:solidFill>
                <a:latin typeface="Georgia" pitchFamily="18" charset="0"/>
                <a:ea typeface="黑体" pitchFamily="49" charset="-122"/>
              </a:rPr>
              <a:t>UPI QR Code </a:t>
            </a:r>
            <a:r>
              <a:rPr lang="en-US" altLang="zh-CN" sz="4800" dirty="0" smtClean="0">
                <a:solidFill>
                  <a:schemeClr val="bg1"/>
                </a:solidFill>
                <a:latin typeface="Georgia" pitchFamily="18" charset="0"/>
                <a:ea typeface="黑体" pitchFamily="49" charset="-122"/>
              </a:rPr>
              <a:t>Payment</a:t>
            </a:r>
            <a:endParaRPr lang="en-US" altLang="zh-CN" sz="4800" dirty="0">
              <a:solidFill>
                <a:schemeClr val="bg1"/>
              </a:solidFill>
              <a:latin typeface="Georgia" pitchFamily="18" charset="0"/>
              <a:ea typeface="黑体" pitchFamily="49" charset="-122"/>
            </a:endParaRPr>
          </a:p>
        </p:txBody>
      </p:sp>
    </p:spTree>
    <p:extLst>
      <p:ext uri="{BB962C8B-B14F-4D97-AF65-F5344CB8AC3E}">
        <p14:creationId xmlns:p14="http://schemas.microsoft.com/office/powerpoint/2010/main" val="34995291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467544" y="1057835"/>
            <a:ext cx="8208912"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ea typeface="幼圆"/>
                <a:cs typeface="幼圆"/>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ea typeface="幼圆"/>
                <a:cs typeface="幼圆"/>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ea typeface="幼圆"/>
                <a:cs typeface="幼圆"/>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9pPr>
          </a:lstStyle>
          <a:p>
            <a:pPr algn="just">
              <a:lnSpc>
                <a:spcPts val="2000"/>
              </a:lnSpc>
              <a:spcBef>
                <a:spcPts val="0"/>
              </a:spcBef>
              <a:spcAft>
                <a:spcPts val="500"/>
              </a:spcAft>
              <a:buClrTx/>
              <a:buNone/>
            </a:pPr>
            <a:r>
              <a:rPr lang="en-US" altLang="zh-CN" sz="1400" dirty="0">
                <a:solidFill>
                  <a:srgbClr val="656464"/>
                </a:solidFill>
                <a:latin typeface="Georgia" pitchFamily="18" charset="0"/>
                <a:ea typeface="微软雅黑 Light" pitchFamily="34" charset="-122"/>
                <a:cs typeface="+mn-cs"/>
              </a:rPr>
              <a:t>The contents shared in this presentation are provided "AS IS" and intended for informational purposes only and should not be relied upon for operational, marketing, legal, technical, tax, financial or other advice. It is intended to be used between UnionPay International and the parties with whom the content is shared; it cannot be distributed nor shared with any other parties. All material mentioned in this presentation is to facilitate discussion between both parties and will not be deemed as an agreement.   Assumptions were made by us in light of our experience and our perceptions of historical trends, current conditions and expected future developments and other factors that we believe are appropriate under the circumstance. Recommendations are subject to risks and uncertainties, which may cause actual and future results and trends to differ materially from the assumptions or recommendations. UnionPay International is not responsible for your use of the information contained herein (including errors, omissions, inaccuracy, formatting errors or non-timeliness of any kind) or any assumptions or conclusions you might draw from its use. </a:t>
            </a:r>
          </a:p>
        </p:txBody>
      </p:sp>
    </p:spTree>
    <p:extLst>
      <p:ext uri="{BB962C8B-B14F-4D97-AF65-F5344CB8AC3E}">
        <p14:creationId xmlns:p14="http://schemas.microsoft.com/office/powerpoint/2010/main" val="34907283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755576" y="1"/>
            <a:ext cx="1404552" cy="1347613"/>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32" name="文本框 31"/>
          <p:cNvSpPr txBox="1"/>
          <p:nvPr/>
        </p:nvSpPr>
        <p:spPr>
          <a:xfrm>
            <a:off x="667626" y="813941"/>
            <a:ext cx="1600118" cy="461665"/>
          </a:xfrm>
          <a:prstGeom prst="rect">
            <a:avLst/>
          </a:prstGeom>
        </p:spPr>
        <p:txBody>
          <a:bodyPr wrap="none" rtlCol="0">
            <a:spAutoFit/>
          </a:bodyPr>
          <a:lstStyle>
            <a:defPPr>
              <a:defRPr lang="zh-CN"/>
            </a:defPPr>
            <a:lvl1pPr>
              <a:defRPr sz="4400">
                <a:solidFill>
                  <a:srgbClr val="E6002E"/>
                </a:solidFill>
                <a:latin typeface="微软雅黑" panose="020B0503020204020204" pitchFamily="34" charset="-122"/>
                <a:ea typeface="微软雅黑" panose="020B0503020204020204" pitchFamily="34" charset="-122"/>
              </a:defRPr>
            </a:lvl1pPr>
          </a:lstStyle>
          <a:p>
            <a:r>
              <a:rPr lang="en-US" altLang="zh-CN" sz="2400" b="1" dirty="0">
                <a:solidFill>
                  <a:schemeClr val="bg1"/>
                </a:solidFill>
                <a:latin typeface="Georgia" pitchFamily="18" charset="0"/>
                <a:cs typeface="Arial" pitchFamily="34" charset="0"/>
              </a:rPr>
              <a:t>Contents</a:t>
            </a:r>
            <a:endParaRPr lang="zh-CN" altLang="en-US" sz="2400" b="1" dirty="0">
              <a:solidFill>
                <a:schemeClr val="bg1"/>
              </a:solidFill>
              <a:latin typeface="Georgia" pitchFamily="18" charset="0"/>
            </a:endParaRPr>
          </a:p>
        </p:txBody>
      </p:sp>
      <p:sp>
        <p:nvSpPr>
          <p:cNvPr id="21" name="矩形 20"/>
          <p:cNvSpPr/>
          <p:nvPr/>
        </p:nvSpPr>
        <p:spPr>
          <a:xfrm>
            <a:off x="755576" y="1491630"/>
            <a:ext cx="1404552" cy="3651870"/>
          </a:xfrm>
          <a:prstGeom prst="rect">
            <a:avLst/>
          </a:prstGeom>
          <a:solidFill>
            <a:srgbClr val="5B9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8" name="标题 1"/>
          <p:cNvSpPr txBox="1">
            <a:spLocks/>
          </p:cNvSpPr>
          <p:nvPr/>
        </p:nvSpPr>
        <p:spPr>
          <a:xfrm>
            <a:off x="1979712" y="336383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endParaRPr lang="zh-CN" altLang="en-US" b="1" dirty="0">
              <a:latin typeface="Georgia" pitchFamily="18" charset="0"/>
              <a:ea typeface="黑体" pitchFamily="49" charset="-122"/>
            </a:endParaRPr>
          </a:p>
        </p:txBody>
      </p:sp>
      <p:sp>
        <p:nvSpPr>
          <p:cNvPr id="9" name="文本框 2"/>
          <p:cNvSpPr txBox="1"/>
          <p:nvPr/>
        </p:nvSpPr>
        <p:spPr>
          <a:xfrm>
            <a:off x="2267744" y="2348176"/>
            <a:ext cx="6120680" cy="523220"/>
          </a:xfrm>
          <a:prstGeom prst="rect">
            <a:avLst/>
          </a:prstGeom>
          <a:noFill/>
        </p:spPr>
        <p:txBody>
          <a:bodyPr wrap="square" rtlCol="0" anchor="ctr">
            <a:spAutoFit/>
          </a:bodyPr>
          <a:lstStyle/>
          <a:p>
            <a:pPr marL="285750" indent="-285750">
              <a:buClr>
                <a:srgbClr val="1E5199"/>
              </a:buClr>
              <a:buSzPct val="100000"/>
              <a:buFont typeface="Wingdings" pitchFamily="2" charset="2"/>
              <a:buChar char="§"/>
            </a:pPr>
            <a:r>
              <a:rPr lang="en-US" altLang="zh-CN" sz="2800" b="1" dirty="0">
                <a:solidFill>
                  <a:srgbClr val="2E5C9E"/>
                </a:solidFill>
                <a:latin typeface="Georgia" pitchFamily="18" charset="0"/>
                <a:ea typeface="微软雅黑" panose="020B0503020204020204" pitchFamily="34" charset="-122"/>
                <a:cs typeface="Arial" pitchFamily="34" charset="0"/>
              </a:rPr>
              <a:t>Why </a:t>
            </a:r>
            <a:r>
              <a:rPr lang="en-US" altLang="zh-CN" sz="2800" b="1" dirty="0" smtClean="0">
                <a:solidFill>
                  <a:srgbClr val="2E5C9E"/>
                </a:solidFill>
                <a:latin typeface="Georgia" pitchFamily="18" charset="0"/>
                <a:ea typeface="微软雅黑" panose="020B0503020204020204" pitchFamily="34" charset="-122"/>
                <a:cs typeface="Arial" pitchFamily="34" charset="0"/>
              </a:rPr>
              <a:t>Is UPI </a:t>
            </a:r>
            <a:r>
              <a:rPr lang="en-US" altLang="zh-CN" sz="2800" b="1" dirty="0">
                <a:solidFill>
                  <a:srgbClr val="2E5C9E"/>
                </a:solidFill>
                <a:latin typeface="Georgia" pitchFamily="18" charset="0"/>
                <a:ea typeface="微软雅黑" panose="020B0503020204020204" pitchFamily="34" charset="-122"/>
                <a:cs typeface="Arial" pitchFamily="34" charset="0"/>
              </a:rPr>
              <a:t>QR Code Payment</a:t>
            </a:r>
          </a:p>
        </p:txBody>
      </p:sp>
      <p:sp>
        <p:nvSpPr>
          <p:cNvPr id="10" name="文本框 2"/>
          <p:cNvSpPr txBox="1"/>
          <p:nvPr/>
        </p:nvSpPr>
        <p:spPr>
          <a:xfrm>
            <a:off x="2280072" y="3109486"/>
            <a:ext cx="6556920" cy="523220"/>
          </a:xfrm>
          <a:prstGeom prst="rect">
            <a:avLst/>
          </a:prstGeom>
          <a:noFill/>
        </p:spPr>
        <p:txBody>
          <a:bodyPr wrap="square" rtlCol="0" anchor="ctr">
            <a:spAutoFit/>
          </a:bodyPr>
          <a:lstStyle/>
          <a:p>
            <a:pPr marL="285750" indent="-285750">
              <a:buClr>
                <a:srgbClr val="1E5199"/>
              </a:buClr>
              <a:buSzPct val="100000"/>
              <a:buFont typeface="Wingdings" pitchFamily="2" charset="2"/>
              <a:buChar char="§"/>
            </a:pPr>
            <a:r>
              <a:rPr lang="en-US" altLang="zh-CN" sz="2800" b="1" dirty="0">
                <a:solidFill>
                  <a:srgbClr val="2E5C9E"/>
                </a:solidFill>
                <a:latin typeface="Georgia" pitchFamily="18" charset="0"/>
                <a:ea typeface="微软雅黑" panose="020B0503020204020204" pitchFamily="34" charset="-122"/>
                <a:cs typeface="Arial" pitchFamily="34" charset="0"/>
              </a:rPr>
              <a:t>How To </a:t>
            </a:r>
            <a:r>
              <a:rPr lang="en-US" altLang="zh-CN" sz="2800" b="1" dirty="0" smtClean="0">
                <a:solidFill>
                  <a:srgbClr val="2E5C9E"/>
                </a:solidFill>
                <a:latin typeface="Georgia" pitchFamily="18" charset="0"/>
                <a:ea typeface="微软雅黑" panose="020B0503020204020204" pitchFamily="34" charset="-122"/>
                <a:cs typeface="Arial" pitchFamily="34" charset="0"/>
              </a:rPr>
              <a:t>Cooperate</a:t>
            </a:r>
            <a:endParaRPr lang="en-US" altLang="zh-CN" sz="2800" b="1" dirty="0">
              <a:solidFill>
                <a:srgbClr val="2E5C9E"/>
              </a:solidFill>
              <a:latin typeface="Georgia" pitchFamily="18" charset="0"/>
              <a:ea typeface="微软雅黑" panose="020B0503020204020204" pitchFamily="34" charset="-122"/>
              <a:cs typeface="Arial" pitchFamily="34" charset="0"/>
            </a:endParaRPr>
          </a:p>
        </p:txBody>
      </p:sp>
      <p:sp>
        <p:nvSpPr>
          <p:cNvPr id="13" name="文本框 2"/>
          <p:cNvSpPr txBox="1"/>
          <p:nvPr/>
        </p:nvSpPr>
        <p:spPr>
          <a:xfrm>
            <a:off x="2267744" y="1541279"/>
            <a:ext cx="6120680" cy="523220"/>
          </a:xfrm>
          <a:prstGeom prst="rect">
            <a:avLst/>
          </a:prstGeom>
          <a:noFill/>
        </p:spPr>
        <p:txBody>
          <a:bodyPr wrap="square" rtlCol="0" anchor="ctr">
            <a:spAutoFit/>
          </a:bodyPr>
          <a:lstStyle/>
          <a:p>
            <a:pPr marL="285750" indent="-285750">
              <a:buClr>
                <a:srgbClr val="1E5199"/>
              </a:buClr>
              <a:buSzPct val="100000"/>
              <a:buFont typeface="Wingdings" pitchFamily="2" charset="2"/>
              <a:buChar char="§"/>
            </a:pPr>
            <a:r>
              <a:rPr lang="en-US" altLang="zh-CN" sz="2800" b="1" dirty="0" smtClean="0">
                <a:solidFill>
                  <a:srgbClr val="2E5C9E"/>
                </a:solidFill>
                <a:latin typeface="Georgia" pitchFamily="18" charset="0"/>
                <a:ea typeface="微软雅黑" panose="020B0503020204020204" pitchFamily="34" charset="-122"/>
                <a:cs typeface="Arial" pitchFamily="34" charset="0"/>
              </a:rPr>
              <a:t>What Is UPI </a:t>
            </a:r>
            <a:r>
              <a:rPr lang="en-US" altLang="zh-CN" sz="2800" b="1" dirty="0">
                <a:solidFill>
                  <a:srgbClr val="2E5C9E"/>
                </a:solidFill>
                <a:latin typeface="Georgia" pitchFamily="18" charset="0"/>
                <a:ea typeface="微软雅黑" panose="020B0503020204020204" pitchFamily="34" charset="-122"/>
                <a:cs typeface="Arial" pitchFamily="34" charset="0"/>
              </a:rPr>
              <a:t>QR Code </a:t>
            </a:r>
            <a:r>
              <a:rPr lang="en-US" altLang="zh-CN" sz="2800" b="1" dirty="0" smtClean="0">
                <a:solidFill>
                  <a:srgbClr val="2E5C9E"/>
                </a:solidFill>
                <a:latin typeface="Georgia" pitchFamily="18" charset="0"/>
                <a:ea typeface="微软雅黑" panose="020B0503020204020204" pitchFamily="34" charset="-122"/>
                <a:cs typeface="Arial" pitchFamily="34" charset="0"/>
              </a:rPr>
              <a:t>Payment</a:t>
            </a:r>
            <a:endParaRPr lang="en-US" altLang="zh-CN" sz="2800" b="1" dirty="0">
              <a:solidFill>
                <a:srgbClr val="2E5C9E"/>
              </a:solidFill>
              <a:latin typeface="Georgia" pitchFamily="18" charset="0"/>
              <a:ea typeface="微软雅黑" panose="020B0503020204020204" pitchFamily="34" charset="-122"/>
              <a:cs typeface="Arial" pitchFamily="34" charset="0"/>
            </a:endParaRPr>
          </a:p>
        </p:txBody>
      </p:sp>
      <p:sp>
        <p:nvSpPr>
          <p:cNvPr id="11" name="文本框 2">
            <a:extLst>
              <a:ext uri="{FF2B5EF4-FFF2-40B4-BE49-F238E27FC236}">
                <a16:creationId xmlns:a16="http://schemas.microsoft.com/office/drawing/2014/main" id="{FA6DC00C-A327-4628-811C-18006553F6A6}"/>
              </a:ext>
            </a:extLst>
          </p:cNvPr>
          <p:cNvSpPr txBox="1"/>
          <p:nvPr/>
        </p:nvSpPr>
        <p:spPr>
          <a:xfrm>
            <a:off x="2281173" y="3848730"/>
            <a:ext cx="6556920" cy="523220"/>
          </a:xfrm>
          <a:prstGeom prst="rect">
            <a:avLst/>
          </a:prstGeom>
          <a:noFill/>
        </p:spPr>
        <p:txBody>
          <a:bodyPr wrap="square" rtlCol="0" anchor="ctr">
            <a:spAutoFit/>
          </a:bodyPr>
          <a:lstStyle/>
          <a:p>
            <a:pPr marL="285750" indent="-285750">
              <a:buClr>
                <a:srgbClr val="1E5199"/>
              </a:buClr>
              <a:buSzPct val="100000"/>
              <a:buFont typeface="Wingdings" pitchFamily="2" charset="2"/>
              <a:buChar char="§"/>
            </a:pPr>
            <a:r>
              <a:rPr lang="en-US" altLang="zh-CN" sz="2800" b="1" dirty="0">
                <a:solidFill>
                  <a:srgbClr val="2E5C9E"/>
                </a:solidFill>
                <a:latin typeface="Georgia" pitchFamily="18" charset="0"/>
                <a:ea typeface="微软雅黑" panose="020B0503020204020204" pitchFamily="34" charset="-122"/>
                <a:cs typeface="Arial" pitchFamily="34" charset="0"/>
              </a:rPr>
              <a:t>UPI QR Code Status Quo</a:t>
            </a:r>
          </a:p>
        </p:txBody>
      </p:sp>
    </p:spTree>
    <p:extLst>
      <p:ext uri="{BB962C8B-B14F-4D97-AF65-F5344CB8AC3E}">
        <p14:creationId xmlns:p14="http://schemas.microsoft.com/office/powerpoint/2010/main" val="9166855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361549"/>
            <a:ext cx="9144000" cy="1080120"/>
          </a:xfrm>
          <a:prstGeom prst="rect">
            <a:avLst/>
          </a:prstGeom>
          <a:gradFill>
            <a:gsLst>
              <a:gs pos="100000">
                <a:schemeClr val="bg1"/>
              </a:gs>
              <a:gs pos="50000">
                <a:schemeClr val="bg1">
                  <a:lumMod val="85000"/>
                </a:schemeClr>
              </a:gs>
              <a:gs pos="100000">
                <a:schemeClr val="accent1">
                  <a:shade val="100000"/>
                  <a:satMod val="11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1361549"/>
            <a:ext cx="1691680" cy="2218313"/>
            <a:chOff x="0" y="1563638"/>
            <a:chExt cx="1691680" cy="2218313"/>
          </a:xfrm>
        </p:grpSpPr>
        <p:sp>
          <p:nvSpPr>
            <p:cNvPr id="3" name="矩形 2"/>
            <p:cNvSpPr/>
            <p:nvPr/>
          </p:nvSpPr>
          <p:spPr>
            <a:xfrm>
              <a:off x="0" y="1563638"/>
              <a:ext cx="1547664" cy="2088232"/>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5" name="文本框 4"/>
            <p:cNvSpPr txBox="1"/>
            <p:nvPr/>
          </p:nvSpPr>
          <p:spPr>
            <a:xfrm>
              <a:off x="455444" y="2427734"/>
              <a:ext cx="1236236" cy="1354217"/>
            </a:xfrm>
            <a:prstGeom prst="rect">
              <a:avLst/>
            </a:prstGeom>
            <a:noFill/>
          </p:spPr>
          <p:txBody>
            <a:bodyPr wrap="none" rtlCol="0">
              <a:spAutoFit/>
            </a:bodyPr>
            <a:lstStyle>
              <a:defPPr>
                <a:defRPr lang="zh-CN"/>
              </a:defPPr>
              <a:lvl1pPr>
                <a:defRPr sz="2400">
                  <a:solidFill>
                    <a:schemeClr val="bg1"/>
                  </a:solidFill>
                  <a:latin typeface="微软雅黑" panose="020B0503020204020204" pitchFamily="34" charset="-122"/>
                  <a:ea typeface="微软雅黑" panose="020B0503020204020204" pitchFamily="34" charset="-122"/>
                </a:defRPr>
              </a:lvl1pPr>
            </a:lstStyle>
            <a:p>
              <a:r>
                <a:rPr lang="en-US" altLang="zh-CN" sz="8200" dirty="0">
                  <a:latin typeface="黑体" pitchFamily="49" charset="-122"/>
                  <a:ea typeface="黑体" pitchFamily="49" charset="-122"/>
                </a:rPr>
                <a:t>01</a:t>
              </a:r>
              <a:endParaRPr lang="zh-CN" altLang="en-US" sz="8200" dirty="0">
                <a:latin typeface="黑体" pitchFamily="49" charset="-122"/>
                <a:ea typeface="黑体" pitchFamily="49" charset="-122"/>
              </a:endParaRPr>
            </a:p>
          </p:txBody>
        </p:sp>
      </p:grpSp>
      <p:sp>
        <p:nvSpPr>
          <p:cNvPr id="7" name="文本框 6"/>
          <p:cNvSpPr txBox="1"/>
          <p:nvPr/>
        </p:nvSpPr>
        <p:spPr>
          <a:xfrm>
            <a:off x="1691680" y="3195654"/>
            <a:ext cx="7452320" cy="323165"/>
          </a:xfrm>
          <a:prstGeom prst="rect">
            <a:avLst/>
          </a:prstGeom>
        </p:spPr>
        <p:txBody>
          <a:bodyPr wrap="square" rtlCol="0">
            <a:spAutoFit/>
          </a:bodyPr>
          <a:lstStyle/>
          <a:p>
            <a:pPr>
              <a:lnSpc>
                <a:spcPts val="1800"/>
              </a:lnSpc>
            </a:pPr>
            <a:r>
              <a:rPr lang="en-US" altLang="zh-CN" sz="3200" b="1" dirty="0" smtClean="0">
                <a:solidFill>
                  <a:srgbClr val="2E5C9E"/>
                </a:solidFill>
                <a:latin typeface="Georgia" pitchFamily="18" charset="0"/>
                <a:ea typeface="微软雅黑" panose="020B0503020204020204" pitchFamily="34" charset="-122"/>
                <a:cs typeface="Arial" pitchFamily="34" charset="0"/>
              </a:rPr>
              <a:t>What Is UPI </a:t>
            </a:r>
            <a:r>
              <a:rPr lang="en-US" altLang="zh-CN" sz="3200" b="1" dirty="0">
                <a:solidFill>
                  <a:srgbClr val="2E5C9E"/>
                </a:solidFill>
                <a:latin typeface="Georgia" pitchFamily="18" charset="0"/>
                <a:ea typeface="微软雅黑" panose="020B0503020204020204" pitchFamily="34" charset="-122"/>
                <a:cs typeface="Arial" pitchFamily="34" charset="0"/>
              </a:rPr>
              <a:t>QR </a:t>
            </a:r>
            <a:r>
              <a:rPr lang="en-US" altLang="zh-CN" sz="3200" b="1" dirty="0" smtClean="0">
                <a:solidFill>
                  <a:srgbClr val="2E5C9E"/>
                </a:solidFill>
                <a:latin typeface="Georgia" pitchFamily="18" charset="0"/>
                <a:ea typeface="微软雅黑" panose="020B0503020204020204" pitchFamily="34" charset="-122"/>
                <a:cs typeface="Arial" pitchFamily="34" charset="0"/>
              </a:rPr>
              <a:t>Code Payment</a:t>
            </a:r>
            <a:endParaRPr lang="sv-SE" altLang="zh-CN" sz="3200" b="1" dirty="0">
              <a:solidFill>
                <a:srgbClr val="2E5C9E"/>
              </a:solidFill>
              <a:latin typeface="Georgia" pitchFamily="18" charset="0"/>
              <a:ea typeface="微软雅黑" panose="020B0503020204020204" pitchFamily="34" charset="-122"/>
              <a:cs typeface="Arial" pitchFamily="34" charset="0"/>
            </a:endParaRPr>
          </a:p>
        </p:txBody>
      </p:sp>
    </p:spTree>
    <p:extLst>
      <p:ext uri="{BB962C8B-B14F-4D97-AF65-F5344CB8AC3E}">
        <p14:creationId xmlns:p14="http://schemas.microsoft.com/office/powerpoint/2010/main" val="9479815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UPI</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QR</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Code</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Payment</a:t>
            </a:r>
            <a:endParaRPr lang="zh-CN" altLang="en-US" sz="1800" b="1" dirty="0">
              <a:latin typeface="Georgia" pitchFamily="18" charset="0"/>
              <a:ea typeface="黑体" pitchFamily="49" charset="-122"/>
            </a:endParaRPr>
          </a:p>
        </p:txBody>
      </p:sp>
      <p:pic>
        <p:nvPicPr>
          <p:cNvPr id="112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337" y="987574"/>
            <a:ext cx="1904623" cy="3708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1792" y="989450"/>
            <a:ext cx="1904624" cy="3708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1" name="Picture 7"/>
          <p:cNvPicPr>
            <a:picLocks noChangeAspect="1" noChangeArrowheads="1"/>
          </p:cNvPicPr>
          <p:nvPr/>
        </p:nvPicPr>
        <p:blipFill rotWithShape="1">
          <a:blip r:embed="rId5">
            <a:extLst>
              <a:ext uri="{28A0092B-C50C-407E-A947-70E740481C1C}">
                <a14:useLocalDpi xmlns:a14="http://schemas.microsoft.com/office/drawing/2010/main" val="0"/>
              </a:ext>
            </a:extLst>
          </a:blip>
          <a:srcRect t="1419" b="2477"/>
          <a:stretch/>
        </p:blipFill>
        <p:spPr bwMode="auto">
          <a:xfrm>
            <a:off x="3491880" y="771550"/>
            <a:ext cx="2232248" cy="406797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53778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2843808" y="1575707"/>
            <a:ext cx="1800200" cy="492443"/>
          </a:xfrm>
          <a:prstGeom prst="rect">
            <a:avLst/>
          </a:prstGeom>
          <a:noFill/>
        </p:spPr>
        <p:txBody>
          <a:bodyPr wrap="square" rtlCol="0">
            <a:spAutoFit/>
          </a:bodyPr>
          <a:lstStyle>
            <a:defPPr>
              <a:defRPr lang="zh-CN"/>
            </a:defPPr>
            <a:lvl1pPr algn="ctr">
              <a:defRPr sz="1400">
                <a:solidFill>
                  <a:schemeClr val="bg1">
                    <a:lumMod val="65000"/>
                  </a:schemeClr>
                </a:solidFill>
                <a:ea typeface="微软雅黑" panose="020B0503020204020204" pitchFamily="34" charset="-122"/>
              </a:defRPr>
            </a:lvl1pPr>
          </a:lstStyle>
          <a:p>
            <a:pPr marL="180000" indent="-180000" algn="l">
              <a:buFont typeface="+mj-lt"/>
              <a:buAutoNum type="arabicPeriod" startAt="2"/>
            </a:pPr>
            <a:r>
              <a:rPr lang="fr-FR" altLang="zh-CN" sz="1300" dirty="0">
                <a:solidFill>
                  <a:schemeClr val="tx1">
                    <a:lumMod val="65000"/>
                    <a:lumOff val="35000"/>
                  </a:schemeClr>
                </a:solidFill>
                <a:latin typeface="Georgia" panose="02040502050405020303" pitchFamily="18" charset="0"/>
              </a:rPr>
              <a:t>Cardholder scans merchant QR </a:t>
            </a:r>
            <a:r>
              <a:rPr lang="fr-FR" altLang="zh-CN" sz="1300" dirty="0" smtClean="0">
                <a:solidFill>
                  <a:schemeClr val="tx1">
                    <a:lumMod val="65000"/>
                    <a:lumOff val="35000"/>
                  </a:schemeClr>
                </a:solidFill>
                <a:latin typeface="Georgia" panose="02040502050405020303" pitchFamily="18" charset="0"/>
              </a:rPr>
              <a:t>Code</a:t>
            </a:r>
            <a:endParaRPr lang="en-US" sz="1300" dirty="0">
              <a:solidFill>
                <a:schemeClr val="tx1">
                  <a:lumMod val="65000"/>
                  <a:lumOff val="35000"/>
                </a:schemeClr>
              </a:solidFill>
              <a:latin typeface="Georgia" panose="02040502050405020303" pitchFamily="18" charset="0"/>
            </a:endParaRPr>
          </a:p>
        </p:txBody>
      </p:sp>
      <p:sp>
        <p:nvSpPr>
          <p:cNvPr id="31" name="TextBox 30"/>
          <p:cNvSpPr txBox="1"/>
          <p:nvPr/>
        </p:nvSpPr>
        <p:spPr>
          <a:xfrm>
            <a:off x="4934275" y="1563303"/>
            <a:ext cx="1989820" cy="692497"/>
          </a:xfrm>
          <a:prstGeom prst="rect">
            <a:avLst/>
          </a:prstGeom>
          <a:noFill/>
        </p:spPr>
        <p:txBody>
          <a:bodyPr wrap="square" rtlCol="0">
            <a:spAutoFit/>
          </a:bodyPr>
          <a:lstStyle>
            <a:defPPr>
              <a:defRPr lang="zh-CN"/>
            </a:defPPr>
            <a:lvl1pPr algn="ctr">
              <a:defRPr sz="1400">
                <a:solidFill>
                  <a:schemeClr val="bg1">
                    <a:lumMod val="65000"/>
                  </a:schemeClr>
                </a:solidFill>
                <a:ea typeface="微软雅黑" panose="020B0503020204020204" pitchFamily="34" charset="-122"/>
              </a:defRPr>
            </a:lvl1pPr>
          </a:lstStyle>
          <a:p>
            <a:pPr marL="180000" indent="-180000" algn="l">
              <a:buFont typeface="+mj-lt"/>
              <a:buAutoNum type="arabicPeriod" startAt="3"/>
            </a:pPr>
            <a:r>
              <a:rPr lang="en-US" altLang="zh-CN" sz="1300" dirty="0">
                <a:solidFill>
                  <a:schemeClr val="tx1">
                    <a:lumMod val="65000"/>
                    <a:lumOff val="35000"/>
                  </a:schemeClr>
                </a:solidFill>
                <a:latin typeface="Georgia" panose="02040502050405020303" pitchFamily="18" charset="0"/>
              </a:rPr>
              <a:t>Cardholder confirms</a:t>
            </a:r>
            <a:r>
              <a:rPr lang="zh-CN" altLang="en-US" sz="1300" dirty="0">
                <a:solidFill>
                  <a:schemeClr val="tx1">
                    <a:lumMod val="65000"/>
                    <a:lumOff val="35000"/>
                  </a:schemeClr>
                </a:solidFill>
                <a:latin typeface="Georgia" panose="02040502050405020303" pitchFamily="18" charset="0"/>
              </a:rPr>
              <a:t> </a:t>
            </a:r>
            <a:r>
              <a:rPr lang="en-US" altLang="zh-CN" sz="1300" dirty="0" smtClean="0">
                <a:solidFill>
                  <a:schemeClr val="tx1">
                    <a:lumMod val="65000"/>
                    <a:lumOff val="35000"/>
                  </a:schemeClr>
                </a:solidFill>
                <a:latin typeface="Georgia" panose="02040502050405020303" pitchFamily="18" charset="0"/>
              </a:rPr>
              <a:t>transaction amount and</a:t>
            </a:r>
            <a:r>
              <a:rPr lang="en-US" altLang="zh-CN" sz="1300" dirty="0">
                <a:solidFill>
                  <a:schemeClr val="tx1">
                    <a:lumMod val="65000"/>
                    <a:lumOff val="35000"/>
                  </a:schemeClr>
                </a:solidFill>
                <a:latin typeface="Georgia" panose="02040502050405020303" pitchFamily="18" charset="0"/>
              </a:rPr>
              <a:t> </a:t>
            </a:r>
            <a:r>
              <a:rPr lang="en-US" altLang="zh-CN" sz="1300" dirty="0" smtClean="0">
                <a:solidFill>
                  <a:schemeClr val="tx1">
                    <a:lumMod val="65000"/>
                    <a:lumOff val="35000"/>
                  </a:schemeClr>
                </a:solidFill>
                <a:latin typeface="Georgia" panose="02040502050405020303" pitchFamily="18" charset="0"/>
              </a:rPr>
              <a:t>APP CVM</a:t>
            </a:r>
            <a:endParaRPr lang="en-US" altLang="zh-CN" sz="1300" dirty="0">
              <a:solidFill>
                <a:schemeClr val="tx1">
                  <a:lumMod val="65000"/>
                  <a:lumOff val="35000"/>
                </a:schemeClr>
              </a:solidFill>
              <a:latin typeface="Georgia" panose="02040502050405020303" pitchFamily="18" charset="0"/>
            </a:endParaRPr>
          </a:p>
        </p:txBody>
      </p:sp>
      <p:grpSp>
        <p:nvGrpSpPr>
          <p:cNvPr id="6" name="组合 5"/>
          <p:cNvGrpSpPr/>
          <p:nvPr/>
        </p:nvGrpSpPr>
        <p:grpSpPr>
          <a:xfrm>
            <a:off x="611560" y="2532710"/>
            <a:ext cx="7951071" cy="1094721"/>
            <a:chOff x="707270" y="2718856"/>
            <a:chExt cx="7951071" cy="1094721"/>
          </a:xfrm>
        </p:grpSpPr>
        <p:grpSp>
          <p:nvGrpSpPr>
            <p:cNvPr id="5" name="组合 4"/>
            <p:cNvGrpSpPr/>
            <p:nvPr/>
          </p:nvGrpSpPr>
          <p:grpSpPr>
            <a:xfrm>
              <a:off x="707270" y="2718856"/>
              <a:ext cx="6660896" cy="1094721"/>
              <a:chOff x="483472" y="1902747"/>
              <a:chExt cx="6660896" cy="1094721"/>
            </a:xfrm>
          </p:grpSpPr>
          <p:graphicFrame>
            <p:nvGraphicFramePr>
              <p:cNvPr id="2" name="对象 1"/>
              <p:cNvGraphicFramePr>
                <a:graphicFrameLocks noChangeAspect="1"/>
              </p:cNvGraphicFramePr>
              <p:nvPr>
                <p:extLst>
                  <p:ext uri="{D42A27DB-BD31-4B8C-83A1-F6EECF244321}">
                    <p14:modId xmlns:p14="http://schemas.microsoft.com/office/powerpoint/2010/main" val="2322573030"/>
                  </p:ext>
                </p:extLst>
              </p:nvPr>
            </p:nvGraphicFramePr>
            <p:xfrm>
              <a:off x="3291784" y="1941787"/>
              <a:ext cx="792088" cy="1055681"/>
            </p:xfrm>
            <a:graphic>
              <a:graphicData uri="http://schemas.openxmlformats.org/presentationml/2006/ole">
                <mc:AlternateContent xmlns:mc="http://schemas.openxmlformats.org/markup-compatibility/2006">
                  <mc:Choice xmlns:v="urn:schemas-microsoft-com:vml" Requires="v">
                    <p:oleObj spid="_x0000_s9004" name="Image" r:id="rId4" imgW="3238095" imgH="4317460" progId="Photoshop.Image.13">
                      <p:embed/>
                    </p:oleObj>
                  </mc:Choice>
                  <mc:Fallback>
                    <p:oleObj name="Image" r:id="rId4" imgW="3238095" imgH="4317460" progId="Photoshop.Image.1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1784" y="1941787"/>
                            <a:ext cx="792088" cy="1055681"/>
                          </a:xfrm>
                          <a:prstGeom prst="rect">
                            <a:avLst/>
                          </a:prstGeom>
                          <a:noFill/>
                          <a:ln>
                            <a:noFill/>
                          </a:ln>
                        </p:spPr>
                      </p:pic>
                    </p:oleObj>
                  </mc:Fallback>
                </mc:AlternateContent>
              </a:graphicData>
            </a:graphic>
          </p:graphicFrame>
          <p:sp>
            <p:nvSpPr>
              <p:cNvPr id="35" name="Right Arrow 39"/>
              <p:cNvSpPr/>
              <p:nvPr/>
            </p:nvSpPr>
            <p:spPr>
              <a:xfrm>
                <a:off x="2464343" y="2309008"/>
                <a:ext cx="611417" cy="338236"/>
              </a:xfrm>
              <a:prstGeom prst="rightArrow">
                <a:avLst/>
              </a:prstGeom>
              <a:gradFill flip="none" rotWithShape="1">
                <a:gsLst>
                  <a:gs pos="0">
                    <a:schemeClr val="tx2">
                      <a:lumMod val="20000"/>
                      <a:lumOff val="80000"/>
                      <a:shade val="30000"/>
                      <a:satMod val="115000"/>
                    </a:schemeClr>
                  </a:gs>
                  <a:gs pos="50000">
                    <a:schemeClr val="tx2">
                      <a:lumMod val="20000"/>
                      <a:lumOff val="80000"/>
                      <a:shade val="67500"/>
                      <a:satMod val="115000"/>
                    </a:schemeClr>
                  </a:gs>
                  <a:gs pos="100000">
                    <a:schemeClr val="tx2">
                      <a:lumMod val="20000"/>
                      <a:lumOff val="8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p>
            </p:txBody>
          </p:sp>
          <p:sp>
            <p:nvSpPr>
              <p:cNvPr id="36" name="Right Arrow 39"/>
              <p:cNvSpPr/>
              <p:nvPr/>
            </p:nvSpPr>
            <p:spPr>
              <a:xfrm>
                <a:off x="4336551" y="2309008"/>
                <a:ext cx="611417" cy="338236"/>
              </a:xfrm>
              <a:prstGeom prst="rightArrow">
                <a:avLst/>
              </a:prstGeom>
              <a:gradFill flip="none" rotWithShape="1">
                <a:gsLst>
                  <a:gs pos="0">
                    <a:schemeClr val="tx2">
                      <a:lumMod val="20000"/>
                      <a:lumOff val="80000"/>
                      <a:shade val="30000"/>
                      <a:satMod val="115000"/>
                    </a:schemeClr>
                  </a:gs>
                  <a:gs pos="50000">
                    <a:schemeClr val="tx2">
                      <a:lumMod val="20000"/>
                      <a:lumOff val="80000"/>
                      <a:shade val="67500"/>
                      <a:satMod val="115000"/>
                    </a:schemeClr>
                  </a:gs>
                  <a:gs pos="100000">
                    <a:schemeClr val="tx2">
                      <a:lumMod val="20000"/>
                      <a:lumOff val="8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p>
            </p:txBody>
          </p:sp>
          <p:sp>
            <p:nvSpPr>
              <p:cNvPr id="37" name="Right Arrow 39"/>
              <p:cNvSpPr/>
              <p:nvPr/>
            </p:nvSpPr>
            <p:spPr>
              <a:xfrm>
                <a:off x="6532951" y="2309008"/>
                <a:ext cx="611417" cy="338236"/>
              </a:xfrm>
              <a:prstGeom prst="rightArrow">
                <a:avLst/>
              </a:prstGeom>
              <a:gradFill flip="none" rotWithShape="1">
                <a:gsLst>
                  <a:gs pos="0">
                    <a:schemeClr val="tx2">
                      <a:lumMod val="20000"/>
                      <a:lumOff val="80000"/>
                      <a:shade val="30000"/>
                      <a:satMod val="115000"/>
                    </a:schemeClr>
                  </a:gs>
                  <a:gs pos="50000">
                    <a:schemeClr val="tx2">
                      <a:lumMod val="20000"/>
                      <a:lumOff val="80000"/>
                      <a:shade val="67500"/>
                      <a:satMod val="115000"/>
                    </a:schemeClr>
                  </a:gs>
                  <a:gs pos="100000">
                    <a:schemeClr val="tx2">
                      <a:lumMod val="20000"/>
                      <a:lumOff val="8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p>
            </p:txBody>
          </p:sp>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3472" y="1902747"/>
                <a:ext cx="1634314" cy="1087562"/>
              </a:xfrm>
              <a:prstGeom prst="rect">
                <a:avLst/>
              </a:prstGeom>
              <a:ln>
                <a:noFill/>
              </a:ln>
              <a:effectLst>
                <a:outerShdw blurRad="292100" dist="139700" dir="2700000" algn="tl" rotWithShape="0">
                  <a:srgbClr val="333333">
                    <a:alpha val="65000"/>
                  </a:srgbClr>
                </a:outerShdw>
              </a:effectLst>
            </p:spPr>
          </p:pic>
        </p:grpSp>
        <p:pic>
          <p:nvPicPr>
            <p:cNvPr id="10" name="图片 9"/>
            <p:cNvPicPr>
              <a:picLocks noChangeAspect="1"/>
            </p:cNvPicPr>
            <p:nvPr/>
          </p:nvPicPr>
          <p:blipFill rotWithShape="1">
            <a:blip r:embed="rId7" cstate="print">
              <a:extLst>
                <a:ext uri="{28A0092B-C50C-407E-A947-70E740481C1C}">
                  <a14:useLocalDpi xmlns:a14="http://schemas.microsoft.com/office/drawing/2010/main" val="0"/>
                </a:ext>
              </a:extLst>
            </a:blip>
            <a:srcRect b="41588"/>
            <a:stretch/>
          </p:blipFill>
          <p:spPr>
            <a:xfrm>
              <a:off x="7705857" y="2727593"/>
              <a:ext cx="952484" cy="698689"/>
            </a:xfrm>
            <a:prstGeom prst="rect">
              <a:avLst/>
            </a:prstGeom>
            <a:ln>
              <a:noFill/>
            </a:ln>
            <a:effectLst>
              <a:outerShdw blurRad="292100" dist="139700" dir="2700000" algn="tl" rotWithShape="0">
                <a:srgbClr val="333333">
                  <a:alpha val="65000"/>
                </a:srgbClr>
              </a:outerShdw>
            </a:effectLst>
          </p:spPr>
        </p:pic>
      </p:grpSp>
      <p:sp>
        <p:nvSpPr>
          <p:cNvPr id="26" name="TextBox 33"/>
          <p:cNvSpPr txBox="1"/>
          <p:nvPr/>
        </p:nvSpPr>
        <p:spPr>
          <a:xfrm>
            <a:off x="6756889" y="3316074"/>
            <a:ext cx="2612942" cy="407804"/>
          </a:xfrm>
          <a:prstGeom prst="rect">
            <a:avLst/>
          </a:prstGeom>
          <a:noFill/>
        </p:spPr>
        <p:txBody>
          <a:bodyPr wrap="square" rtlCol="0">
            <a:spAutoFit/>
          </a:bodyPr>
          <a:lstStyle/>
          <a:p>
            <a:pPr algn="ctr"/>
            <a:r>
              <a:rPr lang="en-US" sz="1050" b="1" dirty="0">
                <a:solidFill>
                  <a:srgbClr val="5B98D2"/>
                </a:solidFill>
                <a:ea typeface="微软雅黑" panose="020B0503020204020204" pitchFamily="34" charset="-122"/>
              </a:rPr>
              <a:t>Thank You</a:t>
            </a:r>
            <a:endParaRPr lang="en-US" sz="1400" dirty="0">
              <a:solidFill>
                <a:srgbClr val="5B98D2"/>
              </a:solidFill>
              <a:ea typeface="微软雅黑" panose="020B0503020204020204" pitchFamily="34" charset="-122"/>
            </a:endParaRPr>
          </a:p>
          <a:p>
            <a:pPr algn="ctr"/>
            <a:r>
              <a:rPr lang="en-US" sz="1000" dirty="0">
                <a:solidFill>
                  <a:srgbClr val="5B98D2"/>
                </a:solidFill>
                <a:ea typeface="微软雅黑" panose="020B0503020204020204" pitchFamily="34" charset="-122"/>
              </a:rPr>
              <a:t>You have made a payment</a:t>
            </a:r>
          </a:p>
        </p:txBody>
      </p:sp>
      <p:sp>
        <p:nvSpPr>
          <p:cNvPr id="28" name="TextBox 27"/>
          <p:cNvSpPr txBox="1"/>
          <p:nvPr/>
        </p:nvSpPr>
        <p:spPr>
          <a:xfrm>
            <a:off x="269197" y="1563638"/>
            <a:ext cx="2430595" cy="692497"/>
          </a:xfrm>
          <a:prstGeom prst="rect">
            <a:avLst/>
          </a:prstGeom>
          <a:noFill/>
        </p:spPr>
        <p:txBody>
          <a:bodyPr wrap="square" rtlCol="0">
            <a:spAutoFit/>
          </a:bodyPr>
          <a:lstStyle/>
          <a:p>
            <a:pPr marL="180000" indent="-180000">
              <a:buFont typeface="+mj-lt"/>
              <a:buAutoNum type="arabicPeriod"/>
            </a:pPr>
            <a:r>
              <a:rPr lang="en-US" altLang="zh-CN" sz="1300" dirty="0" smtClean="0">
                <a:solidFill>
                  <a:schemeClr val="tx1">
                    <a:lumMod val="65000"/>
                    <a:lumOff val="35000"/>
                  </a:schemeClr>
                </a:solidFill>
                <a:latin typeface="Georgia" panose="02040502050405020303" pitchFamily="18" charset="0"/>
                <a:ea typeface="微软雅黑" panose="020B0503020204020204" pitchFamily="34" charset="-122"/>
              </a:rPr>
              <a:t>UnionPay card-provision for first-time </a:t>
            </a:r>
            <a:r>
              <a:rPr lang="en-US" altLang="zh-CN" sz="1300" dirty="0">
                <a:solidFill>
                  <a:schemeClr val="tx1">
                    <a:lumMod val="65000"/>
                    <a:lumOff val="35000"/>
                  </a:schemeClr>
                </a:solidFill>
                <a:latin typeface="Georgia" panose="02040502050405020303" pitchFamily="18" charset="0"/>
                <a:ea typeface="微软雅黑" panose="020B0503020204020204" pitchFamily="34" charset="-122"/>
              </a:rPr>
              <a:t>use (cardholder set APP PIN)</a:t>
            </a:r>
            <a:endParaRPr lang="zh-CN" altLang="en-US" sz="1300" dirty="0">
              <a:solidFill>
                <a:schemeClr val="tx1">
                  <a:lumMod val="65000"/>
                  <a:lumOff val="35000"/>
                </a:schemeClr>
              </a:solidFill>
              <a:latin typeface="Georgia" panose="02040502050405020303" pitchFamily="18" charset="0"/>
              <a:ea typeface="微软雅黑" panose="020B0503020204020204" pitchFamily="34" charset="-122"/>
            </a:endParaRPr>
          </a:p>
        </p:txBody>
      </p:sp>
      <p:sp>
        <p:nvSpPr>
          <p:cNvPr id="18" name="矩形 17"/>
          <p:cNvSpPr/>
          <p:nvPr/>
        </p:nvSpPr>
        <p:spPr>
          <a:xfrm>
            <a:off x="535973" y="4443957"/>
            <a:ext cx="6703901" cy="276999"/>
          </a:xfrm>
          <a:prstGeom prst="rect">
            <a:avLst/>
          </a:prstGeom>
        </p:spPr>
        <p:txBody>
          <a:bodyPr wrap="square">
            <a:spAutoFit/>
          </a:bodyPr>
          <a:lstStyle/>
          <a:p>
            <a:r>
              <a:rPr lang="en-US" altLang="zh-CN" sz="1200" u="sng" dirty="0">
                <a:solidFill>
                  <a:schemeClr val="tx1">
                    <a:lumMod val="65000"/>
                    <a:lumOff val="35000"/>
                  </a:schemeClr>
                </a:solidFill>
                <a:latin typeface="Georgia" pitchFamily="18" charset="0"/>
                <a:ea typeface="黑体" pitchFamily="49" charset="-122"/>
              </a:rPr>
              <a:t>*1. Enter </a:t>
            </a:r>
            <a:r>
              <a:rPr lang="en-US" altLang="zh-CN" sz="1200" u="sng" dirty="0">
                <a:solidFill>
                  <a:schemeClr val="tx1">
                    <a:lumMod val="65000"/>
                    <a:lumOff val="35000"/>
                  </a:schemeClr>
                </a:solidFill>
                <a:latin typeface="Georgia" panose="02040502050405020303" pitchFamily="18" charset="0"/>
              </a:rPr>
              <a:t>APP </a:t>
            </a:r>
            <a:r>
              <a:rPr lang="en-US" altLang="zh-CN" sz="1200" u="sng" dirty="0" smtClean="0">
                <a:solidFill>
                  <a:schemeClr val="tx1">
                    <a:lumMod val="65000"/>
                    <a:lumOff val="35000"/>
                  </a:schemeClr>
                </a:solidFill>
                <a:latin typeface="Georgia" panose="02040502050405020303" pitchFamily="18" charset="0"/>
              </a:rPr>
              <a:t>CVM (PIN, Finger or Face ID) </a:t>
            </a:r>
            <a:r>
              <a:rPr lang="en-US" altLang="zh-CN" sz="1200" u="sng" dirty="0">
                <a:solidFill>
                  <a:schemeClr val="tx1">
                    <a:lumMod val="65000"/>
                    <a:lumOff val="35000"/>
                  </a:schemeClr>
                </a:solidFill>
                <a:latin typeface="Georgia" panose="02040502050405020303" pitchFamily="18" charset="0"/>
              </a:rPr>
              <a:t>for </a:t>
            </a:r>
            <a:r>
              <a:rPr lang="en-US" altLang="zh-CN" sz="1200" u="sng" dirty="0" smtClean="0">
                <a:solidFill>
                  <a:schemeClr val="tx1">
                    <a:lumMod val="65000"/>
                    <a:lumOff val="35000"/>
                  </a:schemeClr>
                </a:solidFill>
                <a:latin typeface="Georgia" panose="02040502050405020303" pitchFamily="18" charset="0"/>
              </a:rPr>
              <a:t>each </a:t>
            </a:r>
            <a:r>
              <a:rPr lang="en-US" altLang="zh-CN" sz="1200" u="sng" dirty="0">
                <a:solidFill>
                  <a:schemeClr val="tx1">
                    <a:lumMod val="65000"/>
                    <a:lumOff val="35000"/>
                  </a:schemeClr>
                </a:solidFill>
                <a:latin typeface="Georgia" panose="02040502050405020303" pitchFamily="18" charset="0"/>
              </a:rPr>
              <a:t>transaction</a:t>
            </a:r>
            <a:r>
              <a:rPr lang="en-US" altLang="zh-CN" sz="1200" u="sng" dirty="0">
                <a:solidFill>
                  <a:schemeClr val="bg1">
                    <a:lumMod val="50000"/>
                  </a:schemeClr>
                </a:solidFill>
                <a:latin typeface="Georgia" pitchFamily="18" charset="0"/>
                <a:ea typeface="黑体" pitchFamily="49" charset="-122"/>
              </a:rPr>
              <a:t> </a:t>
            </a:r>
            <a:endParaRPr lang="zh-CN" altLang="en-US" sz="1200" u="sng" dirty="0">
              <a:solidFill>
                <a:schemeClr val="bg1">
                  <a:lumMod val="50000"/>
                </a:schemeClr>
              </a:solidFill>
              <a:latin typeface="Georgia" pitchFamily="18" charset="0"/>
              <a:ea typeface="黑体" pitchFamily="49" charset="-122"/>
            </a:endParaRPr>
          </a:p>
        </p:txBody>
      </p:sp>
      <p:pic>
        <p:nvPicPr>
          <p:cNvPr id="7" name="图片 6"/>
          <p:cNvPicPr>
            <a:picLocks noChangeAspect="1"/>
          </p:cNvPicPr>
          <p:nvPr/>
        </p:nvPicPr>
        <p:blipFill rotWithShape="1">
          <a:blip r:embed="rId8" cstate="print">
            <a:clrChange>
              <a:clrFrom>
                <a:srgbClr val="91D1EC"/>
              </a:clrFrom>
              <a:clrTo>
                <a:srgbClr val="91D1EC">
                  <a:alpha val="0"/>
                </a:srgbClr>
              </a:clrTo>
            </a:clrChange>
            <a:extLst>
              <a:ext uri="{28A0092B-C50C-407E-A947-70E740481C1C}">
                <a14:useLocalDpi xmlns:a14="http://schemas.microsoft.com/office/drawing/2010/main" val="0"/>
              </a:ext>
            </a:extLst>
          </a:blip>
          <a:srcRect l="24590" t="8234" r="24781" b="8216"/>
          <a:stretch/>
        </p:blipFill>
        <p:spPr>
          <a:xfrm>
            <a:off x="5509377" y="2541447"/>
            <a:ext cx="646797" cy="1089731"/>
          </a:xfrm>
          <a:prstGeom prst="rect">
            <a:avLst/>
          </a:prstGeom>
        </p:spPr>
      </p:pic>
      <p:sp>
        <p:nvSpPr>
          <p:cNvPr id="19"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UPI</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QR</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Code</a:t>
            </a:r>
            <a:r>
              <a:rPr lang="zh-CN" altLang="en-US" b="1" dirty="0">
                <a:latin typeface="Georgia" pitchFamily="18" charset="0"/>
                <a:ea typeface="黑体" pitchFamily="49" charset="-122"/>
              </a:rPr>
              <a:t> </a:t>
            </a:r>
            <a:r>
              <a:rPr lang="en-US" altLang="zh-CN" b="1" dirty="0" smtClean="0">
                <a:latin typeface="Georgia" pitchFamily="18" charset="0"/>
                <a:ea typeface="黑体" pitchFamily="49" charset="-122"/>
              </a:rPr>
              <a:t>Merchant-Presented</a:t>
            </a:r>
            <a:endParaRPr lang="zh-CN" altLang="en-US" sz="1800" b="1" dirty="0">
              <a:latin typeface="Georgia" pitchFamily="18" charset="0"/>
              <a:ea typeface="黑体" pitchFamily="49" charset="-122"/>
            </a:endParaRPr>
          </a:p>
        </p:txBody>
      </p:sp>
      <p:sp>
        <p:nvSpPr>
          <p:cNvPr id="20" name="TextBox 19"/>
          <p:cNvSpPr txBox="1"/>
          <p:nvPr/>
        </p:nvSpPr>
        <p:spPr>
          <a:xfrm>
            <a:off x="7084571" y="1563303"/>
            <a:ext cx="2059429" cy="692497"/>
          </a:xfrm>
          <a:prstGeom prst="rect">
            <a:avLst/>
          </a:prstGeom>
          <a:noFill/>
        </p:spPr>
        <p:txBody>
          <a:bodyPr wrap="square" rtlCol="0">
            <a:spAutoFit/>
          </a:bodyPr>
          <a:lstStyle/>
          <a:p>
            <a:pPr marL="180000" indent="-180000">
              <a:buFont typeface="+mj-lt"/>
              <a:buAutoNum type="arabicPeriod" startAt="4"/>
            </a:pPr>
            <a:r>
              <a:rPr lang="en-US" altLang="zh-CN" sz="1300" dirty="0">
                <a:solidFill>
                  <a:schemeClr val="tx1">
                    <a:lumMod val="65000"/>
                    <a:lumOff val="35000"/>
                  </a:schemeClr>
                </a:solidFill>
                <a:latin typeface="Georgia" panose="02040502050405020303" pitchFamily="18" charset="0"/>
                <a:ea typeface="微软雅黑" panose="020B0503020204020204" pitchFamily="34" charset="-122"/>
              </a:rPr>
              <a:t>Transaction </a:t>
            </a:r>
            <a:r>
              <a:rPr lang="en-US" altLang="zh-CN" sz="1300" dirty="0" smtClean="0">
                <a:solidFill>
                  <a:schemeClr val="tx1">
                    <a:lumMod val="65000"/>
                    <a:lumOff val="35000"/>
                  </a:schemeClr>
                </a:solidFill>
                <a:latin typeface="Georgia" panose="02040502050405020303" pitchFamily="18" charset="0"/>
                <a:ea typeface="微软雅黑" panose="020B0503020204020204" pitchFamily="34" charset="-122"/>
              </a:rPr>
              <a:t>completed with transaction notification</a:t>
            </a:r>
            <a:endParaRPr lang="en-US" sz="1300" dirty="0">
              <a:solidFill>
                <a:schemeClr val="tx1">
                  <a:lumMod val="65000"/>
                  <a:lumOff val="35000"/>
                </a:schemeClr>
              </a:solidFill>
              <a:latin typeface="Georgia" panose="02040502050405020303" pitchFamily="18" charset="0"/>
              <a:ea typeface="微软雅黑" panose="020B0503020204020204" pitchFamily="34" charset="-122"/>
            </a:endParaRPr>
          </a:p>
        </p:txBody>
      </p:sp>
    </p:spTree>
    <p:extLst>
      <p:ext uri="{BB962C8B-B14F-4D97-AF65-F5344CB8AC3E}">
        <p14:creationId xmlns:p14="http://schemas.microsoft.com/office/powerpoint/2010/main" val="8234674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611560" y="2532710"/>
            <a:ext cx="7951071" cy="1094721"/>
            <a:chOff x="707270" y="2718856"/>
            <a:chExt cx="7951071" cy="1094721"/>
          </a:xfrm>
        </p:grpSpPr>
        <p:grpSp>
          <p:nvGrpSpPr>
            <p:cNvPr id="5" name="组合 4"/>
            <p:cNvGrpSpPr/>
            <p:nvPr/>
          </p:nvGrpSpPr>
          <p:grpSpPr>
            <a:xfrm>
              <a:off x="707270" y="2718856"/>
              <a:ext cx="6660896" cy="1094721"/>
              <a:chOff x="483472" y="1902747"/>
              <a:chExt cx="6660896" cy="1094721"/>
            </a:xfrm>
          </p:grpSpPr>
          <p:graphicFrame>
            <p:nvGraphicFramePr>
              <p:cNvPr id="2" name="对象 1"/>
              <p:cNvGraphicFramePr>
                <a:graphicFrameLocks noChangeAspect="1"/>
              </p:cNvGraphicFramePr>
              <p:nvPr>
                <p:extLst>
                  <p:ext uri="{D42A27DB-BD31-4B8C-83A1-F6EECF244321}">
                    <p14:modId xmlns:p14="http://schemas.microsoft.com/office/powerpoint/2010/main" val="834124596"/>
                  </p:ext>
                </p:extLst>
              </p:nvPr>
            </p:nvGraphicFramePr>
            <p:xfrm>
              <a:off x="3291784" y="1941787"/>
              <a:ext cx="792088" cy="1055681"/>
            </p:xfrm>
            <a:graphic>
              <a:graphicData uri="http://schemas.openxmlformats.org/presentationml/2006/ole">
                <mc:AlternateContent xmlns:mc="http://schemas.openxmlformats.org/markup-compatibility/2006">
                  <mc:Choice xmlns:v="urn:schemas-microsoft-com:vml" Requires="v">
                    <p:oleObj spid="_x0000_s10672" name="Image" r:id="rId4" imgW="3238095" imgH="4317460" progId="Photoshop.Image.13">
                      <p:embed/>
                    </p:oleObj>
                  </mc:Choice>
                  <mc:Fallback>
                    <p:oleObj name="Image" r:id="rId4" imgW="3238095" imgH="4317460" progId="Photoshop.Image.1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1784" y="1941787"/>
                            <a:ext cx="792088" cy="1055681"/>
                          </a:xfrm>
                          <a:prstGeom prst="rect">
                            <a:avLst/>
                          </a:prstGeom>
                          <a:noFill/>
                          <a:ln>
                            <a:noFill/>
                          </a:ln>
                        </p:spPr>
                      </p:pic>
                    </p:oleObj>
                  </mc:Fallback>
                </mc:AlternateContent>
              </a:graphicData>
            </a:graphic>
          </p:graphicFrame>
          <p:sp>
            <p:nvSpPr>
              <p:cNvPr id="35" name="Right Arrow 39"/>
              <p:cNvSpPr/>
              <p:nvPr/>
            </p:nvSpPr>
            <p:spPr>
              <a:xfrm>
                <a:off x="2464343" y="2309008"/>
                <a:ext cx="611417" cy="338236"/>
              </a:xfrm>
              <a:prstGeom prst="rightArrow">
                <a:avLst/>
              </a:prstGeom>
              <a:gradFill flip="none" rotWithShape="1">
                <a:gsLst>
                  <a:gs pos="0">
                    <a:schemeClr val="tx2">
                      <a:lumMod val="20000"/>
                      <a:lumOff val="80000"/>
                      <a:shade val="30000"/>
                      <a:satMod val="115000"/>
                    </a:schemeClr>
                  </a:gs>
                  <a:gs pos="50000">
                    <a:schemeClr val="tx2">
                      <a:lumMod val="20000"/>
                      <a:lumOff val="80000"/>
                      <a:shade val="67500"/>
                      <a:satMod val="115000"/>
                    </a:schemeClr>
                  </a:gs>
                  <a:gs pos="100000">
                    <a:schemeClr val="tx2">
                      <a:lumMod val="20000"/>
                      <a:lumOff val="80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p>
            </p:txBody>
          </p:sp>
          <p:sp>
            <p:nvSpPr>
              <p:cNvPr id="36" name="Right Arrow 39"/>
              <p:cNvSpPr/>
              <p:nvPr/>
            </p:nvSpPr>
            <p:spPr>
              <a:xfrm>
                <a:off x="4336551" y="2309008"/>
                <a:ext cx="611417" cy="338236"/>
              </a:xfrm>
              <a:prstGeom prst="rightArrow">
                <a:avLst/>
              </a:prstGeom>
              <a:gradFill flip="none" rotWithShape="1">
                <a:gsLst>
                  <a:gs pos="0">
                    <a:schemeClr val="tx2">
                      <a:lumMod val="20000"/>
                      <a:lumOff val="80000"/>
                      <a:shade val="30000"/>
                      <a:satMod val="115000"/>
                    </a:schemeClr>
                  </a:gs>
                  <a:gs pos="50000">
                    <a:schemeClr val="tx2">
                      <a:lumMod val="20000"/>
                      <a:lumOff val="80000"/>
                      <a:shade val="67500"/>
                      <a:satMod val="115000"/>
                    </a:schemeClr>
                  </a:gs>
                  <a:gs pos="100000">
                    <a:schemeClr val="tx2">
                      <a:lumMod val="20000"/>
                      <a:lumOff val="80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p>
            </p:txBody>
          </p:sp>
          <p:sp>
            <p:nvSpPr>
              <p:cNvPr id="37" name="Right Arrow 39"/>
              <p:cNvSpPr/>
              <p:nvPr/>
            </p:nvSpPr>
            <p:spPr>
              <a:xfrm>
                <a:off x="6532951" y="2309008"/>
                <a:ext cx="611417" cy="338236"/>
              </a:xfrm>
              <a:prstGeom prst="rightArrow">
                <a:avLst/>
              </a:prstGeom>
              <a:gradFill flip="none" rotWithShape="1">
                <a:gsLst>
                  <a:gs pos="0">
                    <a:schemeClr val="tx2">
                      <a:lumMod val="20000"/>
                      <a:lumOff val="80000"/>
                      <a:shade val="30000"/>
                      <a:satMod val="115000"/>
                    </a:schemeClr>
                  </a:gs>
                  <a:gs pos="50000">
                    <a:schemeClr val="tx2">
                      <a:lumMod val="20000"/>
                      <a:lumOff val="80000"/>
                      <a:shade val="67500"/>
                      <a:satMod val="115000"/>
                    </a:schemeClr>
                  </a:gs>
                  <a:gs pos="100000">
                    <a:schemeClr val="tx2">
                      <a:lumMod val="20000"/>
                      <a:lumOff val="80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p>
            </p:txBody>
          </p:sp>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3472" y="1902747"/>
                <a:ext cx="1634314" cy="1087562"/>
              </a:xfrm>
              <a:prstGeom prst="rect">
                <a:avLst/>
              </a:prstGeom>
              <a:ln>
                <a:noFill/>
              </a:ln>
              <a:effectLst>
                <a:outerShdw blurRad="292100" dist="139700" dir="2700000" algn="tl" rotWithShape="0">
                  <a:srgbClr val="333333">
                    <a:alpha val="65000"/>
                  </a:srgbClr>
                </a:outerShdw>
              </a:effectLst>
            </p:spPr>
          </p:pic>
        </p:grpSp>
        <p:pic>
          <p:nvPicPr>
            <p:cNvPr id="10" name="图片 9"/>
            <p:cNvPicPr>
              <a:picLocks noChangeAspect="1"/>
            </p:cNvPicPr>
            <p:nvPr/>
          </p:nvPicPr>
          <p:blipFill rotWithShape="1">
            <a:blip r:embed="rId7" cstate="print">
              <a:extLst>
                <a:ext uri="{28A0092B-C50C-407E-A947-70E740481C1C}">
                  <a14:useLocalDpi xmlns:a14="http://schemas.microsoft.com/office/drawing/2010/main" val="0"/>
                </a:ext>
              </a:extLst>
            </a:blip>
            <a:srcRect b="41588"/>
            <a:stretch/>
          </p:blipFill>
          <p:spPr>
            <a:xfrm>
              <a:off x="7705857" y="2727593"/>
              <a:ext cx="952484" cy="698689"/>
            </a:xfrm>
            <a:prstGeom prst="rect">
              <a:avLst/>
            </a:prstGeom>
            <a:ln>
              <a:noFill/>
            </a:ln>
            <a:effectLst>
              <a:outerShdw blurRad="292100" dist="139700" dir="2700000" algn="tl" rotWithShape="0">
                <a:srgbClr val="333333">
                  <a:alpha val="65000"/>
                </a:srgbClr>
              </a:outerShdw>
            </a:effectLst>
          </p:spPr>
        </p:pic>
      </p:grpSp>
      <p:sp>
        <p:nvSpPr>
          <p:cNvPr id="26" name="TextBox 33"/>
          <p:cNvSpPr txBox="1"/>
          <p:nvPr/>
        </p:nvSpPr>
        <p:spPr>
          <a:xfrm>
            <a:off x="6756889" y="3316074"/>
            <a:ext cx="2612942" cy="407804"/>
          </a:xfrm>
          <a:prstGeom prst="rect">
            <a:avLst/>
          </a:prstGeom>
          <a:noFill/>
        </p:spPr>
        <p:txBody>
          <a:bodyPr wrap="square" rtlCol="0">
            <a:spAutoFit/>
          </a:bodyPr>
          <a:lstStyle/>
          <a:p>
            <a:pPr algn="ctr"/>
            <a:r>
              <a:rPr lang="en-US" sz="1050" b="1" dirty="0">
                <a:solidFill>
                  <a:srgbClr val="5B98D2"/>
                </a:solidFill>
                <a:ea typeface="微软雅黑" panose="020B0503020204020204" pitchFamily="34" charset="-122"/>
              </a:rPr>
              <a:t>Thank You</a:t>
            </a:r>
            <a:endParaRPr lang="en-US" sz="1400" dirty="0">
              <a:solidFill>
                <a:srgbClr val="5B98D2"/>
              </a:solidFill>
              <a:ea typeface="微软雅黑" panose="020B0503020204020204" pitchFamily="34" charset="-122"/>
            </a:endParaRPr>
          </a:p>
          <a:p>
            <a:pPr algn="ctr"/>
            <a:r>
              <a:rPr lang="en-US" sz="1000" dirty="0">
                <a:solidFill>
                  <a:srgbClr val="5B98D2"/>
                </a:solidFill>
                <a:ea typeface="微软雅黑" panose="020B0503020204020204" pitchFamily="34" charset="-122"/>
              </a:rPr>
              <a:t>You have made a payment</a:t>
            </a:r>
          </a:p>
        </p:txBody>
      </p:sp>
      <p:sp>
        <p:nvSpPr>
          <p:cNvPr id="19" name="TextBox 18"/>
          <p:cNvSpPr txBox="1"/>
          <p:nvPr/>
        </p:nvSpPr>
        <p:spPr>
          <a:xfrm>
            <a:off x="539552" y="4270325"/>
            <a:ext cx="7710509" cy="461665"/>
          </a:xfrm>
          <a:prstGeom prst="rect">
            <a:avLst/>
          </a:prstGeom>
        </p:spPr>
        <p:txBody>
          <a:bodyPr wrap="square" rtlCol="0">
            <a:spAutoFit/>
          </a:bodyPr>
          <a:lstStyle/>
          <a:p>
            <a:r>
              <a:rPr lang="en-US" altLang="zh-CN" sz="1200" dirty="0">
                <a:solidFill>
                  <a:schemeClr val="tx1">
                    <a:lumMod val="65000"/>
                    <a:lumOff val="35000"/>
                  </a:schemeClr>
                </a:solidFill>
                <a:latin typeface="Georgia" pitchFamily="18" charset="0"/>
                <a:ea typeface="黑体" pitchFamily="49" charset="-122"/>
              </a:rPr>
              <a:t>*</a:t>
            </a:r>
            <a:r>
              <a:rPr lang="zh-CN" altLang="en-US" sz="1200" dirty="0">
                <a:solidFill>
                  <a:schemeClr val="tx1">
                    <a:lumMod val="65000"/>
                    <a:lumOff val="35000"/>
                  </a:schemeClr>
                </a:solidFill>
                <a:latin typeface="Georgia" pitchFamily="18" charset="0"/>
                <a:ea typeface="黑体" pitchFamily="49" charset="-122"/>
              </a:rPr>
              <a:t> </a:t>
            </a:r>
            <a:r>
              <a:rPr lang="en-US" altLang="zh-CN" sz="1200" dirty="0">
                <a:solidFill>
                  <a:schemeClr val="tx1">
                    <a:lumMod val="65000"/>
                    <a:lumOff val="35000"/>
                  </a:schemeClr>
                </a:solidFill>
                <a:latin typeface="Georgia" pitchFamily="18" charset="0"/>
                <a:ea typeface="黑体" pitchFamily="49" charset="-122"/>
              </a:rPr>
              <a:t>1.</a:t>
            </a:r>
            <a:r>
              <a:rPr lang="zh-CN" altLang="en-US" sz="1200" dirty="0">
                <a:solidFill>
                  <a:schemeClr val="tx1">
                    <a:lumMod val="65000"/>
                    <a:lumOff val="35000"/>
                  </a:schemeClr>
                </a:solidFill>
                <a:latin typeface="Georgia" pitchFamily="18" charset="0"/>
                <a:ea typeface="黑体" pitchFamily="49" charset="-122"/>
              </a:rPr>
              <a:t> </a:t>
            </a:r>
            <a:r>
              <a:rPr lang="en-US" altLang="zh-CN" sz="1200" dirty="0">
                <a:solidFill>
                  <a:schemeClr val="tx1">
                    <a:lumMod val="65000"/>
                    <a:lumOff val="35000"/>
                  </a:schemeClr>
                </a:solidFill>
                <a:latin typeface="Georgia" pitchFamily="18" charset="0"/>
                <a:ea typeface="黑体" pitchFamily="49" charset="-122"/>
              </a:rPr>
              <a:t>No </a:t>
            </a:r>
            <a:r>
              <a:rPr lang="en-US" altLang="zh-CN" sz="1200" dirty="0" smtClean="0">
                <a:solidFill>
                  <a:schemeClr val="tx1">
                    <a:lumMod val="65000"/>
                    <a:lumOff val="35000"/>
                  </a:schemeClr>
                </a:solidFill>
                <a:latin typeface="Georgia" pitchFamily="18" charset="0"/>
                <a:ea typeface="黑体" pitchFamily="49" charset="-122"/>
              </a:rPr>
              <a:t>CVM </a:t>
            </a:r>
            <a:r>
              <a:rPr lang="en-US" altLang="zh-CN" sz="1200" dirty="0">
                <a:solidFill>
                  <a:schemeClr val="tx1">
                    <a:lumMod val="65000"/>
                    <a:lumOff val="35000"/>
                  </a:schemeClr>
                </a:solidFill>
                <a:latin typeface="Georgia" pitchFamily="18" charset="0"/>
                <a:ea typeface="黑体" pitchFamily="49" charset="-122"/>
              </a:rPr>
              <a:t>required for low-value payment;   </a:t>
            </a:r>
          </a:p>
          <a:p>
            <a:r>
              <a:rPr lang="zh-CN" altLang="en-US" sz="1200" dirty="0">
                <a:solidFill>
                  <a:schemeClr val="tx1">
                    <a:lumMod val="65000"/>
                    <a:lumOff val="35000"/>
                  </a:schemeClr>
                </a:solidFill>
                <a:latin typeface="Georgia" pitchFamily="18" charset="0"/>
                <a:ea typeface="黑体" pitchFamily="49" charset="-122"/>
              </a:rPr>
              <a:t>   </a:t>
            </a:r>
            <a:r>
              <a:rPr lang="en-US" altLang="zh-CN" sz="1200" dirty="0">
                <a:solidFill>
                  <a:schemeClr val="tx1">
                    <a:lumMod val="65000"/>
                    <a:lumOff val="35000"/>
                  </a:schemeClr>
                </a:solidFill>
                <a:latin typeface="Georgia" pitchFamily="18" charset="0"/>
                <a:ea typeface="黑体" pitchFamily="49" charset="-122"/>
              </a:rPr>
              <a:t>2. APP </a:t>
            </a:r>
            <a:r>
              <a:rPr lang="en-US" altLang="zh-CN" sz="1200" dirty="0" smtClean="0">
                <a:solidFill>
                  <a:schemeClr val="tx1">
                    <a:lumMod val="65000"/>
                    <a:lumOff val="35000"/>
                  </a:schemeClr>
                </a:solidFill>
                <a:latin typeface="Georgia" pitchFamily="18" charset="0"/>
                <a:ea typeface="黑体" pitchFamily="49" charset="-122"/>
              </a:rPr>
              <a:t>CVM (not card </a:t>
            </a:r>
            <a:r>
              <a:rPr lang="en-US" altLang="zh-CN" sz="1200" dirty="0">
                <a:solidFill>
                  <a:schemeClr val="tx1">
                    <a:lumMod val="65000"/>
                    <a:lumOff val="35000"/>
                  </a:schemeClr>
                </a:solidFill>
                <a:latin typeface="Georgia" pitchFamily="18" charset="0"/>
                <a:ea typeface="黑体" pitchFamily="49" charset="-122"/>
              </a:rPr>
              <a:t>PIN) is required for large value payment</a:t>
            </a:r>
            <a:endParaRPr lang="zh-CN" altLang="en-US" sz="1200" dirty="0">
              <a:solidFill>
                <a:schemeClr val="tx1">
                  <a:lumMod val="65000"/>
                  <a:lumOff val="35000"/>
                </a:schemeClr>
              </a:solidFill>
              <a:latin typeface="Georgia" pitchFamily="18" charset="0"/>
              <a:ea typeface="黑体" pitchFamily="49" charset="-122"/>
            </a:endParaRPr>
          </a:p>
        </p:txBody>
      </p:sp>
      <p:pic>
        <p:nvPicPr>
          <p:cNvPr id="20" name="Picture 2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074521" y="2455855"/>
            <a:ext cx="1586518" cy="1124007"/>
          </a:xfrm>
          <a:prstGeom prst="rect">
            <a:avLst/>
          </a:prstGeom>
          <a:ln>
            <a:noFill/>
          </a:ln>
          <a:effectLst>
            <a:outerShdw blurRad="292100" dist="139700" dir="2700000" algn="tl" rotWithShape="0">
              <a:srgbClr val="333333">
                <a:alpha val="65000"/>
              </a:srgbClr>
            </a:outerShdw>
          </a:effectLst>
        </p:spPr>
      </p:pic>
      <p:sp>
        <p:nvSpPr>
          <p:cNvPr id="18"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UPI</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QR</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Code</a:t>
            </a:r>
            <a:r>
              <a:rPr lang="zh-CN" altLang="en-US" b="1" dirty="0">
                <a:latin typeface="Georgia" pitchFamily="18" charset="0"/>
                <a:ea typeface="黑体" pitchFamily="49" charset="-122"/>
              </a:rPr>
              <a:t> </a:t>
            </a:r>
            <a:r>
              <a:rPr lang="en-US" altLang="zh-CN" b="1" dirty="0" smtClean="0">
                <a:latin typeface="Georgia" pitchFamily="18" charset="0"/>
                <a:ea typeface="黑体" pitchFamily="49" charset="-122"/>
              </a:rPr>
              <a:t>Consumer-Presented</a:t>
            </a:r>
            <a:endParaRPr lang="zh-CN" altLang="en-US" sz="1800" b="1" dirty="0">
              <a:latin typeface="Georgia" pitchFamily="18" charset="0"/>
              <a:ea typeface="黑体" pitchFamily="49" charset="-122"/>
            </a:endParaRPr>
          </a:p>
        </p:txBody>
      </p:sp>
      <p:sp>
        <p:nvSpPr>
          <p:cNvPr id="21" name="TextBox 20"/>
          <p:cNvSpPr txBox="1"/>
          <p:nvPr/>
        </p:nvSpPr>
        <p:spPr>
          <a:xfrm>
            <a:off x="2843808" y="1575707"/>
            <a:ext cx="1800200" cy="692497"/>
          </a:xfrm>
          <a:prstGeom prst="rect">
            <a:avLst/>
          </a:prstGeom>
          <a:noFill/>
        </p:spPr>
        <p:txBody>
          <a:bodyPr wrap="square" rtlCol="0">
            <a:spAutoFit/>
          </a:bodyPr>
          <a:lstStyle>
            <a:defPPr>
              <a:defRPr lang="zh-CN"/>
            </a:defPPr>
            <a:lvl1pPr algn="ctr">
              <a:defRPr sz="1400">
                <a:solidFill>
                  <a:schemeClr val="bg1">
                    <a:lumMod val="65000"/>
                  </a:schemeClr>
                </a:solidFill>
                <a:ea typeface="微软雅黑" panose="020B0503020204020204" pitchFamily="34" charset="-122"/>
              </a:defRPr>
            </a:lvl1pPr>
          </a:lstStyle>
          <a:p>
            <a:pPr marL="180000" indent="-180000" algn="l">
              <a:buFont typeface="+mj-lt"/>
              <a:buAutoNum type="arabicPeriod" startAt="2"/>
            </a:pPr>
            <a:r>
              <a:rPr lang="it-IT" altLang="zh-CN" sz="1300" dirty="0">
                <a:solidFill>
                  <a:schemeClr val="tx1">
                    <a:lumMod val="65000"/>
                    <a:lumOff val="35000"/>
                  </a:schemeClr>
                </a:solidFill>
                <a:latin typeface="Georgia" panose="02040502050405020303" pitchFamily="18" charset="0"/>
              </a:rPr>
              <a:t>Generate </a:t>
            </a:r>
            <a:r>
              <a:rPr lang="it-IT" altLang="zh-CN" sz="1300" dirty="0" smtClean="0">
                <a:solidFill>
                  <a:schemeClr val="tx1">
                    <a:lumMod val="65000"/>
                    <a:lumOff val="35000"/>
                  </a:schemeClr>
                </a:solidFill>
                <a:latin typeface="Georgia" panose="02040502050405020303" pitchFamily="18" charset="0"/>
              </a:rPr>
              <a:t>payment QR </a:t>
            </a:r>
            <a:r>
              <a:rPr lang="it-IT" altLang="zh-CN" sz="1300" dirty="0">
                <a:solidFill>
                  <a:schemeClr val="tx1">
                    <a:lumMod val="65000"/>
                    <a:lumOff val="35000"/>
                  </a:schemeClr>
                </a:solidFill>
                <a:latin typeface="Georgia" panose="02040502050405020303" pitchFamily="18" charset="0"/>
              </a:rPr>
              <a:t>Code in Consumer APP </a:t>
            </a:r>
            <a:endParaRPr lang="en-US" sz="1300" dirty="0">
              <a:solidFill>
                <a:schemeClr val="tx1">
                  <a:lumMod val="65000"/>
                  <a:lumOff val="35000"/>
                </a:schemeClr>
              </a:solidFill>
              <a:latin typeface="Georgia" panose="02040502050405020303" pitchFamily="18" charset="0"/>
            </a:endParaRPr>
          </a:p>
        </p:txBody>
      </p:sp>
      <p:sp>
        <p:nvSpPr>
          <p:cNvPr id="22" name="TextBox 21"/>
          <p:cNvSpPr txBox="1"/>
          <p:nvPr/>
        </p:nvSpPr>
        <p:spPr>
          <a:xfrm>
            <a:off x="4934275" y="1563303"/>
            <a:ext cx="1989820" cy="492443"/>
          </a:xfrm>
          <a:prstGeom prst="rect">
            <a:avLst/>
          </a:prstGeom>
          <a:noFill/>
        </p:spPr>
        <p:txBody>
          <a:bodyPr wrap="square" rtlCol="0">
            <a:spAutoFit/>
          </a:bodyPr>
          <a:lstStyle>
            <a:defPPr>
              <a:defRPr lang="zh-CN"/>
            </a:defPPr>
            <a:lvl1pPr algn="ctr">
              <a:defRPr sz="1400">
                <a:solidFill>
                  <a:schemeClr val="bg1">
                    <a:lumMod val="65000"/>
                  </a:schemeClr>
                </a:solidFill>
                <a:ea typeface="微软雅黑" panose="020B0503020204020204" pitchFamily="34" charset="-122"/>
              </a:defRPr>
            </a:lvl1pPr>
          </a:lstStyle>
          <a:p>
            <a:pPr marL="180000" indent="-180000" algn="l">
              <a:buFont typeface="+mj-lt"/>
              <a:buAutoNum type="arabicPeriod" startAt="3"/>
            </a:pPr>
            <a:r>
              <a:rPr lang="en-US" altLang="zh-CN" sz="1300" dirty="0">
                <a:solidFill>
                  <a:schemeClr val="tx1">
                    <a:lumMod val="65000"/>
                    <a:lumOff val="35000"/>
                  </a:schemeClr>
                </a:solidFill>
                <a:latin typeface="Georgia" panose="02040502050405020303" pitchFamily="18" charset="0"/>
              </a:rPr>
              <a:t>Merchant scans QR Code*</a:t>
            </a:r>
          </a:p>
        </p:txBody>
      </p:sp>
      <p:sp>
        <p:nvSpPr>
          <p:cNvPr id="23" name="TextBox 22"/>
          <p:cNvSpPr txBox="1"/>
          <p:nvPr/>
        </p:nvSpPr>
        <p:spPr>
          <a:xfrm>
            <a:off x="7084571" y="1563303"/>
            <a:ext cx="2059429" cy="892552"/>
          </a:xfrm>
          <a:prstGeom prst="rect">
            <a:avLst/>
          </a:prstGeom>
          <a:noFill/>
        </p:spPr>
        <p:txBody>
          <a:bodyPr wrap="square" rtlCol="0">
            <a:spAutoFit/>
          </a:bodyPr>
          <a:lstStyle/>
          <a:p>
            <a:pPr marL="180000" indent="-180000">
              <a:buFont typeface="+mj-lt"/>
              <a:buAutoNum type="arabicPeriod" startAt="4"/>
            </a:pPr>
            <a:r>
              <a:rPr lang="en-US" altLang="zh-CN" sz="1300" dirty="0">
                <a:solidFill>
                  <a:schemeClr val="tx1">
                    <a:lumMod val="65000"/>
                    <a:lumOff val="35000"/>
                  </a:schemeClr>
                </a:solidFill>
                <a:latin typeface="Georgia" panose="02040502050405020303" pitchFamily="18" charset="0"/>
                <a:ea typeface="微软雅黑" panose="020B0503020204020204" pitchFamily="34" charset="-122"/>
              </a:rPr>
              <a:t>Transaction completed. Merchant and cardholder receive notifications</a:t>
            </a:r>
            <a:endParaRPr lang="en-US" sz="1300" dirty="0">
              <a:solidFill>
                <a:schemeClr val="tx1">
                  <a:lumMod val="65000"/>
                  <a:lumOff val="35000"/>
                </a:schemeClr>
              </a:solidFill>
              <a:latin typeface="Georgia" panose="02040502050405020303" pitchFamily="18" charset="0"/>
              <a:ea typeface="微软雅黑" panose="020B0503020204020204" pitchFamily="34" charset="-122"/>
            </a:endParaRPr>
          </a:p>
        </p:txBody>
      </p:sp>
      <p:sp>
        <p:nvSpPr>
          <p:cNvPr id="24" name="TextBox 23"/>
          <p:cNvSpPr txBox="1"/>
          <p:nvPr/>
        </p:nvSpPr>
        <p:spPr>
          <a:xfrm>
            <a:off x="269197" y="1563638"/>
            <a:ext cx="2430595" cy="692497"/>
          </a:xfrm>
          <a:prstGeom prst="rect">
            <a:avLst/>
          </a:prstGeom>
          <a:noFill/>
        </p:spPr>
        <p:txBody>
          <a:bodyPr wrap="square" rtlCol="0">
            <a:spAutoFit/>
          </a:bodyPr>
          <a:lstStyle/>
          <a:p>
            <a:pPr marL="180000" indent="-180000">
              <a:buFont typeface="+mj-lt"/>
              <a:buAutoNum type="arabicPeriod"/>
            </a:pPr>
            <a:r>
              <a:rPr lang="en-US" altLang="zh-CN" sz="1300" dirty="0">
                <a:solidFill>
                  <a:schemeClr val="tx1">
                    <a:lumMod val="65000"/>
                    <a:lumOff val="35000"/>
                  </a:schemeClr>
                </a:solidFill>
                <a:latin typeface="Georgia" panose="02040502050405020303" pitchFamily="18" charset="0"/>
                <a:ea typeface="微软雅黑" panose="020B0503020204020204" pitchFamily="34" charset="-122"/>
              </a:rPr>
              <a:t>UnionPay card-provision for first-time use (cardholder set APP PIN)</a:t>
            </a:r>
          </a:p>
        </p:txBody>
      </p:sp>
    </p:spTree>
    <p:extLst>
      <p:ext uri="{BB962C8B-B14F-4D97-AF65-F5344CB8AC3E}">
        <p14:creationId xmlns:p14="http://schemas.microsoft.com/office/powerpoint/2010/main" val="5146802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8504" r="2767"/>
          <a:stretch/>
        </p:blipFill>
        <p:spPr bwMode="auto">
          <a:xfrm>
            <a:off x="3276599" y="1715583"/>
            <a:ext cx="2209801" cy="2300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图片 8"/>
          <p:cNvPicPr>
            <a:picLocks noChangeAspect="1"/>
          </p:cNvPicPr>
          <p:nvPr/>
        </p:nvPicPr>
        <p:blipFill rotWithShape="1">
          <a:blip r:embed="rId4" cstate="print">
            <a:extLst>
              <a:ext uri="{28A0092B-C50C-407E-A947-70E740481C1C}">
                <a14:useLocalDpi xmlns:a14="http://schemas.microsoft.com/office/drawing/2010/main" val="0"/>
              </a:ext>
            </a:extLst>
          </a:blip>
          <a:srcRect l="17342" t="27680" r="16863" b="27576"/>
          <a:stretch/>
        </p:blipFill>
        <p:spPr>
          <a:xfrm>
            <a:off x="3444255" y="4317502"/>
            <a:ext cx="1728192" cy="719776"/>
          </a:xfrm>
          <a:prstGeom prst="rect">
            <a:avLst/>
          </a:prstGeom>
          <a:ln>
            <a:noFill/>
          </a:ln>
          <a:effectLst>
            <a:outerShdw blurRad="190500" algn="tl" rotWithShape="0">
              <a:srgbClr val="000000">
                <a:alpha val="70000"/>
              </a:srgbClr>
            </a:outerShdw>
          </a:effectLst>
        </p:spPr>
      </p:pic>
      <p:sp>
        <p:nvSpPr>
          <p:cNvPr id="8"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smtClean="0">
                <a:latin typeface="Georgia" pitchFamily="18" charset="0"/>
                <a:ea typeface="黑体" pitchFamily="49" charset="-122"/>
              </a:rPr>
              <a:t>UPI QR Code Payment Scenarios</a:t>
            </a:r>
            <a:endParaRPr lang="zh-CN" altLang="en-US" sz="1800" b="1" dirty="0">
              <a:latin typeface="Georgia" pitchFamily="18" charset="0"/>
              <a:ea typeface="黑体" pitchFamily="49" charset="-122"/>
            </a:endParaRPr>
          </a:p>
        </p:txBody>
      </p:sp>
      <p:pic>
        <p:nvPicPr>
          <p:cNvPr id="5" name="Picture 3" descr="C:\Users\zhengzuyi\Desktop\139287199.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0693" t="6655" r="29854" b="15828"/>
          <a:stretch/>
        </p:blipFill>
        <p:spPr bwMode="auto">
          <a:xfrm>
            <a:off x="653133" y="2177282"/>
            <a:ext cx="750515" cy="147458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rotWithShape="1">
          <a:blip r:embed="rId6" cstate="print">
            <a:clrChange>
              <a:clrFrom>
                <a:srgbClr val="2BABE1"/>
              </a:clrFrom>
              <a:clrTo>
                <a:srgbClr val="2BABE1">
                  <a:alpha val="0"/>
                </a:srgbClr>
              </a:clrTo>
            </a:clrChange>
            <a:extLst>
              <a:ext uri="{28A0092B-C50C-407E-A947-70E740481C1C}">
                <a14:useLocalDpi xmlns:a14="http://schemas.microsoft.com/office/drawing/2010/main" val="0"/>
              </a:ext>
            </a:extLst>
          </a:blip>
          <a:srcRect b="13567"/>
          <a:stretch/>
        </p:blipFill>
        <p:spPr>
          <a:xfrm>
            <a:off x="1427462" y="828608"/>
            <a:ext cx="1560362" cy="1348674"/>
          </a:xfrm>
          <a:prstGeom prst="rect">
            <a:avLst/>
          </a:prstGeom>
          <a:ln>
            <a:noFill/>
          </a:ln>
          <a:effectLst>
            <a:outerShdw blurRad="190500" algn="tl" rotWithShape="0">
              <a:srgbClr val="000000">
                <a:alpha val="70000"/>
              </a:srgbClr>
            </a:outerShdw>
          </a:effectLst>
        </p:spPr>
      </p:pic>
      <p:pic>
        <p:nvPicPr>
          <p:cNvPr id="6" name="图片 5"/>
          <p:cNvPicPr>
            <a:picLocks noChangeAspect="1"/>
          </p:cNvPicPr>
          <p:nvPr/>
        </p:nvPicPr>
        <p:blipFill rotWithShape="1">
          <a:blip r:embed="rId7" cstate="print">
            <a:extLst>
              <a:ext uri="{28A0092B-C50C-407E-A947-70E740481C1C}">
                <a14:useLocalDpi xmlns:a14="http://schemas.microsoft.com/office/drawing/2010/main" val="0"/>
              </a:ext>
            </a:extLst>
          </a:blip>
          <a:srcRect l="6524" t="39535" r="27370"/>
          <a:stretch/>
        </p:blipFill>
        <p:spPr>
          <a:xfrm>
            <a:off x="1746284" y="3557394"/>
            <a:ext cx="1038776" cy="950150"/>
          </a:xfrm>
          <a:prstGeom prst="rect">
            <a:avLst/>
          </a:prstGeom>
          <a:ln>
            <a:noFill/>
          </a:ln>
          <a:effectLst>
            <a:outerShdw blurRad="190500" algn="tl" rotWithShape="0">
              <a:srgbClr val="000000">
                <a:alpha val="70000"/>
              </a:srgbClr>
            </a:outerShdw>
          </a:effectLst>
        </p:spPr>
      </p:pic>
      <p:pic>
        <p:nvPicPr>
          <p:cNvPr id="7" name="图片 6"/>
          <p:cNvPicPr>
            <a:picLocks noChangeAspect="1"/>
          </p:cNvPicPr>
          <p:nvPr/>
        </p:nvPicPr>
        <p:blipFill>
          <a:blip r:embed="rId8" cstate="print">
            <a:clrChange>
              <a:clrFrom>
                <a:srgbClr val="EEEEEE"/>
              </a:clrFrom>
              <a:clrTo>
                <a:srgbClr val="EEEEEE">
                  <a:alpha val="0"/>
                </a:srgbClr>
              </a:clrTo>
            </a:clrChange>
            <a:extLst>
              <a:ext uri="{28A0092B-C50C-407E-A947-70E740481C1C}">
                <a14:useLocalDpi xmlns:a14="http://schemas.microsoft.com/office/drawing/2010/main" val="0"/>
              </a:ext>
            </a:extLst>
          </a:blip>
          <a:stretch>
            <a:fillRect/>
          </a:stretch>
        </p:blipFill>
        <p:spPr>
          <a:xfrm>
            <a:off x="5652120" y="3131418"/>
            <a:ext cx="1672580" cy="167258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rotWithShape="1">
          <a:blip r:embed="rId9" cstate="print">
            <a:clrChange>
              <a:clrFrom>
                <a:srgbClr val="3AA2C9"/>
              </a:clrFrom>
              <a:clrTo>
                <a:srgbClr val="3AA2C9">
                  <a:alpha val="0"/>
                </a:srgbClr>
              </a:clrTo>
            </a:clrChange>
            <a:extLst>
              <a:ext uri="{28A0092B-C50C-407E-A947-70E740481C1C}">
                <a14:useLocalDpi xmlns:a14="http://schemas.microsoft.com/office/drawing/2010/main" val="0"/>
              </a:ext>
            </a:extLst>
          </a:blip>
          <a:srcRect b="11529"/>
          <a:stretch/>
        </p:blipFill>
        <p:spPr>
          <a:xfrm>
            <a:off x="7236296" y="2067694"/>
            <a:ext cx="1544855" cy="1453977"/>
          </a:xfrm>
          <a:prstGeom prst="rect">
            <a:avLst/>
          </a:prstGeom>
          <a:ln>
            <a:noFill/>
          </a:ln>
          <a:effectLst>
            <a:outerShdw blurRad="190500" algn="tl" rotWithShape="0">
              <a:srgbClr val="000000">
                <a:alpha val="70000"/>
              </a:srgbClr>
            </a:outerShdw>
          </a:effectLst>
        </p:spPr>
      </p:pic>
      <p:pic>
        <p:nvPicPr>
          <p:cNvPr id="11" name="图片 1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887553" y="1205906"/>
            <a:ext cx="1106622" cy="1018092"/>
          </a:xfrm>
          <a:prstGeom prst="rect">
            <a:avLst/>
          </a:prstGeom>
        </p:spPr>
      </p:pic>
      <p:pic>
        <p:nvPicPr>
          <p:cNvPr id="12" name="图片 11"/>
          <p:cNvPicPr>
            <a:picLocks noChangeAspect="1"/>
          </p:cNvPicPr>
          <p:nvPr/>
        </p:nvPicPr>
        <p:blipFill rotWithShape="1">
          <a:blip r:embed="rId11" cstate="print">
            <a:extLst>
              <a:ext uri="{28A0092B-C50C-407E-A947-70E740481C1C}">
                <a14:useLocalDpi xmlns:a14="http://schemas.microsoft.com/office/drawing/2010/main" val="0"/>
              </a:ext>
            </a:extLst>
          </a:blip>
          <a:srcRect l="5900" t="24184" r="7190" b="26506"/>
          <a:stretch/>
        </p:blipFill>
        <p:spPr>
          <a:xfrm>
            <a:off x="3347864" y="627534"/>
            <a:ext cx="2066925" cy="744657"/>
          </a:xfrm>
          <a:prstGeom prst="rect">
            <a:avLst/>
          </a:prstGeom>
        </p:spPr>
      </p:pic>
    </p:spTree>
    <p:extLst>
      <p:ext uri="{BB962C8B-B14F-4D97-AF65-F5344CB8AC3E}">
        <p14:creationId xmlns:p14="http://schemas.microsoft.com/office/powerpoint/2010/main" val="40727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arn(inVertical)">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heel(1)">
                                      <p:cBhvr>
                                        <p:cTn id="35" dur="20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26"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down)">
                                      <p:cBhvr>
                                        <p:cTn id="40" dur="580">
                                          <p:stCondLst>
                                            <p:cond delay="0"/>
                                          </p:stCondLst>
                                        </p:cTn>
                                        <p:tgtEl>
                                          <p:spTgt spid="5"/>
                                        </p:tgtEl>
                                      </p:cBhvr>
                                    </p:animEffect>
                                    <p:anim calcmode="lin" valueType="num">
                                      <p:cBhvr>
                                        <p:cTn id="41"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2"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3"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44"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45"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46" dur="26">
                                          <p:stCondLst>
                                            <p:cond delay="650"/>
                                          </p:stCondLst>
                                        </p:cTn>
                                        <p:tgtEl>
                                          <p:spTgt spid="5"/>
                                        </p:tgtEl>
                                      </p:cBhvr>
                                      <p:to x="100000" y="60000"/>
                                    </p:animScale>
                                    <p:animScale>
                                      <p:cBhvr>
                                        <p:cTn id="47" dur="166" decel="50000">
                                          <p:stCondLst>
                                            <p:cond delay="676"/>
                                          </p:stCondLst>
                                        </p:cTn>
                                        <p:tgtEl>
                                          <p:spTgt spid="5"/>
                                        </p:tgtEl>
                                      </p:cBhvr>
                                      <p:to x="100000" y="100000"/>
                                    </p:animScale>
                                    <p:animScale>
                                      <p:cBhvr>
                                        <p:cTn id="48" dur="26">
                                          <p:stCondLst>
                                            <p:cond delay="1312"/>
                                          </p:stCondLst>
                                        </p:cTn>
                                        <p:tgtEl>
                                          <p:spTgt spid="5"/>
                                        </p:tgtEl>
                                      </p:cBhvr>
                                      <p:to x="100000" y="80000"/>
                                    </p:animScale>
                                    <p:animScale>
                                      <p:cBhvr>
                                        <p:cTn id="49" dur="166" decel="50000">
                                          <p:stCondLst>
                                            <p:cond delay="1338"/>
                                          </p:stCondLst>
                                        </p:cTn>
                                        <p:tgtEl>
                                          <p:spTgt spid="5"/>
                                        </p:tgtEl>
                                      </p:cBhvr>
                                      <p:to x="100000" y="100000"/>
                                    </p:animScale>
                                    <p:animScale>
                                      <p:cBhvr>
                                        <p:cTn id="50" dur="26">
                                          <p:stCondLst>
                                            <p:cond delay="1642"/>
                                          </p:stCondLst>
                                        </p:cTn>
                                        <p:tgtEl>
                                          <p:spTgt spid="5"/>
                                        </p:tgtEl>
                                      </p:cBhvr>
                                      <p:to x="100000" y="90000"/>
                                    </p:animScale>
                                    <p:animScale>
                                      <p:cBhvr>
                                        <p:cTn id="51" dur="166" decel="50000">
                                          <p:stCondLst>
                                            <p:cond delay="1668"/>
                                          </p:stCondLst>
                                        </p:cTn>
                                        <p:tgtEl>
                                          <p:spTgt spid="5"/>
                                        </p:tgtEl>
                                      </p:cBhvr>
                                      <p:to x="100000" y="100000"/>
                                    </p:animScale>
                                    <p:animScale>
                                      <p:cBhvr>
                                        <p:cTn id="52" dur="26">
                                          <p:stCondLst>
                                            <p:cond delay="1808"/>
                                          </p:stCondLst>
                                        </p:cTn>
                                        <p:tgtEl>
                                          <p:spTgt spid="5"/>
                                        </p:tgtEl>
                                      </p:cBhvr>
                                      <p:to x="100000" y="95000"/>
                                    </p:animScale>
                                    <p:animScale>
                                      <p:cBhvr>
                                        <p:cTn id="53" dur="166" decel="50000">
                                          <p:stCondLst>
                                            <p:cond delay="1834"/>
                                          </p:stCondLst>
                                        </p:cTn>
                                        <p:tgtEl>
                                          <p:spTgt spid="5"/>
                                        </p:tgtEl>
                                      </p:cBhvr>
                                      <p:to x="100000" y="100000"/>
                                    </p:animScale>
                                  </p:childTnLst>
                                </p:cTn>
                              </p:par>
                            </p:childTnLst>
                          </p:cTn>
                        </p:par>
                      </p:childTnLst>
                    </p:cTn>
                  </p:par>
                  <p:par>
                    <p:cTn id="54" fill="hold">
                      <p:stCondLst>
                        <p:cond delay="indefinite"/>
                      </p:stCondLst>
                      <p:childTnLst>
                        <p:par>
                          <p:cTn id="55" fill="hold">
                            <p:stCondLst>
                              <p:cond delay="0"/>
                            </p:stCondLst>
                            <p:childTnLst>
                              <p:par>
                                <p:cTn id="56" presetID="45" presetClass="entr" presetSubtype="0" fill="hold" nodeType="click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fade">
                                      <p:cBhvr>
                                        <p:cTn id="58" dur="2000"/>
                                        <p:tgtEl>
                                          <p:spTgt spid="4"/>
                                        </p:tgtEl>
                                      </p:cBhvr>
                                    </p:animEffect>
                                    <p:anim calcmode="lin" valueType="num">
                                      <p:cBhvr>
                                        <p:cTn id="59" dur="2000" fill="hold"/>
                                        <p:tgtEl>
                                          <p:spTgt spid="4"/>
                                        </p:tgtEl>
                                        <p:attrNameLst>
                                          <p:attrName>ppt_w</p:attrName>
                                        </p:attrNameLst>
                                      </p:cBhvr>
                                      <p:tavLst>
                                        <p:tav tm="0" fmla="#ppt_w*sin(2.5*pi*$)">
                                          <p:val>
                                            <p:fltVal val="0"/>
                                          </p:val>
                                        </p:tav>
                                        <p:tav tm="100000">
                                          <p:val>
                                            <p:fltVal val="1"/>
                                          </p:val>
                                        </p:tav>
                                      </p:tavLst>
                                    </p:anim>
                                    <p:anim calcmode="lin" valueType="num">
                                      <p:cBhvr>
                                        <p:cTn id="60"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361549"/>
            <a:ext cx="9144000" cy="1080120"/>
          </a:xfrm>
          <a:prstGeom prst="rect">
            <a:avLst/>
          </a:prstGeom>
          <a:gradFill>
            <a:gsLst>
              <a:gs pos="100000">
                <a:schemeClr val="bg1"/>
              </a:gs>
              <a:gs pos="50000">
                <a:schemeClr val="bg1">
                  <a:lumMod val="85000"/>
                </a:schemeClr>
              </a:gs>
              <a:gs pos="100000">
                <a:schemeClr val="accent1">
                  <a:shade val="100000"/>
                  <a:satMod val="11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1361549"/>
            <a:ext cx="1691680" cy="2218313"/>
            <a:chOff x="0" y="1563638"/>
            <a:chExt cx="1691680" cy="2218313"/>
          </a:xfrm>
        </p:grpSpPr>
        <p:sp>
          <p:nvSpPr>
            <p:cNvPr id="3" name="矩形 2"/>
            <p:cNvSpPr/>
            <p:nvPr/>
          </p:nvSpPr>
          <p:spPr>
            <a:xfrm>
              <a:off x="0" y="1563638"/>
              <a:ext cx="1547664" cy="2088232"/>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5" name="文本框 4"/>
            <p:cNvSpPr txBox="1"/>
            <p:nvPr/>
          </p:nvSpPr>
          <p:spPr>
            <a:xfrm>
              <a:off x="455444" y="2427734"/>
              <a:ext cx="1236236" cy="1354217"/>
            </a:xfrm>
            <a:prstGeom prst="rect">
              <a:avLst/>
            </a:prstGeom>
            <a:noFill/>
          </p:spPr>
          <p:txBody>
            <a:bodyPr wrap="none" rtlCol="0">
              <a:spAutoFit/>
            </a:bodyPr>
            <a:lstStyle>
              <a:defPPr>
                <a:defRPr lang="zh-CN"/>
              </a:defPPr>
              <a:lvl1pPr>
                <a:defRPr sz="2400">
                  <a:solidFill>
                    <a:schemeClr val="bg1"/>
                  </a:solidFill>
                  <a:latin typeface="微软雅黑" panose="020B0503020204020204" pitchFamily="34" charset="-122"/>
                  <a:ea typeface="微软雅黑" panose="020B0503020204020204" pitchFamily="34" charset="-122"/>
                </a:defRPr>
              </a:lvl1pPr>
            </a:lstStyle>
            <a:p>
              <a:r>
                <a:rPr lang="en-US" altLang="zh-CN" sz="8200" dirty="0">
                  <a:latin typeface="黑体" pitchFamily="49" charset="-122"/>
                  <a:ea typeface="黑体" pitchFamily="49" charset="-122"/>
                </a:rPr>
                <a:t>02</a:t>
              </a:r>
              <a:endParaRPr lang="zh-CN" altLang="en-US" sz="8200" dirty="0">
                <a:latin typeface="黑体" pitchFamily="49" charset="-122"/>
                <a:ea typeface="黑体" pitchFamily="49" charset="-122"/>
              </a:endParaRPr>
            </a:p>
          </p:txBody>
        </p:sp>
      </p:grpSp>
      <p:sp>
        <p:nvSpPr>
          <p:cNvPr id="7" name="文本框 6"/>
          <p:cNvSpPr txBox="1"/>
          <p:nvPr/>
        </p:nvSpPr>
        <p:spPr>
          <a:xfrm>
            <a:off x="1691680" y="3195654"/>
            <a:ext cx="7452320" cy="323165"/>
          </a:xfrm>
          <a:prstGeom prst="rect">
            <a:avLst/>
          </a:prstGeom>
        </p:spPr>
        <p:txBody>
          <a:bodyPr wrap="square" rtlCol="0">
            <a:spAutoFit/>
          </a:bodyPr>
          <a:lstStyle/>
          <a:p>
            <a:pPr>
              <a:lnSpc>
                <a:spcPts val="1800"/>
              </a:lnSpc>
            </a:pPr>
            <a:r>
              <a:rPr lang="en-US" altLang="zh-CN" sz="3200" b="1" dirty="0">
                <a:solidFill>
                  <a:srgbClr val="2E5C9E"/>
                </a:solidFill>
                <a:latin typeface="Georgia" pitchFamily="18" charset="0"/>
                <a:ea typeface="微软雅黑" panose="020B0503020204020204" pitchFamily="34" charset="-122"/>
                <a:cs typeface="Arial" pitchFamily="34" charset="0"/>
              </a:rPr>
              <a:t>Why </a:t>
            </a:r>
            <a:r>
              <a:rPr lang="en-US" altLang="zh-CN" sz="3200" b="1" dirty="0" smtClean="0">
                <a:solidFill>
                  <a:srgbClr val="2E5C9E"/>
                </a:solidFill>
                <a:latin typeface="Georgia" pitchFamily="18" charset="0"/>
                <a:ea typeface="微软雅黑" panose="020B0503020204020204" pitchFamily="34" charset="-122"/>
                <a:cs typeface="Arial" pitchFamily="34" charset="0"/>
              </a:rPr>
              <a:t>is UPI </a:t>
            </a:r>
            <a:r>
              <a:rPr lang="en-US" altLang="zh-CN" sz="3200" b="1" dirty="0">
                <a:solidFill>
                  <a:srgbClr val="2E5C9E"/>
                </a:solidFill>
                <a:latin typeface="Georgia" pitchFamily="18" charset="0"/>
                <a:ea typeface="微软雅黑" panose="020B0503020204020204" pitchFamily="34" charset="-122"/>
                <a:cs typeface="Arial" pitchFamily="34" charset="0"/>
              </a:rPr>
              <a:t>QR Code Payment</a:t>
            </a:r>
            <a:endParaRPr lang="sv-SE" altLang="zh-CN" sz="3200" b="1" dirty="0">
              <a:solidFill>
                <a:srgbClr val="2E5C9E"/>
              </a:solidFill>
              <a:latin typeface="Georgia" pitchFamily="18" charset="0"/>
              <a:ea typeface="微软雅黑" panose="020B0503020204020204" pitchFamily="34" charset="-122"/>
              <a:cs typeface="Arial" pitchFamily="34" charset="0"/>
            </a:endParaRPr>
          </a:p>
        </p:txBody>
      </p:sp>
    </p:spTree>
    <p:extLst>
      <p:ext uri="{BB962C8B-B14F-4D97-AF65-F5344CB8AC3E}">
        <p14:creationId xmlns:p14="http://schemas.microsoft.com/office/powerpoint/2010/main" val="21441738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60032" y="267494"/>
            <a:ext cx="1451316" cy="523220"/>
          </a:xfrm>
          <a:prstGeom prst="rect">
            <a:avLst/>
          </a:prstGeom>
        </p:spPr>
        <p:txBody>
          <a:bodyPr wrap="square" rtlCol="0">
            <a:spAutoFit/>
          </a:bodyPr>
          <a:lstStyle/>
          <a:p>
            <a:endParaRPr lang="zh-CN" altLang="en-US" sz="2800" dirty="0">
              <a:solidFill>
                <a:schemeClr val="bg1"/>
              </a:solidFill>
              <a:latin typeface="Georgia" panose="02040502050405020303" pitchFamily="18" charset="0"/>
              <a:ea typeface="黑体" pitchFamily="49" charset="-122"/>
            </a:endParaRPr>
          </a:p>
        </p:txBody>
      </p:sp>
      <p:pic>
        <p:nvPicPr>
          <p:cNvPr id="10242" name="Picture 2" descr="C:\Users\zhengzuyi\Desktop\145991838.jpg"/>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l="5270" t="4791" r="61707" b="98"/>
          <a:stretch/>
        </p:blipFill>
        <p:spPr bwMode="auto">
          <a:xfrm>
            <a:off x="0" y="790714"/>
            <a:ext cx="2267743" cy="4352785"/>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4683" y="4155926"/>
            <a:ext cx="2282425" cy="987572"/>
          </a:xfrm>
          <a:prstGeom prst="rect">
            <a:avLst/>
          </a:prstGeom>
          <a:solidFill>
            <a:schemeClr val="tx1">
              <a:alpha val="60000"/>
            </a:schemeClr>
          </a:solidFill>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a:p>
        </p:txBody>
      </p:sp>
      <p:pic>
        <p:nvPicPr>
          <p:cNvPr id="10243"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8345" r="56879"/>
          <a:stretch/>
        </p:blipFill>
        <p:spPr bwMode="auto">
          <a:xfrm>
            <a:off x="2267744" y="803807"/>
            <a:ext cx="2266156" cy="434415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C:\Users\zhengzuyi\Desktop\133122248.jpg"/>
          <p:cNvPicPr>
            <a:picLocks noChangeArrowheads="1"/>
          </p:cNvPicPr>
          <p:nvPr/>
        </p:nvPicPr>
        <p:blipFill rotWithShape="1">
          <a:blip r:embed="rId6">
            <a:extLst>
              <a:ext uri="{28A0092B-C50C-407E-A947-70E740481C1C}">
                <a14:useLocalDpi xmlns:a14="http://schemas.microsoft.com/office/drawing/2010/main" val="0"/>
              </a:ext>
            </a:extLst>
          </a:blip>
          <a:srcRect l="29950" t="-859" r="34607" b="4548"/>
          <a:stretch/>
        </p:blipFill>
        <p:spPr bwMode="auto">
          <a:xfrm>
            <a:off x="4533900" y="748436"/>
            <a:ext cx="2342356" cy="4395064"/>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
          <p:cNvSpPr/>
          <p:nvPr/>
        </p:nvSpPr>
        <p:spPr>
          <a:xfrm>
            <a:off x="2267742" y="790714"/>
            <a:ext cx="2266158" cy="986400"/>
          </a:xfrm>
          <a:prstGeom prst="rect">
            <a:avLst/>
          </a:prstGeom>
          <a:solidFill>
            <a:schemeClr val="tx1">
              <a:alpha val="60000"/>
            </a:schemeClr>
          </a:solidFill>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dirty="0"/>
          </a:p>
        </p:txBody>
      </p:sp>
      <p:pic>
        <p:nvPicPr>
          <p:cNvPr id="10245" name="Picture 5" descr="C:\Users\zhengzuyi\Desktop\156801344.jpg"/>
          <p:cNvPicPr>
            <a:picLocks noChangeAspect="1" noChangeArrowheads="1"/>
          </p:cNvPicPr>
          <p:nvPr/>
        </p:nvPicPr>
        <p:blipFill rotWithShape="1">
          <a:blip r:embed="rId7">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30049" t="586" r="34635" b="374"/>
          <a:stretch/>
        </p:blipFill>
        <p:spPr bwMode="auto">
          <a:xfrm>
            <a:off x="6876256" y="790713"/>
            <a:ext cx="2267744" cy="4357252"/>
          </a:xfrm>
          <a:prstGeom prst="rect">
            <a:avLst/>
          </a:prstGeom>
          <a:noFill/>
          <a:extLst>
            <a:ext uri="{909E8E84-426E-40DD-AFC4-6F175D3DCCD1}">
              <a14:hiddenFill xmlns:a14="http://schemas.microsoft.com/office/drawing/2010/main">
                <a:solidFill>
                  <a:srgbClr val="FFFFFF"/>
                </a:solidFill>
              </a14:hiddenFill>
            </a:ext>
          </a:extLst>
        </p:spPr>
      </p:pic>
      <p:sp>
        <p:nvSpPr>
          <p:cNvPr id="20" name="矩形 19"/>
          <p:cNvSpPr/>
          <p:nvPr/>
        </p:nvSpPr>
        <p:spPr>
          <a:xfrm>
            <a:off x="35496" y="4443958"/>
            <a:ext cx="2160240" cy="430887"/>
          </a:xfrm>
          <a:prstGeom prst="rect">
            <a:avLst/>
          </a:prstGeom>
        </p:spPr>
        <p:txBody>
          <a:bodyPr wrap="square">
            <a:spAutoFit/>
          </a:bodyPr>
          <a:lstStyle/>
          <a:p>
            <a:pPr algn="ctr"/>
            <a:r>
              <a:rPr lang="en-US" altLang="zh-CN" sz="2200" b="1" dirty="0">
                <a:solidFill>
                  <a:schemeClr val="bg1"/>
                </a:solidFill>
                <a:latin typeface="Georgia" panose="02040502050405020303" pitchFamily="18" charset="0"/>
              </a:rPr>
              <a:t>Low Cost </a:t>
            </a:r>
          </a:p>
        </p:txBody>
      </p:sp>
      <p:sp>
        <p:nvSpPr>
          <p:cNvPr id="21" name="矩形 20"/>
          <p:cNvSpPr/>
          <p:nvPr/>
        </p:nvSpPr>
        <p:spPr>
          <a:xfrm>
            <a:off x="2339752" y="1059582"/>
            <a:ext cx="2160240" cy="461665"/>
          </a:xfrm>
          <a:prstGeom prst="rect">
            <a:avLst/>
          </a:prstGeom>
        </p:spPr>
        <p:txBody>
          <a:bodyPr wrap="square">
            <a:spAutoFit/>
          </a:bodyPr>
          <a:lstStyle/>
          <a:p>
            <a:pPr algn="ctr"/>
            <a:r>
              <a:rPr lang="en-US" altLang="zh-CN" sz="2400" b="1" dirty="0" smtClean="0">
                <a:solidFill>
                  <a:schemeClr val="bg1"/>
                </a:solidFill>
                <a:latin typeface="Georgia" panose="02040502050405020303" pitchFamily="18" charset="0"/>
              </a:rPr>
              <a:t>Security</a:t>
            </a:r>
            <a:endParaRPr lang="zh-CN" altLang="en-US" b="1" dirty="0">
              <a:solidFill>
                <a:schemeClr val="bg1"/>
              </a:solidFill>
              <a:latin typeface="Georgia" panose="02040502050405020303" pitchFamily="18" charset="0"/>
            </a:endParaRPr>
          </a:p>
        </p:txBody>
      </p:sp>
      <p:sp>
        <p:nvSpPr>
          <p:cNvPr id="16" name="矩形 1"/>
          <p:cNvSpPr/>
          <p:nvPr/>
        </p:nvSpPr>
        <p:spPr>
          <a:xfrm>
            <a:off x="6876256" y="4155926"/>
            <a:ext cx="2262396" cy="987570"/>
          </a:xfrm>
          <a:prstGeom prst="rect">
            <a:avLst/>
          </a:prstGeom>
          <a:solidFill>
            <a:schemeClr val="tx1">
              <a:alpha val="60000"/>
            </a:schemeClr>
          </a:solidFill>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dirty="0" smtClean="0"/>
              <a:t>0</a:t>
            </a:r>
            <a:endParaRPr lang="zh-CN" altLang="en-US" dirty="0"/>
          </a:p>
        </p:txBody>
      </p:sp>
      <p:sp>
        <p:nvSpPr>
          <p:cNvPr id="23" name="矩形 22"/>
          <p:cNvSpPr/>
          <p:nvPr/>
        </p:nvSpPr>
        <p:spPr>
          <a:xfrm>
            <a:off x="6876256" y="4332461"/>
            <a:ext cx="2339752" cy="707886"/>
          </a:xfrm>
          <a:prstGeom prst="rect">
            <a:avLst/>
          </a:prstGeom>
        </p:spPr>
        <p:txBody>
          <a:bodyPr wrap="square">
            <a:spAutoFit/>
          </a:bodyPr>
          <a:lstStyle/>
          <a:p>
            <a:pPr algn="ctr"/>
            <a:r>
              <a:rPr lang="en-US" altLang="zh-CN" sz="2000" b="1" dirty="0">
                <a:solidFill>
                  <a:schemeClr val="bg1"/>
                </a:solidFill>
                <a:latin typeface="Georgia" panose="02040502050405020303" pitchFamily="18" charset="0"/>
              </a:rPr>
              <a:t>Flexible</a:t>
            </a:r>
          </a:p>
          <a:p>
            <a:pPr algn="ctr"/>
            <a:r>
              <a:rPr lang="en-US" altLang="zh-CN" sz="2000" b="1" dirty="0">
                <a:solidFill>
                  <a:schemeClr val="bg1"/>
                </a:solidFill>
                <a:latin typeface="Georgia" panose="02040502050405020303" pitchFamily="18" charset="0"/>
              </a:rPr>
              <a:t>Implementation</a:t>
            </a:r>
            <a:endParaRPr lang="zh-CN" altLang="en-US" sz="2000" b="1" dirty="0">
              <a:solidFill>
                <a:schemeClr val="bg1"/>
              </a:solidFill>
              <a:latin typeface="Georgia" panose="02040502050405020303" pitchFamily="18" charset="0"/>
            </a:endParaRPr>
          </a:p>
        </p:txBody>
      </p:sp>
      <p:sp>
        <p:nvSpPr>
          <p:cNvPr id="12"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Why UPI</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QR</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Code Payment</a:t>
            </a:r>
            <a:endParaRPr lang="zh-CN" altLang="en-US" sz="1800" b="1" dirty="0">
              <a:latin typeface="Georgia" pitchFamily="18" charset="0"/>
              <a:ea typeface="黑体" pitchFamily="49" charset="-122"/>
            </a:endParaRPr>
          </a:p>
        </p:txBody>
      </p:sp>
      <p:sp>
        <p:nvSpPr>
          <p:cNvPr id="22" name="矩形 21"/>
          <p:cNvSpPr/>
          <p:nvPr/>
        </p:nvSpPr>
        <p:spPr>
          <a:xfrm>
            <a:off x="4644008" y="989315"/>
            <a:ext cx="2160240" cy="830997"/>
          </a:xfrm>
          <a:prstGeom prst="rect">
            <a:avLst/>
          </a:prstGeom>
        </p:spPr>
        <p:txBody>
          <a:bodyPr wrap="square">
            <a:spAutoFit/>
          </a:bodyPr>
          <a:lstStyle/>
          <a:p>
            <a:pPr algn="ctr"/>
            <a:r>
              <a:rPr lang="en-US" altLang="zh-CN" sz="2400" b="1" dirty="0" smtClean="0">
                <a:solidFill>
                  <a:schemeClr val="bg1"/>
                </a:solidFill>
                <a:latin typeface="Georgia" panose="02040502050405020303" pitchFamily="18" charset="0"/>
              </a:rPr>
              <a:t>Auxiliary</a:t>
            </a:r>
            <a:endParaRPr lang="en-US" altLang="zh-CN" sz="2400" b="1" dirty="0">
              <a:solidFill>
                <a:schemeClr val="bg1"/>
              </a:solidFill>
              <a:latin typeface="Georgia" panose="02040502050405020303" pitchFamily="18" charset="0"/>
            </a:endParaRPr>
          </a:p>
          <a:p>
            <a:pPr algn="ctr"/>
            <a:r>
              <a:rPr lang="en-US" altLang="zh-CN" sz="2400" b="1" dirty="0" smtClean="0">
                <a:solidFill>
                  <a:schemeClr val="bg1"/>
                </a:solidFill>
                <a:latin typeface="Georgia" panose="02040502050405020303" pitchFamily="18" charset="0"/>
              </a:rPr>
              <a:t>Services</a:t>
            </a:r>
            <a:endParaRPr lang="zh-CN" altLang="en-US" sz="2400" b="1" dirty="0">
              <a:solidFill>
                <a:schemeClr val="bg1"/>
              </a:solidFill>
              <a:latin typeface="Georgia" panose="02040502050405020303" pitchFamily="18" charset="0"/>
            </a:endParaRPr>
          </a:p>
        </p:txBody>
      </p:sp>
    </p:spTree>
    <p:extLst>
      <p:ext uri="{BB962C8B-B14F-4D97-AF65-F5344CB8AC3E}">
        <p14:creationId xmlns:p14="http://schemas.microsoft.com/office/powerpoint/2010/main" val="36350450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395536" y="696806"/>
            <a:ext cx="8280920" cy="461665"/>
          </a:xfrm>
          <a:prstGeom prst="rect">
            <a:avLst/>
          </a:prstGeom>
        </p:spPr>
        <p:txBody>
          <a:bodyPr wrap="square">
            <a:spAutoFit/>
          </a:bodyPr>
          <a:lstStyle/>
          <a:p>
            <a:pPr marL="0" lvl="1">
              <a:lnSpc>
                <a:spcPct val="150000"/>
              </a:lnSpc>
              <a:buSzPct val="100000"/>
            </a:pPr>
            <a:r>
              <a:rPr lang="en-US" altLang="zh-CN" sz="1600" b="1" dirty="0" smtClean="0">
                <a:solidFill>
                  <a:srgbClr val="C00000"/>
                </a:solidFill>
                <a:latin typeface="Georgia" pitchFamily="18" charset="0"/>
                <a:ea typeface="微软雅黑" panose="020B0503020204020204" pitchFamily="34" charset="-122"/>
                <a:cs typeface="Arial" pitchFamily="34" charset="0"/>
              </a:rPr>
              <a:t>Require much less hardware purchases and investments </a:t>
            </a:r>
            <a:endParaRPr lang="en-AU" altLang="zh-CN" sz="1600" b="1" dirty="0">
              <a:solidFill>
                <a:srgbClr val="C00000"/>
              </a:solidFill>
              <a:latin typeface="Georgia" pitchFamily="18" charset="0"/>
              <a:ea typeface="微软雅黑" panose="020B0503020204020204" pitchFamily="34" charset="-122"/>
              <a:cs typeface="Arial" pitchFamily="34" charset="0"/>
            </a:endParaRPr>
          </a:p>
        </p:txBody>
      </p:sp>
      <p:sp>
        <p:nvSpPr>
          <p:cNvPr id="7" name="圆角矩形 6"/>
          <p:cNvSpPr/>
          <p:nvPr/>
        </p:nvSpPr>
        <p:spPr>
          <a:xfrm>
            <a:off x="467544" y="1635646"/>
            <a:ext cx="3400400" cy="753159"/>
          </a:xfrm>
          <a:prstGeom prst="roundRect">
            <a:avLst/>
          </a:prstGeom>
          <a:ln>
            <a:noFill/>
          </a:ln>
        </p:spPr>
        <p:style>
          <a:lnRef idx="2">
            <a:schemeClr val="accent2"/>
          </a:lnRef>
          <a:fillRef idx="1">
            <a:schemeClr val="lt1"/>
          </a:fillRef>
          <a:effectRef idx="0">
            <a:schemeClr val="accent2"/>
          </a:effectRef>
          <a:fontRef idx="minor">
            <a:schemeClr val="dk1"/>
          </a:fontRef>
        </p:style>
        <p:txBody>
          <a:bodyPr rtlCol="0" anchor="t"/>
          <a:lstStyle/>
          <a:p>
            <a:pPr marL="0" lvl="1" algn="ctr">
              <a:lnSpc>
                <a:spcPct val="150000"/>
              </a:lnSpc>
              <a:buSzPct val="100000"/>
            </a:pPr>
            <a:r>
              <a:rPr lang="en-US" altLang="zh-CN" sz="1400" b="1" dirty="0">
                <a:solidFill>
                  <a:schemeClr val="accent2">
                    <a:lumMod val="75000"/>
                  </a:schemeClr>
                </a:solidFill>
                <a:latin typeface="Georgia" pitchFamily="18" charset="0"/>
                <a:ea typeface="微软雅黑" panose="020B0503020204020204" pitchFamily="34" charset="-122"/>
                <a:cs typeface="Arial" pitchFamily="34" charset="0"/>
              </a:rPr>
              <a:t>Works on any smart phone </a:t>
            </a:r>
          </a:p>
          <a:p>
            <a:pPr marL="0" lvl="1" algn="ctr">
              <a:buSzPct val="100000"/>
            </a:pPr>
            <a:r>
              <a:rPr lang="en-US" altLang="zh-CN" sz="1600" dirty="0">
                <a:solidFill>
                  <a:schemeClr val="bg2">
                    <a:lumMod val="25000"/>
                  </a:schemeClr>
                </a:solidFill>
                <a:latin typeface="Georgia" pitchFamily="18" charset="0"/>
                <a:ea typeface="微软雅黑" panose="020B0503020204020204" pitchFamily="34" charset="-122"/>
                <a:cs typeface="Arial" pitchFamily="34" charset="0"/>
              </a:rPr>
              <a:t>with screen and </a:t>
            </a:r>
            <a:r>
              <a:rPr lang="en-US" altLang="zh-CN" sz="1600" dirty="0" smtClean="0">
                <a:solidFill>
                  <a:schemeClr val="bg2">
                    <a:lumMod val="25000"/>
                  </a:schemeClr>
                </a:solidFill>
                <a:latin typeface="Georgia" pitchFamily="18" charset="0"/>
                <a:ea typeface="微软雅黑" panose="020B0503020204020204" pitchFamily="34" charset="-122"/>
                <a:cs typeface="Arial" pitchFamily="34" charset="0"/>
              </a:rPr>
              <a:t>camera</a:t>
            </a:r>
          </a:p>
          <a:p>
            <a:pPr marL="0" lvl="1" algn="ctr">
              <a:buSzPct val="100000"/>
            </a:pPr>
            <a:r>
              <a:rPr lang="zh-CN" altLang="en-US" sz="1400" dirty="0" smtClean="0">
                <a:solidFill>
                  <a:schemeClr val="bg2">
                    <a:lumMod val="25000"/>
                  </a:schemeClr>
                </a:solidFill>
                <a:latin typeface="Georgia" pitchFamily="18" charset="0"/>
                <a:ea typeface="微软雅黑" panose="020B0503020204020204" pitchFamily="34" charset="-122"/>
                <a:cs typeface="Arial" pitchFamily="34" charset="0"/>
              </a:rPr>
              <a:t>（</a:t>
            </a:r>
            <a:r>
              <a:rPr lang="en-US" altLang="zh-CN" sz="1400" dirty="0" smtClean="0">
                <a:solidFill>
                  <a:schemeClr val="bg2">
                    <a:lumMod val="25000"/>
                  </a:schemeClr>
                </a:solidFill>
                <a:latin typeface="Georgia" pitchFamily="18" charset="0"/>
                <a:ea typeface="微软雅黑" panose="020B0503020204020204" pitchFamily="34" charset="-122"/>
                <a:cs typeface="Arial" pitchFamily="34" charset="0"/>
              </a:rPr>
              <a:t>Android/ iOS</a:t>
            </a:r>
            <a:r>
              <a:rPr lang="zh-CN" altLang="en-US" sz="1400" dirty="0" smtClean="0">
                <a:solidFill>
                  <a:schemeClr val="bg2">
                    <a:lumMod val="25000"/>
                  </a:schemeClr>
                </a:solidFill>
                <a:latin typeface="Georgia" pitchFamily="18" charset="0"/>
                <a:ea typeface="微软雅黑" panose="020B0503020204020204" pitchFamily="34" charset="-122"/>
                <a:cs typeface="Arial" pitchFamily="34" charset="0"/>
              </a:rPr>
              <a:t>）</a:t>
            </a:r>
            <a:r>
              <a:rPr lang="en-US" altLang="zh-CN" sz="1400" dirty="0" smtClean="0">
                <a:solidFill>
                  <a:schemeClr val="bg2">
                    <a:lumMod val="25000"/>
                  </a:schemeClr>
                </a:solidFill>
                <a:latin typeface="Georgia" pitchFamily="18" charset="0"/>
                <a:ea typeface="微软雅黑" panose="020B0503020204020204" pitchFamily="34" charset="-122"/>
                <a:cs typeface="Arial" pitchFamily="34" charset="0"/>
              </a:rPr>
              <a:t> </a:t>
            </a:r>
            <a:endParaRPr lang="en-US" altLang="zh-CN" sz="1400" dirty="0">
              <a:solidFill>
                <a:schemeClr val="bg2">
                  <a:lumMod val="25000"/>
                </a:schemeClr>
              </a:solidFill>
              <a:latin typeface="Georgia" pitchFamily="18" charset="0"/>
              <a:ea typeface="微软雅黑" panose="020B0503020204020204" pitchFamily="34" charset="-122"/>
              <a:cs typeface="Arial" pitchFamily="34" charset="0"/>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9909" y="2859782"/>
            <a:ext cx="2892282" cy="162720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Low-cost Payment Solution</a:t>
            </a:r>
            <a:endParaRPr lang="zh-CN" altLang="en-US" sz="1800" b="1" dirty="0">
              <a:latin typeface="Georgia" pitchFamily="18" charset="0"/>
              <a:ea typeface="黑体" pitchFamily="49" charset="-122"/>
            </a:endParaRPr>
          </a:p>
        </p:txBody>
      </p:sp>
      <p:sp>
        <p:nvSpPr>
          <p:cNvPr id="8" name="Text Box 6"/>
          <p:cNvSpPr txBox="1">
            <a:spLocks noChangeArrowheads="1"/>
          </p:cNvSpPr>
          <p:nvPr/>
        </p:nvSpPr>
        <p:spPr bwMode="auto">
          <a:xfrm>
            <a:off x="4378562" y="1741334"/>
            <a:ext cx="19613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1400" b="1" dirty="0">
                <a:solidFill>
                  <a:schemeClr val="accent1">
                    <a:lumMod val="50000"/>
                  </a:schemeClr>
                </a:solidFill>
                <a:latin typeface="Georgia" panose="02040502050405020303" pitchFamily="18" charset="0"/>
                <a:ea typeface="宋体" charset="-122"/>
              </a:rPr>
              <a:t>Consumer </a:t>
            </a:r>
            <a:r>
              <a:rPr lang="en-US" altLang="zh-CN" sz="1400" b="1" dirty="0" smtClean="0">
                <a:solidFill>
                  <a:schemeClr val="accent1">
                    <a:lumMod val="50000"/>
                  </a:schemeClr>
                </a:solidFill>
                <a:latin typeface="Georgia" panose="02040502050405020303" pitchFamily="18" charset="0"/>
                <a:ea typeface="宋体" charset="-122"/>
              </a:rPr>
              <a:t>-Presented </a:t>
            </a:r>
            <a:r>
              <a:rPr lang="en-US" altLang="zh-CN" sz="1400" b="1" dirty="0">
                <a:solidFill>
                  <a:schemeClr val="accent1">
                    <a:lumMod val="50000"/>
                  </a:schemeClr>
                </a:solidFill>
                <a:latin typeface="Georgia" panose="02040502050405020303" pitchFamily="18" charset="0"/>
                <a:ea typeface="宋体" charset="-122"/>
              </a:rPr>
              <a:t>mode</a:t>
            </a:r>
          </a:p>
        </p:txBody>
      </p:sp>
      <p:sp>
        <p:nvSpPr>
          <p:cNvPr id="11" name="Text Box 18"/>
          <p:cNvSpPr txBox="1">
            <a:spLocks noChangeArrowheads="1"/>
          </p:cNvSpPr>
          <p:nvPr/>
        </p:nvSpPr>
        <p:spPr bwMode="auto">
          <a:xfrm>
            <a:off x="4860032" y="1239719"/>
            <a:ext cx="345114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en-US" altLang="zh-CN" sz="1600" b="1" dirty="0">
                <a:latin typeface="Georgia" panose="02040502050405020303" pitchFamily="18" charset="0"/>
                <a:ea typeface="宋体" charset="-122"/>
              </a:rPr>
              <a:t>Merchant </a:t>
            </a:r>
            <a:r>
              <a:rPr lang="en-US" altLang="zh-CN" sz="1600" b="1" dirty="0" smtClean="0">
                <a:latin typeface="Georgia" panose="02040502050405020303" pitchFamily="18" charset="0"/>
                <a:ea typeface="宋体" charset="-122"/>
              </a:rPr>
              <a:t>Investment</a:t>
            </a:r>
            <a:endParaRPr lang="en-US" altLang="zh-CN" sz="1050" dirty="0">
              <a:latin typeface="Georgia" panose="02040502050405020303" pitchFamily="18" charset="0"/>
              <a:ea typeface="宋体" charset="-122"/>
            </a:endParaRPr>
          </a:p>
        </p:txBody>
      </p:sp>
      <p:sp>
        <p:nvSpPr>
          <p:cNvPr id="12" name="Text Box 19"/>
          <p:cNvSpPr txBox="1">
            <a:spLocks noChangeArrowheads="1"/>
          </p:cNvSpPr>
          <p:nvPr/>
        </p:nvSpPr>
        <p:spPr bwMode="auto">
          <a:xfrm>
            <a:off x="6884648" y="1732023"/>
            <a:ext cx="22958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1400" b="1" dirty="0" smtClean="0">
                <a:solidFill>
                  <a:schemeClr val="accent1">
                    <a:lumMod val="50000"/>
                  </a:schemeClr>
                </a:solidFill>
                <a:latin typeface="Georgia" panose="02040502050405020303" pitchFamily="18" charset="0"/>
                <a:ea typeface="宋体" charset="-122"/>
              </a:rPr>
              <a:t>Merchant- </a:t>
            </a:r>
          </a:p>
          <a:p>
            <a:pPr eaLnBrk="0" hangingPunct="0"/>
            <a:r>
              <a:rPr lang="en-US" altLang="zh-CN" sz="1400" b="1" dirty="0" smtClean="0">
                <a:solidFill>
                  <a:schemeClr val="accent1">
                    <a:lumMod val="50000"/>
                  </a:schemeClr>
                </a:solidFill>
                <a:latin typeface="Georgia" panose="02040502050405020303" pitchFamily="18" charset="0"/>
                <a:ea typeface="宋体" charset="-122"/>
              </a:rPr>
              <a:t>Presented </a:t>
            </a:r>
            <a:r>
              <a:rPr lang="en-US" altLang="zh-CN" sz="1400" b="1" dirty="0">
                <a:solidFill>
                  <a:schemeClr val="accent1">
                    <a:lumMod val="50000"/>
                  </a:schemeClr>
                </a:solidFill>
                <a:latin typeface="Georgia" panose="02040502050405020303" pitchFamily="18" charset="0"/>
                <a:ea typeface="宋体" charset="-122"/>
              </a:rPr>
              <a:t>mode</a:t>
            </a:r>
            <a:endParaRPr lang="en-US" altLang="zh-CN" sz="2000" b="1" dirty="0">
              <a:solidFill>
                <a:schemeClr val="accent1">
                  <a:lumMod val="50000"/>
                </a:schemeClr>
              </a:solidFill>
              <a:latin typeface="Georgia" panose="02040502050405020303" pitchFamily="18" charset="0"/>
              <a:ea typeface="宋体" charset="-122"/>
            </a:endParaRPr>
          </a:p>
        </p:txBody>
      </p:sp>
      <p:pic>
        <p:nvPicPr>
          <p:cNvPr id="13" name="Picture 2"/>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0" b="97814" l="4145" r="96891"/>
                    </a14:imgEffect>
                  </a14:imgLayer>
                </a14:imgProps>
              </a:ext>
              <a:ext uri="{28A0092B-C50C-407E-A947-70E740481C1C}">
                <a14:useLocalDpi xmlns:a14="http://schemas.microsoft.com/office/drawing/2010/main" val="0"/>
              </a:ext>
            </a:extLst>
          </a:blip>
          <a:srcRect/>
          <a:stretch>
            <a:fillRect/>
          </a:stretch>
        </p:blipFill>
        <p:spPr bwMode="auto">
          <a:xfrm>
            <a:off x="4444252" y="3577274"/>
            <a:ext cx="743535" cy="8123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5"/>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10577" b="88462" l="14151" r="85849">
                        <a14:backgroundMark x1="78302" y1="26923" x2="78302" y2="26923"/>
                        <a14:backgroundMark x1="70755" y1="22115" x2="70755" y2="22115"/>
                        <a14:backgroundMark x1="69811" y1="16346" x2="69811" y2="16346"/>
                        <a14:backgroundMark x1="69811" y1="15385" x2="69811" y2="15385"/>
                        <a14:backgroundMark x1="69811" y1="12981" x2="69811" y2="12981"/>
                        <a14:backgroundMark x1="68868" y1="18750" x2="68868" y2="18750"/>
                        <a14:backgroundMark x1="75472" y1="24519" x2="75472" y2="24519"/>
                      </a14:backgroundRemoval>
                    </a14:imgEffect>
                  </a14:imgLayer>
                </a14:imgProps>
              </a:ext>
              <a:ext uri="{28A0092B-C50C-407E-A947-70E740481C1C}">
                <a14:useLocalDpi xmlns:a14="http://schemas.microsoft.com/office/drawing/2010/main" val="0"/>
              </a:ext>
            </a:extLst>
          </a:blip>
          <a:srcRect/>
          <a:stretch>
            <a:fillRect/>
          </a:stretch>
        </p:blipFill>
        <p:spPr bwMode="auto">
          <a:xfrm>
            <a:off x="5364155" y="3311346"/>
            <a:ext cx="792021" cy="12766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 Box 6"/>
          <p:cNvSpPr txBox="1">
            <a:spLocks noChangeArrowheads="1"/>
          </p:cNvSpPr>
          <p:nvPr/>
        </p:nvSpPr>
        <p:spPr bwMode="auto">
          <a:xfrm>
            <a:off x="4395710" y="2340917"/>
            <a:ext cx="2480546" cy="1028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71450" indent="-171450" algn="l" eaLnBrk="0" hangingPunct="0">
              <a:lnSpc>
                <a:spcPct val="130000"/>
              </a:lnSpc>
              <a:buFont typeface="Wingdings" panose="05000000000000000000" pitchFamily="2" charset="2"/>
              <a:buChar char="p"/>
            </a:pPr>
            <a:r>
              <a:rPr lang="en-US" altLang="zh-CN" sz="1200" dirty="0" smtClean="0">
                <a:latin typeface="Georgia" pitchFamily="18" charset="0"/>
                <a:ea typeface="微软雅黑" panose="020B0503020204020204" pitchFamily="34" charset="-122"/>
                <a:cs typeface="Arial" pitchFamily="34" charset="0"/>
              </a:rPr>
              <a:t>Reapply existing facilities</a:t>
            </a:r>
          </a:p>
          <a:p>
            <a:pPr marL="171450" indent="-171450" algn="l" eaLnBrk="0" hangingPunct="0">
              <a:lnSpc>
                <a:spcPct val="130000"/>
              </a:lnSpc>
              <a:buFont typeface="Wingdings" panose="05000000000000000000" pitchFamily="2" charset="2"/>
              <a:buChar char="p"/>
            </a:pPr>
            <a:r>
              <a:rPr lang="en-US" altLang="zh-CN" sz="1200" dirty="0" smtClean="0">
                <a:latin typeface="Georgia" pitchFamily="18" charset="0"/>
                <a:ea typeface="微软雅黑" panose="020B0503020204020204" pitchFamily="34" charset="-122"/>
                <a:cs typeface="Arial" pitchFamily="34" charset="0"/>
              </a:rPr>
              <a:t>Integrate QR Code reader</a:t>
            </a:r>
          </a:p>
          <a:p>
            <a:pPr marL="171450" indent="-171450" algn="l" eaLnBrk="0" hangingPunct="0">
              <a:lnSpc>
                <a:spcPct val="130000"/>
              </a:lnSpc>
              <a:buFont typeface="Wingdings" panose="05000000000000000000" pitchFamily="2" charset="2"/>
              <a:buChar char="p"/>
            </a:pPr>
            <a:r>
              <a:rPr lang="en-US" altLang="zh-CN" sz="1200" dirty="0" smtClean="0">
                <a:latin typeface="Georgia" pitchFamily="18" charset="0"/>
                <a:ea typeface="微软雅黑" panose="020B0503020204020204" pitchFamily="34" charset="-122"/>
                <a:cs typeface="Arial" pitchFamily="34" charset="0"/>
              </a:rPr>
              <a:t>Install Merchant APP</a:t>
            </a:r>
            <a:endParaRPr lang="en-US" altLang="zh-CN" sz="1200" dirty="0">
              <a:latin typeface="Georgia" pitchFamily="18" charset="0"/>
              <a:ea typeface="微软雅黑" panose="020B0503020204020204" pitchFamily="34" charset="-122"/>
              <a:cs typeface="Arial" pitchFamily="34" charset="0"/>
            </a:endParaRPr>
          </a:p>
          <a:p>
            <a:pPr marL="171450" indent="-171450" algn="l" eaLnBrk="0" hangingPunct="0">
              <a:lnSpc>
                <a:spcPct val="130000"/>
              </a:lnSpc>
              <a:buFont typeface="Wingdings" panose="05000000000000000000" pitchFamily="2" charset="2"/>
              <a:buChar char="p"/>
            </a:pPr>
            <a:r>
              <a:rPr lang="en-US" altLang="zh-CN" sz="1200" dirty="0" smtClean="0">
                <a:latin typeface="Georgia" pitchFamily="18" charset="0"/>
                <a:ea typeface="微软雅黑" panose="020B0503020204020204" pitchFamily="34" charset="-122"/>
                <a:cs typeface="Arial" pitchFamily="34" charset="0"/>
              </a:rPr>
              <a:t>Smart POS Terminal</a:t>
            </a:r>
          </a:p>
        </p:txBody>
      </p:sp>
      <p:sp>
        <p:nvSpPr>
          <p:cNvPr id="17" name="Text Box 6"/>
          <p:cNvSpPr txBox="1">
            <a:spLocks noChangeArrowheads="1"/>
          </p:cNvSpPr>
          <p:nvPr/>
        </p:nvSpPr>
        <p:spPr bwMode="auto">
          <a:xfrm>
            <a:off x="6904535" y="2355726"/>
            <a:ext cx="2095449" cy="1071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71450" indent="-171450" algn="l" eaLnBrk="0" hangingPunct="0">
              <a:lnSpc>
                <a:spcPct val="130000"/>
              </a:lnSpc>
              <a:buFont typeface="Wingdings" panose="05000000000000000000" pitchFamily="2" charset="2"/>
              <a:buChar char="p"/>
            </a:pPr>
            <a:r>
              <a:rPr lang="en-US" altLang="zh-CN" sz="1200" dirty="0">
                <a:latin typeface="Georgia" pitchFamily="18" charset="0"/>
                <a:ea typeface="微软雅黑" panose="020B0503020204020204" pitchFamily="34" charset="-122"/>
                <a:cs typeface="Arial" pitchFamily="34" charset="0"/>
              </a:rPr>
              <a:t>A </a:t>
            </a:r>
            <a:r>
              <a:rPr lang="en-US" altLang="zh-CN" sz="1200" dirty="0" smtClean="0">
                <a:latin typeface="Georgia" pitchFamily="18" charset="0"/>
                <a:ea typeface="微软雅黑" panose="020B0503020204020204" pitchFamily="34" charset="-122"/>
                <a:cs typeface="Arial" pitchFamily="34" charset="0"/>
              </a:rPr>
              <a:t>static QR Code</a:t>
            </a:r>
          </a:p>
          <a:p>
            <a:pPr marL="171450" indent="-171450" algn="l" eaLnBrk="0" hangingPunct="0">
              <a:buFont typeface="Wingdings" panose="05000000000000000000" pitchFamily="2" charset="2"/>
              <a:buChar char="p"/>
            </a:pPr>
            <a:r>
              <a:rPr lang="en-US" altLang="zh-CN" sz="1200" b="1" dirty="0">
                <a:latin typeface="Georgia" pitchFamily="18" charset="0"/>
                <a:ea typeface="微软雅黑" panose="020B0503020204020204" pitchFamily="34" charset="-122"/>
                <a:cs typeface="Arial" pitchFamily="34" charset="0"/>
              </a:rPr>
              <a:t>D</a:t>
            </a:r>
            <a:r>
              <a:rPr lang="en-US" altLang="zh-CN" sz="1200" b="1" dirty="0" smtClean="0">
                <a:latin typeface="Georgia" pitchFamily="18" charset="0"/>
                <a:ea typeface="微软雅黑" panose="020B0503020204020204" pitchFamily="34" charset="-122"/>
                <a:cs typeface="Arial" pitchFamily="34" charset="0"/>
              </a:rPr>
              <a:t>ynamic QR Code </a:t>
            </a:r>
          </a:p>
          <a:p>
            <a:pPr marL="324000" lvl="1" indent="-171450" eaLnBrk="0" hangingPunct="0">
              <a:buFont typeface="Wingdings" panose="05000000000000000000" pitchFamily="2" charset="2"/>
              <a:buChar char="ü"/>
            </a:pPr>
            <a:r>
              <a:rPr lang="en-US" altLang="zh-CN" sz="1200" dirty="0" smtClean="0">
                <a:latin typeface="Georgia" pitchFamily="18" charset="0"/>
                <a:ea typeface="微软雅黑" panose="020B0503020204020204" pitchFamily="34" charset="-122"/>
                <a:cs typeface="Arial" pitchFamily="34" charset="0"/>
              </a:rPr>
              <a:t>printed on ticket</a:t>
            </a:r>
          </a:p>
          <a:p>
            <a:pPr marL="324000" lvl="1" indent="-171450" eaLnBrk="0" hangingPunct="0">
              <a:buFont typeface="Wingdings" panose="05000000000000000000" pitchFamily="2" charset="2"/>
              <a:buChar char="ü"/>
            </a:pPr>
            <a:r>
              <a:rPr lang="en-US" altLang="zh-CN" sz="1200" dirty="0" smtClean="0">
                <a:latin typeface="Georgia" pitchFamily="18" charset="0"/>
                <a:ea typeface="微软雅黑" panose="020B0503020204020204" pitchFamily="34" charset="-122"/>
                <a:cs typeface="Arial" pitchFamily="34" charset="0"/>
              </a:rPr>
              <a:t>displayed </a:t>
            </a:r>
            <a:r>
              <a:rPr lang="en-US" altLang="zh-CN" sz="1200" dirty="0">
                <a:latin typeface="Georgia" pitchFamily="18" charset="0"/>
                <a:ea typeface="微软雅黑" panose="020B0503020204020204" pitchFamily="34" charset="-122"/>
                <a:cs typeface="Arial" pitchFamily="34" charset="0"/>
              </a:rPr>
              <a:t>on </a:t>
            </a:r>
            <a:r>
              <a:rPr lang="en-US" altLang="zh-CN" sz="1200" dirty="0" smtClean="0">
                <a:latin typeface="Georgia" pitchFamily="18" charset="0"/>
                <a:ea typeface="微软雅黑" panose="020B0503020204020204" pitchFamily="34" charset="-122"/>
                <a:cs typeface="Arial" pitchFamily="34" charset="0"/>
              </a:rPr>
              <a:t>smart devices</a:t>
            </a:r>
            <a:endParaRPr lang="en-US" altLang="zh-CN" sz="1200" dirty="0">
              <a:latin typeface="Georgia" pitchFamily="18" charset="0"/>
              <a:ea typeface="微软雅黑" panose="020B0503020204020204" pitchFamily="34" charset="-122"/>
              <a:cs typeface="Arial" pitchFamily="34" charset="0"/>
            </a:endParaRPr>
          </a:p>
        </p:txBody>
      </p:sp>
      <p:pic>
        <p:nvPicPr>
          <p:cNvPr id="19" name="图片 18"/>
          <p:cNvPicPr>
            <a:picLocks noChangeAspect="1"/>
          </p:cNvPicPr>
          <p:nvPr/>
        </p:nvPicPr>
        <p:blipFill rotWithShape="1">
          <a:blip r:embed="rId8" cstate="print">
            <a:extLst>
              <a:ext uri="{28A0092B-C50C-407E-A947-70E740481C1C}">
                <a14:useLocalDpi xmlns:a14="http://schemas.microsoft.com/office/drawing/2010/main" val="0"/>
              </a:ext>
            </a:extLst>
          </a:blip>
          <a:srcRect t="19596" r="11372"/>
          <a:stretch/>
        </p:blipFill>
        <p:spPr>
          <a:xfrm>
            <a:off x="6588224" y="3510959"/>
            <a:ext cx="2268885" cy="1149023"/>
          </a:xfrm>
          <a:prstGeom prst="rect">
            <a:avLst/>
          </a:prstGeom>
        </p:spPr>
      </p:pic>
      <p:sp>
        <p:nvSpPr>
          <p:cNvPr id="20" name="Text Box 18"/>
          <p:cNvSpPr txBox="1">
            <a:spLocks noChangeArrowheads="1"/>
          </p:cNvSpPr>
          <p:nvPr/>
        </p:nvSpPr>
        <p:spPr bwMode="auto">
          <a:xfrm>
            <a:off x="460480" y="1239719"/>
            <a:ext cx="345114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en-US" altLang="zh-CN" sz="1600" b="1" dirty="0" smtClean="0">
                <a:latin typeface="Georgia" panose="02040502050405020303" pitchFamily="18" charset="0"/>
                <a:ea typeface="宋体" charset="-122"/>
              </a:rPr>
              <a:t>Cardholder Reliance</a:t>
            </a:r>
            <a:endParaRPr lang="en-US" altLang="zh-CN" sz="1050" dirty="0">
              <a:latin typeface="Georgia" panose="02040502050405020303" pitchFamily="18" charset="0"/>
              <a:ea typeface="宋体" charset="-122"/>
            </a:endParaRPr>
          </a:p>
        </p:txBody>
      </p:sp>
      <p:cxnSp>
        <p:nvCxnSpPr>
          <p:cNvPr id="21" name="直接连接符 20"/>
          <p:cNvCxnSpPr/>
          <p:nvPr/>
        </p:nvCxnSpPr>
        <p:spPr>
          <a:xfrm>
            <a:off x="503928" y="1609051"/>
            <a:ext cx="3420000" cy="0"/>
          </a:xfrm>
          <a:prstGeom prst="line">
            <a:avLst/>
          </a:prstGeom>
          <a:ln w="60325" cmpd="tri">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4320352" y="1596872"/>
            <a:ext cx="4572000" cy="0"/>
          </a:xfrm>
          <a:prstGeom prst="line">
            <a:avLst/>
          </a:prstGeom>
          <a:ln w="60325" cmpd="tri">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56630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îṧļiďe">
            <a:extLst>
              <a:ext uri="{FF2B5EF4-FFF2-40B4-BE49-F238E27FC236}">
                <a16:creationId xmlns:a16="http://schemas.microsoft.com/office/drawing/2014/main" id="{E9A59317-3CFA-40B5-A3B6-41887D33B013}"/>
              </a:ext>
            </a:extLst>
          </p:cNvPr>
          <p:cNvGrpSpPr/>
          <p:nvPr/>
        </p:nvGrpSpPr>
        <p:grpSpPr>
          <a:xfrm>
            <a:off x="785092" y="1266611"/>
            <a:ext cx="3303390" cy="3609395"/>
            <a:chOff x="5070982" y="1853639"/>
            <a:chExt cx="3386684" cy="3700404"/>
          </a:xfrm>
        </p:grpSpPr>
        <p:sp>
          <p:nvSpPr>
            <p:cNvPr id="67" name="îṧľïḍé">
              <a:extLst>
                <a:ext uri="{FF2B5EF4-FFF2-40B4-BE49-F238E27FC236}">
                  <a16:creationId xmlns:a16="http://schemas.microsoft.com/office/drawing/2014/main" id="{408CB34D-C837-438E-80C2-4422AFF1E412}"/>
                </a:ext>
              </a:extLst>
            </p:cNvPr>
            <p:cNvSpPr/>
            <p:nvPr/>
          </p:nvSpPr>
          <p:spPr>
            <a:xfrm rot="8890002">
              <a:off x="5432840" y="1903230"/>
              <a:ext cx="457496" cy="1451576"/>
            </a:xfrm>
            <a:prstGeom prst="trapezoid">
              <a:avLst>
                <a:gd name="adj" fmla="val 35955"/>
              </a:avLst>
            </a:prstGeom>
            <a:gradFill flip="none" rotWithShape="1">
              <a:gsLst>
                <a:gs pos="0">
                  <a:schemeClr val="accent2">
                    <a:lumMod val="40000"/>
                    <a:lumOff val="60000"/>
                    <a:tint val="66000"/>
                    <a:satMod val="160000"/>
                  </a:schemeClr>
                </a:gs>
                <a:gs pos="50000">
                  <a:schemeClr val="accent2">
                    <a:lumMod val="40000"/>
                    <a:lumOff val="60000"/>
                    <a:tint val="44500"/>
                    <a:satMod val="160000"/>
                  </a:schemeClr>
                </a:gs>
                <a:gs pos="100000">
                  <a:schemeClr val="accent2">
                    <a:lumMod val="40000"/>
                    <a:lumOff val="60000"/>
                    <a:tint val="23500"/>
                    <a:satMod val="160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8" name="ísļîḍe">
              <a:extLst>
                <a:ext uri="{FF2B5EF4-FFF2-40B4-BE49-F238E27FC236}">
                  <a16:creationId xmlns:a16="http://schemas.microsoft.com/office/drawing/2014/main" id="{4FA5362A-46D1-46B1-8175-90DA39C3BDF9}"/>
                </a:ext>
              </a:extLst>
            </p:cNvPr>
            <p:cNvSpPr/>
            <p:nvPr/>
          </p:nvSpPr>
          <p:spPr>
            <a:xfrm rot="1800000">
              <a:off x="5462799" y="4081858"/>
              <a:ext cx="457496" cy="1329020"/>
            </a:xfrm>
            <a:prstGeom prst="trapezoid">
              <a:avLst>
                <a:gd name="adj" fmla="val 35955"/>
              </a:avLst>
            </a:prstGeo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9" name="îṣļíďê">
              <a:extLst>
                <a:ext uri="{FF2B5EF4-FFF2-40B4-BE49-F238E27FC236}">
                  <a16:creationId xmlns:a16="http://schemas.microsoft.com/office/drawing/2014/main" id="{98C2F7CB-03C5-431F-A966-3BDE68693DF3}"/>
                </a:ext>
              </a:extLst>
            </p:cNvPr>
            <p:cNvSpPr/>
            <p:nvPr/>
          </p:nvSpPr>
          <p:spPr>
            <a:xfrm rot="16200000">
              <a:off x="7339418" y="3036834"/>
              <a:ext cx="457495" cy="1328679"/>
            </a:xfrm>
            <a:prstGeom prst="trapezoid">
              <a:avLst>
                <a:gd name="adj" fmla="val 35955"/>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70" name="îṩḷïḋê">
              <a:extLst>
                <a:ext uri="{FF2B5EF4-FFF2-40B4-BE49-F238E27FC236}">
                  <a16:creationId xmlns:a16="http://schemas.microsoft.com/office/drawing/2014/main" id="{D18D4926-A2FC-4CDC-8ECE-0C30300FD3F6}"/>
                </a:ext>
              </a:extLst>
            </p:cNvPr>
            <p:cNvSpPr/>
            <p:nvPr/>
          </p:nvSpPr>
          <p:spPr>
            <a:xfrm>
              <a:off x="5791586" y="3135738"/>
              <a:ext cx="1112239" cy="1112241"/>
            </a:xfrm>
            <a:prstGeom prst="ellipse">
              <a:avLst/>
            </a:prstGeom>
            <a:solidFill>
              <a:schemeClr val="bg1"/>
            </a:solidFill>
            <a:ln w="571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tLang="zh-CN" sz="1400" b="1" dirty="0">
                <a:solidFill>
                  <a:srgbClr val="C00000"/>
                </a:solidFill>
                <a:latin typeface="Georgia" panose="02040502050405020303" pitchFamily="18" charset="0"/>
              </a:endParaRPr>
            </a:p>
          </p:txBody>
        </p:sp>
        <p:grpSp>
          <p:nvGrpSpPr>
            <p:cNvPr id="71" name="ïsḷídé">
              <a:extLst>
                <a:ext uri="{FF2B5EF4-FFF2-40B4-BE49-F238E27FC236}">
                  <a16:creationId xmlns:a16="http://schemas.microsoft.com/office/drawing/2014/main" id="{9C6CB7CC-A226-4E67-88A0-5D6A84D80B12}"/>
                </a:ext>
              </a:extLst>
            </p:cNvPr>
            <p:cNvGrpSpPr/>
            <p:nvPr/>
          </p:nvGrpSpPr>
          <p:grpSpPr>
            <a:xfrm>
              <a:off x="5070982" y="1853639"/>
              <a:ext cx="537820" cy="537824"/>
              <a:chOff x="5263321" y="2687119"/>
              <a:chExt cx="656438" cy="656442"/>
            </a:xfrm>
          </p:grpSpPr>
          <p:sp>
            <p:nvSpPr>
              <p:cNvPr id="78" name="íslîḋê">
                <a:extLst>
                  <a:ext uri="{FF2B5EF4-FFF2-40B4-BE49-F238E27FC236}">
                    <a16:creationId xmlns:a16="http://schemas.microsoft.com/office/drawing/2014/main" id="{83D0B9CA-D2AA-44C2-AF1E-6632B6B0AD76}"/>
                  </a:ext>
                </a:extLst>
              </p:cNvPr>
              <p:cNvSpPr/>
              <p:nvPr/>
            </p:nvSpPr>
            <p:spPr>
              <a:xfrm>
                <a:off x="5263321" y="2687119"/>
                <a:ext cx="656438" cy="656442"/>
              </a:xfrm>
              <a:prstGeom prst="ellipse">
                <a:avLst/>
              </a:prstGeom>
              <a:solidFill>
                <a:schemeClr val="accent2">
                  <a:lumMod val="40000"/>
                  <a:lumOff val="6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79" name="ïşḻide">
                <a:extLst>
                  <a:ext uri="{FF2B5EF4-FFF2-40B4-BE49-F238E27FC236}">
                    <a16:creationId xmlns:a16="http://schemas.microsoft.com/office/drawing/2014/main" id="{0B0ADA5F-8FFC-4F97-9930-4D5890DF3EE1}"/>
                  </a:ext>
                </a:extLst>
              </p:cNvPr>
              <p:cNvSpPr/>
              <p:nvPr/>
            </p:nvSpPr>
            <p:spPr bwMode="auto">
              <a:xfrm>
                <a:off x="5441678" y="2814182"/>
                <a:ext cx="298348" cy="334720"/>
              </a:xfrm>
              <a:custGeom>
                <a:avLst/>
                <a:gdLst>
                  <a:gd name="connsiteX0" fmla="*/ 450061 w 501802"/>
                  <a:gd name="connsiteY0" fmla="*/ 400299 h 562977"/>
                  <a:gd name="connsiteX1" fmla="*/ 380210 w 501802"/>
                  <a:gd name="connsiteY1" fmla="*/ 470018 h 562977"/>
                  <a:gd name="connsiteX2" fmla="*/ 343992 w 501802"/>
                  <a:gd name="connsiteY2" fmla="*/ 433867 h 562977"/>
                  <a:gd name="connsiteX3" fmla="*/ 336230 w 501802"/>
                  <a:gd name="connsiteY3" fmla="*/ 433867 h 562977"/>
                  <a:gd name="connsiteX4" fmla="*/ 323295 w 501802"/>
                  <a:gd name="connsiteY4" fmla="*/ 446778 h 562977"/>
                  <a:gd name="connsiteX5" fmla="*/ 323295 w 501802"/>
                  <a:gd name="connsiteY5" fmla="*/ 454525 h 562977"/>
                  <a:gd name="connsiteX6" fmla="*/ 375036 w 501802"/>
                  <a:gd name="connsiteY6" fmla="*/ 508751 h 562977"/>
                  <a:gd name="connsiteX7" fmla="*/ 385385 w 501802"/>
                  <a:gd name="connsiteY7" fmla="*/ 508751 h 562977"/>
                  <a:gd name="connsiteX8" fmla="*/ 473345 w 501802"/>
                  <a:gd name="connsiteY8" fmla="*/ 420956 h 562977"/>
                  <a:gd name="connsiteX9" fmla="*/ 473345 w 501802"/>
                  <a:gd name="connsiteY9" fmla="*/ 410627 h 562977"/>
                  <a:gd name="connsiteX10" fmla="*/ 460409 w 501802"/>
                  <a:gd name="connsiteY10" fmla="*/ 400299 h 562977"/>
                  <a:gd name="connsiteX11" fmla="*/ 450061 w 501802"/>
                  <a:gd name="connsiteY11" fmla="*/ 400299 h 562977"/>
                  <a:gd name="connsiteX12" fmla="*/ 393146 w 501802"/>
                  <a:gd name="connsiteY12" fmla="*/ 343490 h 562977"/>
                  <a:gd name="connsiteX13" fmla="*/ 501802 w 501802"/>
                  <a:gd name="connsiteY13" fmla="*/ 454525 h 562977"/>
                  <a:gd name="connsiteX14" fmla="*/ 393146 w 501802"/>
                  <a:gd name="connsiteY14" fmla="*/ 562977 h 562977"/>
                  <a:gd name="connsiteX15" fmla="*/ 281902 w 501802"/>
                  <a:gd name="connsiteY15" fmla="*/ 454525 h 562977"/>
                  <a:gd name="connsiteX16" fmla="*/ 393146 w 501802"/>
                  <a:gd name="connsiteY16" fmla="*/ 343490 h 562977"/>
                  <a:gd name="connsiteX17" fmla="*/ 155210 w 501802"/>
                  <a:gd name="connsiteY17" fmla="*/ 266195 h 562977"/>
                  <a:gd name="connsiteX18" fmla="*/ 287139 w 501802"/>
                  <a:gd name="connsiteY18" fmla="*/ 266195 h 562977"/>
                  <a:gd name="connsiteX19" fmla="*/ 325941 w 501802"/>
                  <a:gd name="connsiteY19" fmla="*/ 294583 h 562977"/>
                  <a:gd name="connsiteX20" fmla="*/ 390612 w 501802"/>
                  <a:gd name="connsiteY20" fmla="*/ 322970 h 562977"/>
                  <a:gd name="connsiteX21" fmla="*/ 261270 w 501802"/>
                  <a:gd name="connsiteY21" fmla="*/ 457168 h 562977"/>
                  <a:gd name="connsiteX22" fmla="*/ 305247 w 501802"/>
                  <a:gd name="connsiteY22" fmla="*/ 557816 h 562977"/>
                  <a:gd name="connsiteX23" fmla="*/ 212120 w 501802"/>
                  <a:gd name="connsiteY23" fmla="*/ 562977 h 562977"/>
                  <a:gd name="connsiteX24" fmla="*/ 10347 w 501802"/>
                  <a:gd name="connsiteY24" fmla="*/ 521686 h 562977"/>
                  <a:gd name="connsiteX25" fmla="*/ 0 w 501802"/>
                  <a:gd name="connsiteY25" fmla="*/ 493298 h 562977"/>
                  <a:gd name="connsiteX26" fmla="*/ 38802 w 501802"/>
                  <a:gd name="connsiteY26" fmla="*/ 333293 h 562977"/>
                  <a:gd name="connsiteX27" fmla="*/ 69844 w 501802"/>
                  <a:gd name="connsiteY27" fmla="*/ 310067 h 562977"/>
                  <a:gd name="connsiteX28" fmla="*/ 155210 w 501802"/>
                  <a:gd name="connsiteY28" fmla="*/ 266195 h 562977"/>
                  <a:gd name="connsiteX29" fmla="*/ 199186 w 501802"/>
                  <a:gd name="connsiteY29" fmla="*/ 18071 h 562977"/>
                  <a:gd name="connsiteX30" fmla="*/ 191421 w 501802"/>
                  <a:gd name="connsiteY30" fmla="*/ 20653 h 562977"/>
                  <a:gd name="connsiteX31" fmla="*/ 137071 w 501802"/>
                  <a:gd name="connsiteY31" fmla="*/ 72284 h 562977"/>
                  <a:gd name="connsiteX32" fmla="*/ 137071 w 501802"/>
                  <a:gd name="connsiteY32" fmla="*/ 74866 h 562977"/>
                  <a:gd name="connsiteX33" fmla="*/ 139659 w 501802"/>
                  <a:gd name="connsiteY33" fmla="*/ 141988 h 562977"/>
                  <a:gd name="connsiteX34" fmla="*/ 137071 w 501802"/>
                  <a:gd name="connsiteY34" fmla="*/ 149732 h 562977"/>
                  <a:gd name="connsiteX35" fmla="*/ 131895 w 501802"/>
                  <a:gd name="connsiteY35" fmla="*/ 152314 h 562977"/>
                  <a:gd name="connsiteX36" fmla="*/ 134483 w 501802"/>
                  <a:gd name="connsiteY36" fmla="*/ 170385 h 562977"/>
                  <a:gd name="connsiteX37" fmla="*/ 139659 w 501802"/>
                  <a:gd name="connsiteY37" fmla="*/ 180712 h 562977"/>
                  <a:gd name="connsiteX38" fmla="*/ 142247 w 501802"/>
                  <a:gd name="connsiteY38" fmla="*/ 185875 h 562977"/>
                  <a:gd name="connsiteX39" fmla="*/ 219891 w 501802"/>
                  <a:gd name="connsiteY39" fmla="*/ 276231 h 562977"/>
                  <a:gd name="connsiteX40" fmla="*/ 302711 w 501802"/>
                  <a:gd name="connsiteY40" fmla="*/ 185875 h 562977"/>
                  <a:gd name="connsiteX41" fmla="*/ 305299 w 501802"/>
                  <a:gd name="connsiteY41" fmla="*/ 180712 h 562977"/>
                  <a:gd name="connsiteX42" fmla="*/ 310475 w 501802"/>
                  <a:gd name="connsiteY42" fmla="*/ 170385 h 562977"/>
                  <a:gd name="connsiteX43" fmla="*/ 313063 w 501802"/>
                  <a:gd name="connsiteY43" fmla="*/ 149732 h 562977"/>
                  <a:gd name="connsiteX44" fmla="*/ 307887 w 501802"/>
                  <a:gd name="connsiteY44" fmla="*/ 147151 h 562977"/>
                  <a:gd name="connsiteX45" fmla="*/ 307887 w 501802"/>
                  <a:gd name="connsiteY45" fmla="*/ 139406 h 562977"/>
                  <a:gd name="connsiteX46" fmla="*/ 300123 w 501802"/>
                  <a:gd name="connsiteY46" fmla="*/ 54213 h 562977"/>
                  <a:gd name="connsiteX47" fmla="*/ 258712 w 501802"/>
                  <a:gd name="connsiteY47" fmla="*/ 30979 h 562977"/>
                  <a:gd name="connsiteX48" fmla="*/ 245772 w 501802"/>
                  <a:gd name="connsiteY48" fmla="*/ 25816 h 562977"/>
                  <a:gd name="connsiteX49" fmla="*/ 209538 w 501802"/>
                  <a:gd name="connsiteY49" fmla="*/ 18071 h 562977"/>
                  <a:gd name="connsiteX50" fmla="*/ 199186 w 501802"/>
                  <a:gd name="connsiteY50" fmla="*/ 18071 h 562977"/>
                  <a:gd name="connsiteX51" fmla="*/ 201774 w 501802"/>
                  <a:gd name="connsiteY51" fmla="*/ 0 h 562977"/>
                  <a:gd name="connsiteX52" fmla="*/ 206950 w 501802"/>
                  <a:gd name="connsiteY52" fmla="*/ 0 h 562977"/>
                  <a:gd name="connsiteX53" fmla="*/ 209538 w 501802"/>
                  <a:gd name="connsiteY53" fmla="*/ 0 h 562977"/>
                  <a:gd name="connsiteX54" fmla="*/ 250948 w 501802"/>
                  <a:gd name="connsiteY54" fmla="*/ 10326 h 562977"/>
                  <a:gd name="connsiteX55" fmla="*/ 263888 w 501802"/>
                  <a:gd name="connsiteY55" fmla="*/ 15489 h 562977"/>
                  <a:gd name="connsiteX56" fmla="*/ 313063 w 501802"/>
                  <a:gd name="connsiteY56" fmla="*/ 43887 h 562977"/>
                  <a:gd name="connsiteX57" fmla="*/ 326004 w 501802"/>
                  <a:gd name="connsiteY57" fmla="*/ 136824 h 562977"/>
                  <a:gd name="connsiteX58" fmla="*/ 326004 w 501802"/>
                  <a:gd name="connsiteY58" fmla="*/ 139406 h 562977"/>
                  <a:gd name="connsiteX59" fmla="*/ 326004 w 501802"/>
                  <a:gd name="connsiteY59" fmla="*/ 172967 h 562977"/>
                  <a:gd name="connsiteX60" fmla="*/ 318239 w 501802"/>
                  <a:gd name="connsiteY60" fmla="*/ 191038 h 562977"/>
                  <a:gd name="connsiteX61" fmla="*/ 219891 w 501802"/>
                  <a:gd name="connsiteY61" fmla="*/ 294302 h 562977"/>
                  <a:gd name="connsiteX62" fmla="*/ 126718 w 501802"/>
                  <a:gd name="connsiteY62" fmla="*/ 191038 h 562977"/>
                  <a:gd name="connsiteX63" fmla="*/ 118954 w 501802"/>
                  <a:gd name="connsiteY63" fmla="*/ 172967 h 562977"/>
                  <a:gd name="connsiteX64" fmla="*/ 118954 w 501802"/>
                  <a:gd name="connsiteY64" fmla="*/ 139406 h 562977"/>
                  <a:gd name="connsiteX65" fmla="*/ 121542 w 501802"/>
                  <a:gd name="connsiteY65" fmla="*/ 134243 h 562977"/>
                  <a:gd name="connsiteX66" fmla="*/ 121542 w 501802"/>
                  <a:gd name="connsiteY66" fmla="*/ 67121 h 562977"/>
                  <a:gd name="connsiteX67" fmla="*/ 183657 w 501802"/>
                  <a:gd name="connsiteY67" fmla="*/ 2581 h 562977"/>
                  <a:gd name="connsiteX68" fmla="*/ 201774 w 501802"/>
                  <a:gd name="connsiteY68" fmla="*/ 0 h 562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01802" h="562977">
                    <a:moveTo>
                      <a:pt x="450061" y="400299"/>
                    </a:moveTo>
                    <a:lnTo>
                      <a:pt x="380210" y="470018"/>
                    </a:lnTo>
                    <a:lnTo>
                      <a:pt x="343992" y="433867"/>
                    </a:lnTo>
                    <a:cubicBezTo>
                      <a:pt x="341405" y="431285"/>
                      <a:pt x="338818" y="431285"/>
                      <a:pt x="336230" y="433867"/>
                    </a:cubicBezTo>
                    <a:lnTo>
                      <a:pt x="323295" y="446778"/>
                    </a:lnTo>
                    <a:cubicBezTo>
                      <a:pt x="320708" y="449360"/>
                      <a:pt x="320708" y="451943"/>
                      <a:pt x="323295" y="454525"/>
                    </a:cubicBezTo>
                    <a:lnTo>
                      <a:pt x="375036" y="508751"/>
                    </a:lnTo>
                    <a:cubicBezTo>
                      <a:pt x="377623" y="511333"/>
                      <a:pt x="382798" y="511333"/>
                      <a:pt x="385385" y="508751"/>
                    </a:cubicBezTo>
                    <a:lnTo>
                      <a:pt x="473345" y="420956"/>
                    </a:lnTo>
                    <a:cubicBezTo>
                      <a:pt x="475932" y="418374"/>
                      <a:pt x="475932" y="413210"/>
                      <a:pt x="473345" y="410627"/>
                    </a:cubicBezTo>
                    <a:lnTo>
                      <a:pt x="460409" y="400299"/>
                    </a:lnTo>
                    <a:cubicBezTo>
                      <a:pt x="457822" y="397716"/>
                      <a:pt x="452648" y="397716"/>
                      <a:pt x="450061" y="400299"/>
                    </a:cubicBezTo>
                    <a:close/>
                    <a:moveTo>
                      <a:pt x="393146" y="343490"/>
                    </a:moveTo>
                    <a:cubicBezTo>
                      <a:pt x="452648" y="343490"/>
                      <a:pt x="501802" y="392552"/>
                      <a:pt x="501802" y="454525"/>
                    </a:cubicBezTo>
                    <a:cubicBezTo>
                      <a:pt x="501802" y="513915"/>
                      <a:pt x="452648" y="562977"/>
                      <a:pt x="393146" y="562977"/>
                    </a:cubicBezTo>
                    <a:cubicBezTo>
                      <a:pt x="331056" y="562977"/>
                      <a:pt x="281902" y="513915"/>
                      <a:pt x="281902" y="454525"/>
                    </a:cubicBezTo>
                    <a:cubicBezTo>
                      <a:pt x="281902" y="392552"/>
                      <a:pt x="331056" y="343490"/>
                      <a:pt x="393146" y="343490"/>
                    </a:cubicBezTo>
                    <a:close/>
                    <a:moveTo>
                      <a:pt x="155210" y="266195"/>
                    </a:moveTo>
                    <a:cubicBezTo>
                      <a:pt x="155210" y="266195"/>
                      <a:pt x="212120" y="415877"/>
                      <a:pt x="287139" y="266195"/>
                    </a:cubicBezTo>
                    <a:cubicBezTo>
                      <a:pt x="287139" y="266195"/>
                      <a:pt x="287139" y="279098"/>
                      <a:pt x="325941" y="294583"/>
                    </a:cubicBezTo>
                    <a:cubicBezTo>
                      <a:pt x="325941" y="294583"/>
                      <a:pt x="364744" y="304905"/>
                      <a:pt x="390612" y="322970"/>
                    </a:cubicBezTo>
                    <a:cubicBezTo>
                      <a:pt x="318181" y="325551"/>
                      <a:pt x="261270" y="384908"/>
                      <a:pt x="261270" y="457168"/>
                    </a:cubicBezTo>
                    <a:cubicBezTo>
                      <a:pt x="261270" y="498459"/>
                      <a:pt x="276791" y="532009"/>
                      <a:pt x="305247" y="557816"/>
                    </a:cubicBezTo>
                    <a:cubicBezTo>
                      <a:pt x="276791" y="560397"/>
                      <a:pt x="245749" y="562977"/>
                      <a:pt x="212120" y="562977"/>
                    </a:cubicBezTo>
                    <a:cubicBezTo>
                      <a:pt x="212120" y="562977"/>
                      <a:pt x="90539" y="557816"/>
                      <a:pt x="10347" y="521686"/>
                    </a:cubicBezTo>
                    <a:cubicBezTo>
                      <a:pt x="10347" y="521686"/>
                      <a:pt x="0" y="519105"/>
                      <a:pt x="0" y="493298"/>
                    </a:cubicBezTo>
                    <a:cubicBezTo>
                      <a:pt x="0" y="493298"/>
                      <a:pt x="5173" y="382327"/>
                      <a:pt x="38802" y="333293"/>
                    </a:cubicBezTo>
                    <a:cubicBezTo>
                      <a:pt x="38802" y="333293"/>
                      <a:pt x="46563" y="320390"/>
                      <a:pt x="69844" y="310067"/>
                    </a:cubicBezTo>
                    <a:cubicBezTo>
                      <a:pt x="69844" y="310067"/>
                      <a:pt x="147449" y="286840"/>
                      <a:pt x="155210" y="266195"/>
                    </a:cubicBezTo>
                    <a:close/>
                    <a:moveTo>
                      <a:pt x="199186" y="18071"/>
                    </a:moveTo>
                    <a:cubicBezTo>
                      <a:pt x="196598" y="18071"/>
                      <a:pt x="191421" y="18071"/>
                      <a:pt x="191421" y="20653"/>
                    </a:cubicBezTo>
                    <a:cubicBezTo>
                      <a:pt x="191421" y="20653"/>
                      <a:pt x="150011" y="36142"/>
                      <a:pt x="137071" y="72284"/>
                    </a:cubicBezTo>
                    <a:cubicBezTo>
                      <a:pt x="137071" y="72284"/>
                      <a:pt x="137071" y="72284"/>
                      <a:pt x="137071" y="74866"/>
                    </a:cubicBezTo>
                    <a:cubicBezTo>
                      <a:pt x="137071" y="74866"/>
                      <a:pt x="129307" y="90356"/>
                      <a:pt x="139659" y="141988"/>
                    </a:cubicBezTo>
                    <a:cubicBezTo>
                      <a:pt x="139659" y="144569"/>
                      <a:pt x="139659" y="147151"/>
                      <a:pt x="137071" y="149732"/>
                    </a:cubicBezTo>
                    <a:cubicBezTo>
                      <a:pt x="134483" y="149732"/>
                      <a:pt x="134483" y="152314"/>
                      <a:pt x="131895" y="152314"/>
                    </a:cubicBezTo>
                    <a:cubicBezTo>
                      <a:pt x="131895" y="154896"/>
                      <a:pt x="134483" y="162640"/>
                      <a:pt x="134483" y="170385"/>
                    </a:cubicBezTo>
                    <a:cubicBezTo>
                      <a:pt x="137071" y="175548"/>
                      <a:pt x="137071" y="178130"/>
                      <a:pt x="139659" y="180712"/>
                    </a:cubicBezTo>
                    <a:cubicBezTo>
                      <a:pt x="142247" y="180712"/>
                      <a:pt x="142247" y="183293"/>
                      <a:pt x="142247" y="185875"/>
                    </a:cubicBezTo>
                    <a:cubicBezTo>
                      <a:pt x="150011" y="229762"/>
                      <a:pt x="186245" y="276231"/>
                      <a:pt x="219891" y="276231"/>
                    </a:cubicBezTo>
                    <a:cubicBezTo>
                      <a:pt x="258712" y="276231"/>
                      <a:pt x="294946" y="227180"/>
                      <a:pt x="302711" y="185875"/>
                    </a:cubicBezTo>
                    <a:cubicBezTo>
                      <a:pt x="302711" y="183293"/>
                      <a:pt x="302711" y="180712"/>
                      <a:pt x="305299" y="180712"/>
                    </a:cubicBezTo>
                    <a:cubicBezTo>
                      <a:pt x="307887" y="178130"/>
                      <a:pt x="307887" y="175548"/>
                      <a:pt x="310475" y="170385"/>
                    </a:cubicBezTo>
                    <a:cubicBezTo>
                      <a:pt x="313063" y="162640"/>
                      <a:pt x="313063" y="154896"/>
                      <a:pt x="313063" y="149732"/>
                    </a:cubicBezTo>
                    <a:cubicBezTo>
                      <a:pt x="310475" y="149732"/>
                      <a:pt x="310475" y="149732"/>
                      <a:pt x="307887" y="147151"/>
                    </a:cubicBezTo>
                    <a:cubicBezTo>
                      <a:pt x="307887" y="147151"/>
                      <a:pt x="305299" y="141988"/>
                      <a:pt x="307887" y="139406"/>
                    </a:cubicBezTo>
                    <a:cubicBezTo>
                      <a:pt x="310475" y="126498"/>
                      <a:pt x="323416" y="82611"/>
                      <a:pt x="300123" y="54213"/>
                    </a:cubicBezTo>
                    <a:cubicBezTo>
                      <a:pt x="300123" y="54213"/>
                      <a:pt x="287182" y="38724"/>
                      <a:pt x="258712" y="30979"/>
                    </a:cubicBezTo>
                    <a:lnTo>
                      <a:pt x="245772" y="25816"/>
                    </a:lnTo>
                    <a:cubicBezTo>
                      <a:pt x="227655" y="20653"/>
                      <a:pt x="214714" y="18071"/>
                      <a:pt x="209538" y="18071"/>
                    </a:cubicBezTo>
                    <a:cubicBezTo>
                      <a:pt x="206950" y="18071"/>
                      <a:pt x="201774" y="18071"/>
                      <a:pt x="199186" y="18071"/>
                    </a:cubicBezTo>
                    <a:close/>
                    <a:moveTo>
                      <a:pt x="201774" y="0"/>
                    </a:moveTo>
                    <a:cubicBezTo>
                      <a:pt x="201774" y="2581"/>
                      <a:pt x="206950" y="0"/>
                      <a:pt x="206950" y="0"/>
                    </a:cubicBezTo>
                    <a:cubicBezTo>
                      <a:pt x="206950" y="0"/>
                      <a:pt x="209538" y="0"/>
                      <a:pt x="209538" y="0"/>
                    </a:cubicBezTo>
                    <a:cubicBezTo>
                      <a:pt x="209538" y="0"/>
                      <a:pt x="225067" y="2581"/>
                      <a:pt x="250948" y="10326"/>
                    </a:cubicBezTo>
                    <a:lnTo>
                      <a:pt x="263888" y="15489"/>
                    </a:lnTo>
                    <a:cubicBezTo>
                      <a:pt x="294946" y="23234"/>
                      <a:pt x="310475" y="41305"/>
                      <a:pt x="313063" y="43887"/>
                    </a:cubicBezTo>
                    <a:cubicBezTo>
                      <a:pt x="338944" y="72284"/>
                      <a:pt x="331180" y="116172"/>
                      <a:pt x="326004" y="136824"/>
                    </a:cubicBezTo>
                    <a:cubicBezTo>
                      <a:pt x="326004" y="136824"/>
                      <a:pt x="326004" y="136824"/>
                      <a:pt x="326004" y="139406"/>
                    </a:cubicBezTo>
                    <a:cubicBezTo>
                      <a:pt x="333768" y="147151"/>
                      <a:pt x="328592" y="162640"/>
                      <a:pt x="326004" y="172967"/>
                    </a:cubicBezTo>
                    <a:cubicBezTo>
                      <a:pt x="326004" y="183293"/>
                      <a:pt x="320827" y="188456"/>
                      <a:pt x="318239" y="191038"/>
                    </a:cubicBezTo>
                    <a:cubicBezTo>
                      <a:pt x="310475" y="240088"/>
                      <a:pt x="266477" y="294302"/>
                      <a:pt x="219891" y="294302"/>
                    </a:cubicBezTo>
                    <a:cubicBezTo>
                      <a:pt x="178481" y="294302"/>
                      <a:pt x="134483" y="245251"/>
                      <a:pt x="126718" y="191038"/>
                    </a:cubicBezTo>
                    <a:cubicBezTo>
                      <a:pt x="124130" y="188456"/>
                      <a:pt x="118954" y="183293"/>
                      <a:pt x="118954" y="172967"/>
                    </a:cubicBezTo>
                    <a:cubicBezTo>
                      <a:pt x="116366" y="162640"/>
                      <a:pt x="111190" y="147151"/>
                      <a:pt x="118954" y="139406"/>
                    </a:cubicBezTo>
                    <a:cubicBezTo>
                      <a:pt x="118954" y="136824"/>
                      <a:pt x="118954" y="136824"/>
                      <a:pt x="121542" y="134243"/>
                    </a:cubicBezTo>
                    <a:cubicBezTo>
                      <a:pt x="113778" y="90356"/>
                      <a:pt x="118954" y="72284"/>
                      <a:pt x="121542" y="67121"/>
                    </a:cubicBezTo>
                    <a:cubicBezTo>
                      <a:pt x="134483" y="23234"/>
                      <a:pt x="183657" y="5163"/>
                      <a:pt x="183657" y="2581"/>
                    </a:cubicBezTo>
                    <a:cubicBezTo>
                      <a:pt x="186245" y="2581"/>
                      <a:pt x="194009" y="0"/>
                      <a:pt x="201774" y="0"/>
                    </a:cubicBezTo>
                    <a:close/>
                  </a:path>
                </a:pathLst>
              </a:custGeom>
              <a:solidFill>
                <a:schemeClr val="bg1"/>
              </a:solidFill>
              <a:ln>
                <a:noFill/>
              </a:ln>
            </p:spPr>
            <p:txBody>
              <a:bodyPr vert="horz" wrap="square" lIns="182832" tIns="91416" rIns="182832" bIns="91416"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7198" dirty="0"/>
              </a:p>
            </p:txBody>
          </p:sp>
        </p:grpSp>
        <p:grpSp>
          <p:nvGrpSpPr>
            <p:cNvPr id="72" name="îŝľïḑè">
              <a:extLst>
                <a:ext uri="{FF2B5EF4-FFF2-40B4-BE49-F238E27FC236}">
                  <a16:creationId xmlns:a16="http://schemas.microsoft.com/office/drawing/2014/main" id="{609073BF-6E15-41F4-ADE0-060C6E19EBAB}"/>
                </a:ext>
              </a:extLst>
            </p:cNvPr>
            <p:cNvGrpSpPr/>
            <p:nvPr/>
          </p:nvGrpSpPr>
          <p:grpSpPr>
            <a:xfrm>
              <a:off x="7919846" y="3432261"/>
              <a:ext cx="537820" cy="537824"/>
              <a:chOff x="5032315" y="2387770"/>
              <a:chExt cx="656438" cy="656442"/>
            </a:xfrm>
          </p:grpSpPr>
          <p:sp>
            <p:nvSpPr>
              <p:cNvPr id="76" name="îSļíḓe">
                <a:extLst>
                  <a:ext uri="{FF2B5EF4-FFF2-40B4-BE49-F238E27FC236}">
                    <a16:creationId xmlns:a16="http://schemas.microsoft.com/office/drawing/2014/main" id="{DB699217-F37B-462A-8CBA-ADF2BCAA4D55}"/>
                  </a:ext>
                </a:extLst>
              </p:cNvPr>
              <p:cNvSpPr/>
              <p:nvPr/>
            </p:nvSpPr>
            <p:spPr>
              <a:xfrm>
                <a:off x="5032315" y="2387770"/>
                <a:ext cx="656438" cy="656442"/>
              </a:xfrm>
              <a:prstGeom prst="ellipse">
                <a:avLst/>
              </a:prstGeom>
              <a:solidFill>
                <a:schemeClr val="accent1">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77" name="îṣľïdé">
                <a:extLst>
                  <a:ext uri="{FF2B5EF4-FFF2-40B4-BE49-F238E27FC236}">
                    <a16:creationId xmlns:a16="http://schemas.microsoft.com/office/drawing/2014/main" id="{D9E9A196-B23A-4704-A8CC-65E56CDBDB1E}"/>
                  </a:ext>
                </a:extLst>
              </p:cNvPr>
              <p:cNvSpPr/>
              <p:nvPr/>
            </p:nvSpPr>
            <p:spPr bwMode="auto">
              <a:xfrm>
                <a:off x="5223279" y="2519853"/>
                <a:ext cx="274511" cy="315335"/>
              </a:xfrm>
              <a:custGeom>
                <a:avLst/>
                <a:gdLst>
                  <a:gd name="T0" fmla="*/ 43882 w 269348"/>
                  <a:gd name="T1" fmla="*/ 43882 w 269348"/>
                  <a:gd name="T2" fmla="*/ 43882 w 269348"/>
                  <a:gd name="T3" fmla="*/ 43882 w 269348"/>
                  <a:gd name="T4" fmla="*/ 43882 w 269348"/>
                  <a:gd name="T5" fmla="*/ 43882 w 269348"/>
                  <a:gd name="T6" fmla="*/ 43882 w 269348"/>
                  <a:gd name="T7" fmla="*/ 43882 w 269348"/>
                  <a:gd name="T8" fmla="*/ 43882 w 269348"/>
                  <a:gd name="T9" fmla="*/ 43882 w 269348"/>
                  <a:gd name="T10" fmla="*/ 43882 w 269348"/>
                  <a:gd name="T11" fmla="*/ 43882 w 269348"/>
                  <a:gd name="T12" fmla="*/ 43882 w 269348"/>
                  <a:gd name="T13" fmla="*/ 43882 w 269348"/>
                  <a:gd name="T14" fmla="*/ 43882 w 269348"/>
                  <a:gd name="T15" fmla="*/ 43882 w 269348"/>
                  <a:gd name="T16" fmla="*/ 43882 w 269348"/>
                  <a:gd name="T17" fmla="*/ 43882 w 269348"/>
                  <a:gd name="T18" fmla="*/ 43882 w 269348"/>
                  <a:gd name="T19" fmla="*/ 43882 w 269348"/>
                  <a:gd name="T20" fmla="*/ 43882 w 269348"/>
                  <a:gd name="T21" fmla="*/ 43882 w 269348"/>
                  <a:gd name="T22" fmla="*/ 43882 w 269348"/>
                  <a:gd name="T23" fmla="*/ 43882 w 269348"/>
                  <a:gd name="T24" fmla="*/ 43882 w 269348"/>
                  <a:gd name="T25" fmla="*/ 43882 w 269348"/>
                  <a:gd name="T26" fmla="*/ 43882 w 269348"/>
                  <a:gd name="T27" fmla="*/ 43882 w 269348"/>
                  <a:gd name="T28" fmla="*/ 43882 w 269348"/>
                  <a:gd name="T29" fmla="*/ 43882 w 269348"/>
                  <a:gd name="T30" fmla="*/ 43882 w 269348"/>
                  <a:gd name="T31" fmla="*/ 43882 w 269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87" h="5723">
                    <a:moveTo>
                      <a:pt x="3796" y="2402"/>
                    </a:moveTo>
                    <a:lnTo>
                      <a:pt x="3796" y="1452"/>
                    </a:lnTo>
                    <a:cubicBezTo>
                      <a:pt x="3796" y="651"/>
                      <a:pt x="3144" y="0"/>
                      <a:pt x="2344" y="0"/>
                    </a:cubicBezTo>
                    <a:cubicBezTo>
                      <a:pt x="1543" y="0"/>
                      <a:pt x="892" y="651"/>
                      <a:pt x="892" y="1452"/>
                    </a:cubicBezTo>
                    <a:lnTo>
                      <a:pt x="892" y="2402"/>
                    </a:lnTo>
                    <a:lnTo>
                      <a:pt x="0" y="2402"/>
                    </a:lnTo>
                    <a:lnTo>
                      <a:pt x="0" y="5723"/>
                    </a:lnTo>
                    <a:lnTo>
                      <a:pt x="4687" y="5723"/>
                    </a:lnTo>
                    <a:lnTo>
                      <a:pt x="4687" y="2402"/>
                    </a:lnTo>
                    <a:lnTo>
                      <a:pt x="3796" y="2402"/>
                    </a:lnTo>
                    <a:close/>
                    <a:moveTo>
                      <a:pt x="1051" y="1452"/>
                    </a:moveTo>
                    <a:cubicBezTo>
                      <a:pt x="1051" y="739"/>
                      <a:pt x="1631" y="159"/>
                      <a:pt x="2344" y="159"/>
                    </a:cubicBezTo>
                    <a:cubicBezTo>
                      <a:pt x="3056" y="159"/>
                      <a:pt x="3636" y="739"/>
                      <a:pt x="3636" y="1452"/>
                    </a:cubicBezTo>
                    <a:lnTo>
                      <a:pt x="3636" y="2402"/>
                    </a:lnTo>
                    <a:lnTo>
                      <a:pt x="1051" y="2402"/>
                    </a:lnTo>
                    <a:lnTo>
                      <a:pt x="1051" y="1452"/>
                    </a:lnTo>
                    <a:close/>
                  </a:path>
                </a:pathLst>
              </a:custGeom>
              <a:solidFill>
                <a:schemeClr val="bg1"/>
              </a:solidFill>
              <a:ln>
                <a:noFill/>
              </a:ln>
            </p:spPr>
            <p:txBody>
              <a:bodyPr vert="horz" wrap="square" lIns="182832" tIns="91416" rIns="182832" bIns="91416"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7198" dirty="0"/>
              </a:p>
            </p:txBody>
          </p:sp>
        </p:grpSp>
        <p:grpSp>
          <p:nvGrpSpPr>
            <p:cNvPr id="73" name="ïslídê">
              <a:extLst>
                <a:ext uri="{FF2B5EF4-FFF2-40B4-BE49-F238E27FC236}">
                  <a16:creationId xmlns:a16="http://schemas.microsoft.com/office/drawing/2014/main" id="{5078FA3A-2BFB-4669-B9C2-54D9D9F8364B}"/>
                </a:ext>
              </a:extLst>
            </p:cNvPr>
            <p:cNvGrpSpPr/>
            <p:nvPr/>
          </p:nvGrpSpPr>
          <p:grpSpPr>
            <a:xfrm>
              <a:off x="5093494" y="5016219"/>
              <a:ext cx="537820" cy="537824"/>
              <a:chOff x="5197455" y="2052289"/>
              <a:chExt cx="656438" cy="656442"/>
            </a:xfrm>
          </p:grpSpPr>
          <p:sp>
            <p:nvSpPr>
              <p:cNvPr id="74" name="îṣļîḍê">
                <a:extLst>
                  <a:ext uri="{FF2B5EF4-FFF2-40B4-BE49-F238E27FC236}">
                    <a16:creationId xmlns:a16="http://schemas.microsoft.com/office/drawing/2014/main" id="{7FF97CE6-8C13-4CE7-AC97-F03E5BB9201A}"/>
                  </a:ext>
                </a:extLst>
              </p:cNvPr>
              <p:cNvSpPr/>
              <p:nvPr/>
            </p:nvSpPr>
            <p:spPr>
              <a:xfrm>
                <a:off x="5197455" y="2052289"/>
                <a:ext cx="656438" cy="656442"/>
              </a:xfrm>
              <a:prstGeom prst="ellipse">
                <a:avLst/>
              </a:prstGeom>
              <a:solidFill>
                <a:schemeClr val="accent5">
                  <a:lumMod val="20000"/>
                  <a:lumOff val="8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75" name="išľîḋè">
                <a:extLst>
                  <a:ext uri="{FF2B5EF4-FFF2-40B4-BE49-F238E27FC236}">
                    <a16:creationId xmlns:a16="http://schemas.microsoft.com/office/drawing/2014/main" id="{8E5BBBA8-727F-4FB9-ABF0-BEC7BE4AC51B}"/>
                  </a:ext>
                </a:extLst>
              </p:cNvPr>
              <p:cNvSpPr/>
              <p:nvPr/>
            </p:nvSpPr>
            <p:spPr bwMode="auto">
              <a:xfrm>
                <a:off x="5373923" y="2213150"/>
                <a:ext cx="287954" cy="334720"/>
              </a:xfrm>
              <a:custGeom>
                <a:avLst/>
                <a:gdLst>
                  <a:gd name="T0" fmla="*/ 3995 w 4040"/>
                  <a:gd name="T1" fmla="*/ 694 h 4703"/>
                  <a:gd name="T2" fmla="*/ 2042 w 4040"/>
                  <a:gd name="T3" fmla="*/ 5 h 4703"/>
                  <a:gd name="T4" fmla="*/ 1998 w 4040"/>
                  <a:gd name="T5" fmla="*/ 5 h 4703"/>
                  <a:gd name="T6" fmla="*/ 45 w 4040"/>
                  <a:gd name="T7" fmla="*/ 694 h 4703"/>
                  <a:gd name="T8" fmla="*/ 0 w 4040"/>
                  <a:gd name="T9" fmla="*/ 756 h 4703"/>
                  <a:gd name="T10" fmla="*/ 506 w 4040"/>
                  <a:gd name="T11" fmla="*/ 2967 h 4703"/>
                  <a:gd name="T12" fmla="*/ 1989 w 4040"/>
                  <a:gd name="T13" fmla="*/ 4696 h 4703"/>
                  <a:gd name="T14" fmla="*/ 2020 w 4040"/>
                  <a:gd name="T15" fmla="*/ 4703 h 4703"/>
                  <a:gd name="T16" fmla="*/ 2050 w 4040"/>
                  <a:gd name="T17" fmla="*/ 4696 h 4703"/>
                  <a:gd name="T18" fmla="*/ 3534 w 4040"/>
                  <a:gd name="T19" fmla="*/ 2967 h 4703"/>
                  <a:gd name="T20" fmla="*/ 4040 w 4040"/>
                  <a:gd name="T21" fmla="*/ 756 h 4703"/>
                  <a:gd name="T22" fmla="*/ 3995 w 4040"/>
                  <a:gd name="T23" fmla="*/ 694 h 4703"/>
                  <a:gd name="T24" fmla="*/ 2820 w 4040"/>
                  <a:gd name="T25" fmla="*/ 2962 h 4703"/>
                  <a:gd name="T26" fmla="*/ 1220 w 4040"/>
                  <a:gd name="T27" fmla="*/ 2962 h 4703"/>
                  <a:gd name="T28" fmla="*/ 1158 w 4040"/>
                  <a:gd name="T29" fmla="*/ 2900 h 4703"/>
                  <a:gd name="T30" fmla="*/ 1616 w 4040"/>
                  <a:gd name="T31" fmla="*/ 2274 h 4703"/>
                  <a:gd name="T32" fmla="*/ 1702 w 4040"/>
                  <a:gd name="T33" fmla="*/ 2231 h 4703"/>
                  <a:gd name="T34" fmla="*/ 1642 w 4040"/>
                  <a:gd name="T35" fmla="*/ 2102 h 4703"/>
                  <a:gd name="T36" fmla="*/ 1499 w 4040"/>
                  <a:gd name="T37" fmla="*/ 1708 h 4703"/>
                  <a:gd name="T38" fmla="*/ 2020 w 4040"/>
                  <a:gd name="T39" fmla="*/ 1102 h 4703"/>
                  <a:gd name="T40" fmla="*/ 2541 w 4040"/>
                  <a:gd name="T41" fmla="*/ 1708 h 4703"/>
                  <a:gd name="T42" fmla="*/ 2398 w 4040"/>
                  <a:gd name="T43" fmla="*/ 2102 h 4703"/>
                  <a:gd name="T44" fmla="*/ 2338 w 4040"/>
                  <a:gd name="T45" fmla="*/ 2231 h 4703"/>
                  <a:gd name="T46" fmla="*/ 2424 w 4040"/>
                  <a:gd name="T47" fmla="*/ 2274 h 4703"/>
                  <a:gd name="T48" fmla="*/ 2882 w 4040"/>
                  <a:gd name="T49" fmla="*/ 2900 h 4703"/>
                  <a:gd name="T50" fmla="*/ 2820 w 4040"/>
                  <a:gd name="T51" fmla="*/ 2962 h 4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40" h="4703">
                    <a:moveTo>
                      <a:pt x="3995" y="694"/>
                    </a:moveTo>
                    <a:lnTo>
                      <a:pt x="2042" y="5"/>
                    </a:lnTo>
                    <a:cubicBezTo>
                      <a:pt x="2028" y="0"/>
                      <a:pt x="2012" y="0"/>
                      <a:pt x="1998" y="5"/>
                    </a:cubicBezTo>
                    <a:lnTo>
                      <a:pt x="45" y="694"/>
                    </a:lnTo>
                    <a:cubicBezTo>
                      <a:pt x="18" y="703"/>
                      <a:pt x="0" y="728"/>
                      <a:pt x="0" y="756"/>
                    </a:cubicBezTo>
                    <a:cubicBezTo>
                      <a:pt x="0" y="1453"/>
                      <a:pt x="185" y="2259"/>
                      <a:pt x="506" y="2967"/>
                    </a:cubicBezTo>
                    <a:cubicBezTo>
                      <a:pt x="767" y="3541"/>
                      <a:pt x="1236" y="4307"/>
                      <a:pt x="1989" y="4696"/>
                    </a:cubicBezTo>
                    <a:cubicBezTo>
                      <a:pt x="1999" y="4700"/>
                      <a:pt x="2009" y="4703"/>
                      <a:pt x="2020" y="4703"/>
                    </a:cubicBezTo>
                    <a:cubicBezTo>
                      <a:pt x="2030" y="4703"/>
                      <a:pt x="2041" y="4700"/>
                      <a:pt x="2050" y="4696"/>
                    </a:cubicBezTo>
                    <a:cubicBezTo>
                      <a:pt x="2804" y="4307"/>
                      <a:pt x="3273" y="3541"/>
                      <a:pt x="3534" y="2967"/>
                    </a:cubicBezTo>
                    <a:cubicBezTo>
                      <a:pt x="3855" y="2259"/>
                      <a:pt x="4040" y="1453"/>
                      <a:pt x="4040" y="756"/>
                    </a:cubicBezTo>
                    <a:cubicBezTo>
                      <a:pt x="4040" y="728"/>
                      <a:pt x="4022" y="703"/>
                      <a:pt x="3995" y="694"/>
                    </a:cubicBezTo>
                    <a:close/>
                    <a:moveTo>
                      <a:pt x="2820" y="2962"/>
                    </a:moveTo>
                    <a:lnTo>
                      <a:pt x="1220" y="2962"/>
                    </a:lnTo>
                    <a:cubicBezTo>
                      <a:pt x="1186" y="2962"/>
                      <a:pt x="1158" y="2934"/>
                      <a:pt x="1158" y="2900"/>
                    </a:cubicBezTo>
                    <a:cubicBezTo>
                      <a:pt x="1158" y="2476"/>
                      <a:pt x="1456" y="2345"/>
                      <a:pt x="1616" y="2274"/>
                    </a:cubicBezTo>
                    <a:cubicBezTo>
                      <a:pt x="1647" y="2261"/>
                      <a:pt x="1688" y="2243"/>
                      <a:pt x="1702" y="2231"/>
                    </a:cubicBezTo>
                    <a:cubicBezTo>
                      <a:pt x="1706" y="2182"/>
                      <a:pt x="1686" y="2155"/>
                      <a:pt x="1642" y="2102"/>
                    </a:cubicBezTo>
                    <a:cubicBezTo>
                      <a:pt x="1582" y="2029"/>
                      <a:pt x="1499" y="1929"/>
                      <a:pt x="1499" y="1708"/>
                    </a:cubicBezTo>
                    <a:cubicBezTo>
                      <a:pt x="1499" y="1334"/>
                      <a:pt x="1699" y="1102"/>
                      <a:pt x="2020" y="1102"/>
                    </a:cubicBezTo>
                    <a:cubicBezTo>
                      <a:pt x="2341" y="1102"/>
                      <a:pt x="2541" y="1334"/>
                      <a:pt x="2541" y="1708"/>
                    </a:cubicBezTo>
                    <a:cubicBezTo>
                      <a:pt x="2541" y="1929"/>
                      <a:pt x="2458" y="2029"/>
                      <a:pt x="2398" y="2102"/>
                    </a:cubicBezTo>
                    <a:cubicBezTo>
                      <a:pt x="2354" y="2155"/>
                      <a:pt x="2334" y="2182"/>
                      <a:pt x="2338" y="2231"/>
                    </a:cubicBezTo>
                    <a:cubicBezTo>
                      <a:pt x="2352" y="2243"/>
                      <a:pt x="2393" y="2261"/>
                      <a:pt x="2424" y="2274"/>
                    </a:cubicBezTo>
                    <a:cubicBezTo>
                      <a:pt x="2584" y="2345"/>
                      <a:pt x="2882" y="2476"/>
                      <a:pt x="2882" y="2900"/>
                    </a:cubicBezTo>
                    <a:cubicBezTo>
                      <a:pt x="2881" y="2934"/>
                      <a:pt x="2854" y="2962"/>
                      <a:pt x="2820" y="2962"/>
                    </a:cubicBezTo>
                    <a:close/>
                  </a:path>
                </a:pathLst>
              </a:custGeom>
              <a:solidFill>
                <a:schemeClr val="bg1"/>
              </a:solidFill>
              <a:ln>
                <a:noFill/>
              </a:ln>
            </p:spPr>
            <p:txBody>
              <a:bodyPr vert="horz" wrap="square" lIns="182832" tIns="91416" rIns="182832" bIns="91416"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7198" dirty="0"/>
              </a:p>
            </p:txBody>
          </p:sp>
        </p:grpSp>
      </p:grpSp>
      <p:sp>
        <p:nvSpPr>
          <p:cNvPr id="18" name="íšḷîḓè">
            <a:extLst>
              <a:ext uri="{FF2B5EF4-FFF2-40B4-BE49-F238E27FC236}">
                <a16:creationId xmlns:a16="http://schemas.microsoft.com/office/drawing/2014/main" id="{B3594A9B-115F-4360-8EC0-E7C59B9A810C}"/>
              </a:ext>
            </a:extLst>
          </p:cNvPr>
          <p:cNvSpPr txBox="1"/>
          <p:nvPr/>
        </p:nvSpPr>
        <p:spPr>
          <a:xfrm>
            <a:off x="4929540" y="2355726"/>
            <a:ext cx="3746916" cy="740923"/>
          </a:xfrm>
          <a:prstGeom prst="rect">
            <a:avLst/>
          </a:prstGeom>
          <a:noFill/>
        </p:spPr>
        <p:txBody>
          <a:bodyPr wrap="square" lIns="90000" tIns="46800" rIns="90000" bIns="46800" rtlCol="0">
            <a:noAutofit/>
          </a:bodyPr>
          <a:lstStyle/>
          <a:p>
            <a:pPr marL="342900" indent="-342900">
              <a:spcAft>
                <a:spcPts val="800"/>
              </a:spcAft>
              <a:buFont typeface="Wingdings" panose="05000000000000000000" pitchFamily="2" charset="2"/>
              <a:buChar char="p"/>
              <a:tabLst>
                <a:tab pos="228594" algn="l"/>
              </a:tabLst>
              <a:defRPr/>
            </a:pPr>
            <a:r>
              <a:rPr lang="en-US" altLang="zh-CN" sz="1400" dirty="0">
                <a:latin typeface="Georgia" panose="02040502050405020303" pitchFamily="18" charset="0"/>
              </a:rPr>
              <a:t>Enhanced security </a:t>
            </a:r>
            <a:r>
              <a:rPr lang="en-US" altLang="zh-CN" sz="1400" dirty="0" smtClean="0">
                <a:latin typeface="Georgia" panose="02040502050405020303" pitchFamily="18" charset="0"/>
              </a:rPr>
              <a:t>with Tokenization</a:t>
            </a:r>
          </a:p>
          <a:p>
            <a:pPr marL="342900" indent="-342900">
              <a:spcAft>
                <a:spcPts val="800"/>
              </a:spcAft>
              <a:buFont typeface="Wingdings" panose="05000000000000000000" pitchFamily="2" charset="2"/>
              <a:buChar char="p"/>
              <a:tabLst>
                <a:tab pos="228594" algn="l"/>
              </a:tabLst>
              <a:defRPr/>
            </a:pPr>
            <a:r>
              <a:rPr lang="en-US" altLang="zh-CN" sz="1400" dirty="0">
                <a:latin typeface="Georgia" panose="02040502050405020303" pitchFamily="18" charset="0"/>
              </a:rPr>
              <a:t>A</a:t>
            </a:r>
            <a:r>
              <a:rPr lang="en-US" altLang="zh-CN" sz="1400" dirty="0" smtClean="0">
                <a:latin typeface="Georgia" panose="02040502050405020303" pitchFamily="18" charset="0"/>
              </a:rPr>
              <a:t>void </a:t>
            </a:r>
            <a:r>
              <a:rPr lang="en-US" altLang="zh-CN" sz="1400" dirty="0">
                <a:latin typeface="Georgia" panose="02040502050405020303" pitchFamily="18" charset="0"/>
              </a:rPr>
              <a:t>exposure risk of </a:t>
            </a:r>
            <a:r>
              <a:rPr lang="en-US" altLang="zh-CN" sz="1400" dirty="0" smtClean="0">
                <a:latin typeface="Georgia" panose="02040502050405020303" pitchFamily="18" charset="0"/>
              </a:rPr>
              <a:t>card information </a:t>
            </a:r>
            <a:r>
              <a:rPr lang="en-US" altLang="zh-CN" sz="1400" dirty="0">
                <a:latin typeface="Georgia" panose="02040502050405020303" pitchFamily="18" charset="0"/>
              </a:rPr>
              <a:t>or account </a:t>
            </a:r>
            <a:r>
              <a:rPr lang="en-US" altLang="zh-CN" sz="1400" dirty="0" smtClean="0">
                <a:latin typeface="Georgia" panose="02040502050405020303" pitchFamily="18" charset="0"/>
              </a:rPr>
              <a:t>confidentiality</a:t>
            </a:r>
          </a:p>
          <a:p>
            <a:pPr marL="342900" indent="-342900">
              <a:spcAft>
                <a:spcPts val="800"/>
              </a:spcAft>
              <a:buFont typeface="Wingdings" panose="05000000000000000000" pitchFamily="2" charset="2"/>
              <a:buChar char="p"/>
              <a:tabLst>
                <a:tab pos="228594" algn="l"/>
              </a:tabLst>
              <a:defRPr/>
            </a:pPr>
            <a:r>
              <a:rPr lang="en-US" altLang="zh-CN" sz="1400" dirty="0">
                <a:latin typeface="Georgia" panose="02040502050405020303" pitchFamily="18" charset="0"/>
              </a:rPr>
              <a:t>Less vulnerable to web attacks (e.g. URL spoofing, </a:t>
            </a:r>
            <a:r>
              <a:rPr lang="en-US" altLang="zh-CN" sz="1400" dirty="0" smtClean="0">
                <a:latin typeface="Georgia" panose="02040502050405020303" pitchFamily="18" charset="0"/>
              </a:rPr>
              <a:t>or phishing)</a:t>
            </a:r>
            <a:endParaRPr lang="en-US" altLang="zh-CN" sz="1400" dirty="0">
              <a:latin typeface="Georgia" panose="02040502050405020303" pitchFamily="18" charset="0"/>
            </a:endParaRPr>
          </a:p>
          <a:p>
            <a:pPr>
              <a:spcAft>
                <a:spcPts val="800"/>
              </a:spcAft>
              <a:tabLst>
                <a:tab pos="228594" algn="l"/>
              </a:tabLst>
              <a:defRPr/>
            </a:pPr>
            <a:endParaRPr lang="en-US" altLang="zh-CN" sz="1400" dirty="0">
              <a:latin typeface="Georgia" panose="02040502050405020303" pitchFamily="18" charset="0"/>
            </a:endParaRPr>
          </a:p>
        </p:txBody>
      </p:sp>
      <p:sp>
        <p:nvSpPr>
          <p:cNvPr id="19" name="iśḷîḋé">
            <a:extLst>
              <a:ext uri="{FF2B5EF4-FFF2-40B4-BE49-F238E27FC236}">
                <a16:creationId xmlns:a16="http://schemas.microsoft.com/office/drawing/2014/main" id="{8114F604-7B80-419E-93CF-79A855451887}"/>
              </a:ext>
            </a:extLst>
          </p:cNvPr>
          <p:cNvSpPr/>
          <p:nvPr/>
        </p:nvSpPr>
        <p:spPr>
          <a:xfrm>
            <a:off x="2409260" y="1203598"/>
            <a:ext cx="5043060" cy="1008112"/>
          </a:xfrm>
          <a:prstGeom prst="snip2SameRect">
            <a:avLst>
              <a:gd name="adj1" fmla="val 0"/>
              <a:gd name="adj2" fmla="val 0"/>
            </a:avLst>
          </a:prstGeom>
          <a:ln>
            <a:noFill/>
          </a:ln>
        </p:spPr>
        <p:txBody>
          <a:bodyPr wrap="square" anchor="t">
            <a:normAutofit fontScale="92500" lnSpcReduction="20000"/>
          </a:bodyPr>
          <a:lstStyle/>
          <a:p>
            <a:pPr marL="342900" indent="-342900">
              <a:lnSpc>
                <a:spcPct val="120000"/>
              </a:lnSpc>
              <a:spcAft>
                <a:spcPts val="800"/>
              </a:spcAft>
              <a:buFont typeface="Wingdings" panose="05000000000000000000" pitchFamily="2" charset="2"/>
              <a:buChar char="p"/>
            </a:pPr>
            <a:r>
              <a:rPr lang="en-US" altLang="zh-CN" sz="1400" dirty="0" smtClean="0">
                <a:latin typeface="Georgia" panose="02040502050405020303" pitchFamily="18" charset="0"/>
              </a:rPr>
              <a:t>EMVCo - compatible to ensure global standardization, worldwide interoperability </a:t>
            </a:r>
            <a:r>
              <a:rPr lang="en-US" altLang="zh-CN" sz="1400" dirty="0">
                <a:latin typeface="Georgia" panose="02040502050405020303" pitchFamily="18" charset="0"/>
              </a:rPr>
              <a:t>and </a:t>
            </a:r>
            <a:r>
              <a:rPr lang="en-US" altLang="zh-CN" sz="1400" dirty="0" smtClean="0">
                <a:latin typeface="Georgia" panose="02040502050405020303" pitchFamily="18" charset="0"/>
              </a:rPr>
              <a:t>aggregation</a:t>
            </a:r>
          </a:p>
          <a:p>
            <a:pPr marL="342900" indent="-342900">
              <a:lnSpc>
                <a:spcPct val="120000"/>
              </a:lnSpc>
              <a:spcAft>
                <a:spcPts val="800"/>
              </a:spcAft>
              <a:buFont typeface="Wingdings" panose="05000000000000000000" pitchFamily="2" charset="2"/>
              <a:buChar char="p"/>
            </a:pPr>
            <a:r>
              <a:rPr lang="en-US" altLang="zh-CN" sz="1400" dirty="0" smtClean="0">
                <a:latin typeface="Georgia" panose="02040502050405020303" pitchFamily="18" charset="0"/>
              </a:rPr>
              <a:t>CDCVM evolved from PIN or signature for better cardholder’s authentication &amp; verification method</a:t>
            </a:r>
            <a:endParaRPr lang="en-US" altLang="zh-CN" sz="1400" dirty="0">
              <a:latin typeface="Georgia" panose="02040502050405020303" pitchFamily="18" charset="0"/>
            </a:endParaRPr>
          </a:p>
        </p:txBody>
      </p:sp>
      <p:sp>
        <p:nvSpPr>
          <p:cNvPr id="20" name="ísľide">
            <a:extLst>
              <a:ext uri="{FF2B5EF4-FFF2-40B4-BE49-F238E27FC236}">
                <a16:creationId xmlns:a16="http://schemas.microsoft.com/office/drawing/2014/main" id="{92F64E0F-7594-4B57-99E2-85C8D713711E}"/>
              </a:ext>
            </a:extLst>
          </p:cNvPr>
          <p:cNvSpPr/>
          <p:nvPr/>
        </p:nvSpPr>
        <p:spPr>
          <a:xfrm>
            <a:off x="2411760" y="4017486"/>
            <a:ext cx="5040560" cy="786512"/>
          </a:xfrm>
          <a:prstGeom prst="snip2SameRect">
            <a:avLst>
              <a:gd name="adj1" fmla="val 0"/>
              <a:gd name="adj2" fmla="val 0"/>
            </a:avLst>
          </a:prstGeom>
          <a:ln>
            <a:noFill/>
          </a:ln>
        </p:spPr>
        <p:txBody>
          <a:bodyPr wrap="square" anchor="t">
            <a:noAutofit/>
          </a:bodyPr>
          <a:lstStyle/>
          <a:p>
            <a:pPr marL="342900" indent="-342900">
              <a:lnSpc>
                <a:spcPct val="120000"/>
              </a:lnSpc>
              <a:buFont typeface="Wingdings" panose="05000000000000000000" pitchFamily="2" charset="2"/>
              <a:buChar char="p"/>
              <a:tabLst>
                <a:tab pos="228594" algn="l"/>
              </a:tabLst>
              <a:defRPr/>
            </a:pPr>
            <a:r>
              <a:rPr lang="en-US" altLang="zh-CN" sz="1400" dirty="0">
                <a:latin typeface="Georgia" panose="02040502050405020303" pitchFamily="18" charset="0"/>
              </a:rPr>
              <a:t>New </a:t>
            </a:r>
            <a:r>
              <a:rPr lang="en-US" altLang="zh-CN" sz="1400" dirty="0" smtClean="0">
                <a:latin typeface="Georgia" panose="02040502050405020303" pitchFamily="18" charset="0"/>
              </a:rPr>
              <a:t>participant </a:t>
            </a:r>
            <a:r>
              <a:rPr lang="en-US" altLang="zh-CN" sz="1400" dirty="0">
                <a:latin typeface="Georgia" panose="02040502050405020303" pitchFamily="18" charset="0"/>
              </a:rPr>
              <a:t>of APP </a:t>
            </a:r>
            <a:r>
              <a:rPr lang="en-US" altLang="zh-CN" sz="1400" dirty="0" smtClean="0">
                <a:latin typeface="Georgia" panose="02040502050405020303" pitchFamily="18" charset="0"/>
              </a:rPr>
              <a:t>Provider for real-time transaction monitoring </a:t>
            </a:r>
          </a:p>
          <a:p>
            <a:pPr marL="342900" indent="-342900">
              <a:lnSpc>
                <a:spcPct val="120000"/>
              </a:lnSpc>
              <a:buFont typeface="Wingdings" panose="05000000000000000000" pitchFamily="2" charset="2"/>
              <a:buChar char="p"/>
              <a:tabLst>
                <a:tab pos="228594" algn="l"/>
              </a:tabLst>
              <a:defRPr/>
            </a:pPr>
            <a:r>
              <a:rPr lang="en-US" altLang="zh-CN" sz="1400" dirty="0" smtClean="0">
                <a:latin typeface="Georgia" panose="02040502050405020303" pitchFamily="18" charset="0"/>
              </a:rPr>
              <a:t>Less </a:t>
            </a:r>
            <a:r>
              <a:rPr lang="en-US" altLang="zh-CN" sz="1400" dirty="0">
                <a:latin typeface="Georgia" panose="02040502050405020303" pitchFamily="18" charset="0"/>
              </a:rPr>
              <a:t>chargeback </a:t>
            </a:r>
            <a:r>
              <a:rPr lang="en-US" altLang="zh-CN" sz="1400" dirty="0" smtClean="0">
                <a:latin typeface="Georgia" panose="02040502050405020303" pitchFamily="18" charset="0"/>
              </a:rPr>
              <a:t>risk to Acquirer</a:t>
            </a:r>
          </a:p>
        </p:txBody>
      </p:sp>
      <p:cxnSp>
        <p:nvCxnSpPr>
          <p:cNvPr id="21" name="直接连接符 20">
            <a:extLst>
              <a:ext uri="{FF2B5EF4-FFF2-40B4-BE49-F238E27FC236}">
                <a16:creationId xmlns:a16="http://schemas.microsoft.com/office/drawing/2014/main" id="{0E1FDDC0-76A6-4515-A6A7-6F8090E1710C}"/>
              </a:ext>
            </a:extLst>
          </p:cNvPr>
          <p:cNvCxnSpPr/>
          <p:nvPr/>
        </p:nvCxnSpPr>
        <p:spPr>
          <a:xfrm>
            <a:off x="2184831" y="2283718"/>
            <a:ext cx="5159391" cy="0"/>
          </a:xfrm>
          <a:prstGeom prst="line">
            <a:avLst/>
          </a:prstGeom>
          <a:ln w="3175" cap="rnd">
            <a:solidFill>
              <a:schemeClr val="bg1">
                <a:lumMod val="6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3A72A5C3-4063-45DD-B273-45E2C42957D8}"/>
              </a:ext>
            </a:extLst>
          </p:cNvPr>
          <p:cNvCxnSpPr/>
          <p:nvPr/>
        </p:nvCxnSpPr>
        <p:spPr>
          <a:xfrm>
            <a:off x="2184831" y="3809602"/>
            <a:ext cx="5159391" cy="0"/>
          </a:xfrm>
          <a:prstGeom prst="line">
            <a:avLst/>
          </a:prstGeom>
          <a:ln w="3175" cap="rnd">
            <a:solidFill>
              <a:schemeClr val="bg1">
                <a:lumMod val="6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8CF16365-EE92-44CE-B7D9-B36DFC3AFBA8}"/>
              </a:ext>
            </a:extLst>
          </p:cNvPr>
          <p:cNvSpPr/>
          <p:nvPr/>
        </p:nvSpPr>
        <p:spPr>
          <a:xfrm>
            <a:off x="437603" y="699542"/>
            <a:ext cx="8280920" cy="461665"/>
          </a:xfrm>
          <a:prstGeom prst="rect">
            <a:avLst/>
          </a:prstGeom>
        </p:spPr>
        <p:txBody>
          <a:bodyPr wrap="square">
            <a:spAutoFit/>
          </a:bodyPr>
          <a:lstStyle/>
          <a:p>
            <a:pPr marL="0" lvl="1">
              <a:lnSpc>
                <a:spcPct val="150000"/>
              </a:lnSpc>
              <a:buSzPct val="100000"/>
            </a:pPr>
            <a:r>
              <a:rPr lang="en-US" altLang="zh-CN" sz="1600" b="1" dirty="0">
                <a:solidFill>
                  <a:srgbClr val="C00000"/>
                </a:solidFill>
                <a:latin typeface="Georgia" pitchFamily="18" charset="0"/>
                <a:ea typeface="微软雅黑" panose="020B0503020204020204" pitchFamily="34" charset="-122"/>
                <a:cs typeface="Arial" pitchFamily="34" charset="0"/>
              </a:rPr>
              <a:t>Various </a:t>
            </a:r>
            <a:r>
              <a:rPr lang="en-US" altLang="zh-CN" sz="1600" b="1" dirty="0" smtClean="0">
                <a:solidFill>
                  <a:srgbClr val="C00000"/>
                </a:solidFill>
                <a:latin typeface="Georgia" pitchFamily="18" charset="0"/>
                <a:ea typeface="微软雅黑" panose="020B0503020204020204" pitchFamily="34" charset="-122"/>
                <a:cs typeface="Arial" pitchFamily="34" charset="0"/>
              </a:rPr>
              <a:t>risk-control measures &amp; Explicit liability allocation</a:t>
            </a:r>
            <a:endParaRPr lang="en-AU" altLang="zh-CN" sz="1600" b="1" dirty="0">
              <a:solidFill>
                <a:srgbClr val="C00000"/>
              </a:solidFill>
              <a:latin typeface="Georgia" pitchFamily="18" charset="0"/>
              <a:ea typeface="微软雅黑" panose="020B0503020204020204" pitchFamily="34" charset="-122"/>
              <a:cs typeface="Arial" pitchFamily="34" charset="0"/>
            </a:endParaRPr>
          </a:p>
        </p:txBody>
      </p:sp>
      <p:sp>
        <p:nvSpPr>
          <p:cNvPr id="24"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Secure Payment Solution</a:t>
            </a:r>
            <a:endParaRPr lang="zh-CN" altLang="en-US" sz="1800" b="1" dirty="0">
              <a:latin typeface="Georgia" pitchFamily="18" charset="0"/>
              <a:ea typeface="黑体" pitchFamily="49" charset="-122"/>
            </a:endParaRPr>
          </a:p>
        </p:txBody>
      </p:sp>
      <p:pic>
        <p:nvPicPr>
          <p:cNvPr id="3" name="图片 2" descr="屏幕剪辑"/>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87973" y="2721861"/>
            <a:ext cx="1064827" cy="661454"/>
          </a:xfrm>
          <a:prstGeom prst="rect">
            <a:avLst/>
          </a:prstGeom>
          <a:ln>
            <a:noFill/>
          </a:ln>
          <a:effectLst>
            <a:softEdge rad="112500"/>
          </a:effectLst>
        </p:spPr>
      </p:pic>
    </p:spTree>
    <p:extLst>
      <p:ext uri="{BB962C8B-B14F-4D97-AF65-F5344CB8AC3E}">
        <p14:creationId xmlns:p14="http://schemas.microsoft.com/office/powerpoint/2010/main" val="30707069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î$ľide"/>
          <p:cNvSpPr/>
          <p:nvPr/>
        </p:nvSpPr>
        <p:spPr>
          <a:xfrm flipH="1">
            <a:off x="2323598" y="1423085"/>
            <a:ext cx="1461176" cy="25069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1937" y="21600"/>
                </a:lnTo>
                <a:lnTo>
                  <a:pt x="21600" y="10551"/>
                </a:lnTo>
                <a:lnTo>
                  <a:pt x="11937" y="166"/>
                </a:lnTo>
                <a:lnTo>
                  <a:pt x="0" y="0"/>
                </a:lnTo>
                <a:close/>
              </a:path>
            </a:pathLst>
          </a:custGeom>
          <a:solidFill>
            <a:schemeClr val="accent1">
              <a:lumMod val="100000"/>
              <a:alpha val="70000"/>
            </a:schemeClr>
          </a:solidFill>
          <a:ln w="25400">
            <a:miter lim="400000"/>
          </a:ln>
        </p:spPr>
        <p:txBody>
          <a:bodyPr anchor="ctr"/>
          <a:lstStyle/>
          <a:p>
            <a:pPr algn="ctr"/>
            <a:endParaRPr sz="1400">
              <a:latin typeface="Georgia" panose="02040502050405020303" pitchFamily="18" charset="0"/>
            </a:endParaRPr>
          </a:p>
        </p:txBody>
      </p:sp>
      <p:sp>
        <p:nvSpPr>
          <p:cNvPr id="5" name="íṡľiḋê"/>
          <p:cNvSpPr/>
          <p:nvPr/>
        </p:nvSpPr>
        <p:spPr>
          <a:xfrm rot="10800000">
            <a:off x="2306180" y="1436219"/>
            <a:ext cx="1466669" cy="25026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1811" y="21600"/>
                </a:lnTo>
                <a:lnTo>
                  <a:pt x="21600" y="11173"/>
                </a:lnTo>
                <a:lnTo>
                  <a:pt x="11872" y="166"/>
                </a:lnTo>
                <a:lnTo>
                  <a:pt x="0" y="0"/>
                </a:lnTo>
                <a:close/>
              </a:path>
            </a:pathLst>
          </a:custGeom>
          <a:solidFill>
            <a:schemeClr val="accent2">
              <a:lumMod val="100000"/>
              <a:alpha val="70000"/>
            </a:schemeClr>
          </a:solidFill>
          <a:ln w="25400">
            <a:miter lim="400000"/>
          </a:ln>
        </p:spPr>
        <p:txBody>
          <a:bodyPr anchor="ctr"/>
          <a:lstStyle/>
          <a:p>
            <a:pPr algn="ctr"/>
            <a:endParaRPr sz="1400">
              <a:latin typeface="Georgia" panose="02040502050405020303" pitchFamily="18" charset="0"/>
            </a:endParaRPr>
          </a:p>
        </p:txBody>
      </p:sp>
      <p:sp>
        <p:nvSpPr>
          <p:cNvPr id="6" name="išlïḑê"/>
          <p:cNvSpPr/>
          <p:nvPr/>
        </p:nvSpPr>
        <p:spPr>
          <a:xfrm>
            <a:off x="5273324" y="1419622"/>
            <a:ext cx="1545485" cy="25069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1937" y="21600"/>
                </a:lnTo>
                <a:lnTo>
                  <a:pt x="21600" y="10551"/>
                </a:lnTo>
                <a:lnTo>
                  <a:pt x="11937" y="166"/>
                </a:lnTo>
                <a:lnTo>
                  <a:pt x="0" y="0"/>
                </a:lnTo>
                <a:close/>
              </a:path>
            </a:pathLst>
          </a:custGeom>
          <a:solidFill>
            <a:schemeClr val="accent1">
              <a:lumMod val="100000"/>
              <a:alpha val="70000"/>
            </a:schemeClr>
          </a:solidFill>
          <a:ln w="25400">
            <a:miter lim="400000"/>
          </a:ln>
        </p:spPr>
        <p:txBody>
          <a:bodyPr anchor="ctr"/>
          <a:lstStyle/>
          <a:p>
            <a:pPr algn="ctr"/>
            <a:endParaRPr sz="1400">
              <a:latin typeface="Georgia" panose="02040502050405020303" pitchFamily="18" charset="0"/>
            </a:endParaRPr>
          </a:p>
        </p:txBody>
      </p:sp>
      <p:sp>
        <p:nvSpPr>
          <p:cNvPr id="7" name="iṥlîḑè"/>
          <p:cNvSpPr/>
          <p:nvPr/>
        </p:nvSpPr>
        <p:spPr>
          <a:xfrm rot="10800000" flipH="1">
            <a:off x="5258508" y="1432755"/>
            <a:ext cx="1545740" cy="25026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1811" y="21600"/>
                </a:lnTo>
                <a:lnTo>
                  <a:pt x="21600" y="11173"/>
                </a:lnTo>
                <a:lnTo>
                  <a:pt x="11872" y="166"/>
                </a:lnTo>
                <a:lnTo>
                  <a:pt x="0" y="0"/>
                </a:lnTo>
                <a:close/>
              </a:path>
            </a:pathLst>
          </a:custGeom>
          <a:solidFill>
            <a:schemeClr val="accent2">
              <a:lumMod val="100000"/>
              <a:alpha val="70000"/>
            </a:schemeClr>
          </a:solidFill>
          <a:ln w="25400">
            <a:miter lim="400000"/>
          </a:ln>
        </p:spPr>
        <p:txBody>
          <a:bodyPr anchor="ctr"/>
          <a:lstStyle/>
          <a:p>
            <a:pPr algn="ctr"/>
            <a:endParaRPr sz="1400">
              <a:latin typeface="Georgia" panose="02040502050405020303" pitchFamily="18" charset="0"/>
            </a:endParaRPr>
          </a:p>
        </p:txBody>
      </p:sp>
      <p:grpSp>
        <p:nvGrpSpPr>
          <p:cNvPr id="18" name="组合 1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nvGrpSpPr>
        <p:grpSpPr>
          <a:xfrm>
            <a:off x="3720597" y="1925423"/>
            <a:ext cx="1628894" cy="1598935"/>
            <a:chOff x="4003277" y="1374767"/>
            <a:chExt cx="4185447" cy="4108467"/>
          </a:xfrm>
        </p:grpSpPr>
        <p:sp>
          <p:nvSpPr>
            <p:cNvPr id="19" name="íSļïďè">
              <a:extLst>
                <a:ext uri="{FF2B5EF4-FFF2-40B4-BE49-F238E27FC236}">
                  <a16:creationId xmlns:a16="http://schemas.microsoft.com/office/drawing/2014/main" id="{EE332155-6B7D-4D66-971D-F421244CFB1F}"/>
                </a:ext>
              </a:extLst>
            </p:cNvPr>
            <p:cNvSpPr/>
            <p:nvPr/>
          </p:nvSpPr>
          <p:spPr>
            <a:xfrm>
              <a:off x="4405303" y="1802381"/>
              <a:ext cx="3444716" cy="3447727"/>
            </a:xfrm>
            <a:prstGeom prst="ellipse">
              <a:avLst/>
            </a:prstGeom>
            <a:solidFill>
              <a:schemeClr val="bg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nvGrpSpPr>
            <p:cNvPr id="20" name="îṧ1îḑè">
              <a:extLst>
                <a:ext uri="{FF2B5EF4-FFF2-40B4-BE49-F238E27FC236}">
                  <a16:creationId xmlns:a16="http://schemas.microsoft.com/office/drawing/2014/main" id="{6FCFF9E6-01D5-4064-9AD6-E36ABAB54672}"/>
                </a:ext>
              </a:extLst>
            </p:cNvPr>
            <p:cNvGrpSpPr/>
            <p:nvPr/>
          </p:nvGrpSpPr>
          <p:grpSpPr>
            <a:xfrm>
              <a:off x="4113752" y="1464815"/>
              <a:ext cx="4002716" cy="3942145"/>
              <a:chOff x="8809631" y="1360739"/>
              <a:chExt cx="4002716" cy="3942145"/>
            </a:xfrm>
          </p:grpSpPr>
          <p:sp>
            <p:nvSpPr>
              <p:cNvPr id="102" name="ïsļiḍé">
                <a:extLst>
                  <a:ext uri="{FF2B5EF4-FFF2-40B4-BE49-F238E27FC236}">
                    <a16:creationId xmlns:a16="http://schemas.microsoft.com/office/drawing/2014/main" id="{D90FACBC-6992-4FD2-B277-DEBF39CD9D21}"/>
                  </a:ext>
                </a:extLst>
              </p:cNvPr>
              <p:cNvSpPr/>
              <p:nvPr/>
            </p:nvSpPr>
            <p:spPr bwMode="auto">
              <a:xfrm>
                <a:off x="11732169" y="2341648"/>
                <a:ext cx="482883" cy="1179447"/>
              </a:xfrm>
              <a:custGeom>
                <a:avLst/>
                <a:gdLst>
                  <a:gd name="T0" fmla="*/ 7 w 287"/>
                  <a:gd name="T1" fmla="*/ 417 h 701"/>
                  <a:gd name="T2" fmla="*/ 230 w 287"/>
                  <a:gd name="T3" fmla="*/ 701 h 701"/>
                  <a:gd name="T4" fmla="*/ 287 w 287"/>
                  <a:gd name="T5" fmla="*/ 310 h 701"/>
                  <a:gd name="T6" fmla="*/ 0 w 287"/>
                  <a:gd name="T7" fmla="*/ 0 h 701"/>
                </a:gdLst>
                <a:ahLst/>
                <a:cxnLst>
                  <a:cxn ang="0">
                    <a:pos x="T0" y="T1"/>
                  </a:cxn>
                  <a:cxn ang="0">
                    <a:pos x="T2" y="T3"/>
                  </a:cxn>
                  <a:cxn ang="0">
                    <a:pos x="T4" y="T5"/>
                  </a:cxn>
                  <a:cxn ang="0">
                    <a:pos x="T6" y="T7"/>
                  </a:cxn>
                </a:cxnLst>
                <a:rect l="0" t="0" r="r" b="b"/>
                <a:pathLst>
                  <a:path w="287" h="701">
                    <a:moveTo>
                      <a:pt x="7" y="417"/>
                    </a:moveTo>
                    <a:lnTo>
                      <a:pt x="230" y="701"/>
                    </a:lnTo>
                    <a:lnTo>
                      <a:pt x="287" y="310"/>
                    </a:lnTo>
                    <a:lnTo>
                      <a:pt x="0" y="0"/>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03" name="ïṡḷîdé">
                <a:extLst>
                  <a:ext uri="{FF2B5EF4-FFF2-40B4-BE49-F238E27FC236}">
                    <a16:creationId xmlns:a16="http://schemas.microsoft.com/office/drawing/2014/main" id="{DC053ED7-BC13-45A4-8282-D7FF1A99D102}"/>
                  </a:ext>
                </a:extLst>
              </p:cNvPr>
              <p:cNvSpPr/>
              <p:nvPr/>
            </p:nvSpPr>
            <p:spPr bwMode="auto">
              <a:xfrm>
                <a:off x="10424851" y="1360739"/>
                <a:ext cx="1467158" cy="3428976"/>
              </a:xfrm>
              <a:custGeom>
                <a:avLst/>
                <a:gdLst>
                  <a:gd name="T0" fmla="*/ 853 w 872"/>
                  <a:gd name="T1" fmla="*/ 2038 h 2038"/>
                  <a:gd name="T2" fmla="*/ 500 w 872"/>
                  <a:gd name="T3" fmla="*/ 1597 h 2038"/>
                  <a:gd name="T4" fmla="*/ 265 w 872"/>
                  <a:gd name="T5" fmla="*/ 1723 h 2038"/>
                  <a:gd name="T6" fmla="*/ 225 w 872"/>
                  <a:gd name="T7" fmla="*/ 1758 h 2038"/>
                  <a:gd name="T8" fmla="*/ 242 w 872"/>
                  <a:gd name="T9" fmla="*/ 2023 h 2038"/>
                  <a:gd name="T10" fmla="*/ 872 w 872"/>
                  <a:gd name="T11" fmla="*/ 2023 h 2038"/>
                  <a:gd name="T12" fmla="*/ 493 w 872"/>
                  <a:gd name="T13" fmla="*/ 1173 h 2038"/>
                  <a:gd name="T14" fmla="*/ 749 w 872"/>
                  <a:gd name="T15" fmla="*/ 533 h 2038"/>
                  <a:gd name="T16" fmla="*/ 772 w 872"/>
                  <a:gd name="T17" fmla="*/ 986 h 2038"/>
                  <a:gd name="T18" fmla="*/ 498 w 872"/>
                  <a:gd name="T19" fmla="*/ 1133 h 2038"/>
                  <a:gd name="T20" fmla="*/ 443 w 872"/>
                  <a:gd name="T21" fmla="*/ 796 h 2038"/>
                  <a:gd name="T22" fmla="*/ 725 w 872"/>
                  <a:gd name="T23" fmla="*/ 536 h 2038"/>
                  <a:gd name="T24" fmla="*/ 0 w 872"/>
                  <a:gd name="T25" fmla="*/ 0 h 2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2" h="2038">
                    <a:moveTo>
                      <a:pt x="853" y="2038"/>
                    </a:moveTo>
                    <a:lnTo>
                      <a:pt x="500" y="1597"/>
                    </a:lnTo>
                    <a:lnTo>
                      <a:pt x="265" y="1723"/>
                    </a:lnTo>
                    <a:lnTo>
                      <a:pt x="225" y="1758"/>
                    </a:lnTo>
                    <a:lnTo>
                      <a:pt x="242" y="2023"/>
                    </a:lnTo>
                    <a:lnTo>
                      <a:pt x="872" y="2023"/>
                    </a:lnTo>
                    <a:lnTo>
                      <a:pt x="493" y="1173"/>
                    </a:lnTo>
                    <a:lnTo>
                      <a:pt x="749" y="533"/>
                    </a:lnTo>
                    <a:lnTo>
                      <a:pt x="772" y="986"/>
                    </a:lnTo>
                    <a:lnTo>
                      <a:pt x="498" y="1133"/>
                    </a:lnTo>
                    <a:lnTo>
                      <a:pt x="443" y="796"/>
                    </a:lnTo>
                    <a:lnTo>
                      <a:pt x="725" y="536"/>
                    </a:lnTo>
                    <a:lnTo>
                      <a:pt x="0" y="0"/>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04" name="iŝḷíḍè">
                <a:extLst>
                  <a:ext uri="{FF2B5EF4-FFF2-40B4-BE49-F238E27FC236}">
                    <a16:creationId xmlns:a16="http://schemas.microsoft.com/office/drawing/2014/main" id="{40A7C536-9AC5-4D52-9B75-D1C7F32D6751}"/>
                  </a:ext>
                </a:extLst>
              </p:cNvPr>
              <p:cNvSpPr/>
              <p:nvPr/>
            </p:nvSpPr>
            <p:spPr bwMode="auto">
              <a:xfrm flipH="1">
                <a:off x="9798953" y="2074128"/>
                <a:ext cx="1033068" cy="713389"/>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05" name="i$1îḓé">
                <a:extLst>
                  <a:ext uri="{FF2B5EF4-FFF2-40B4-BE49-F238E27FC236}">
                    <a16:creationId xmlns:a16="http://schemas.microsoft.com/office/drawing/2014/main" id="{A4EC94AC-A4FD-4484-ADDC-DC96ACAF0DA1}"/>
                  </a:ext>
                </a:extLst>
              </p:cNvPr>
              <p:cNvSpPr/>
              <p:nvPr/>
            </p:nvSpPr>
            <p:spPr bwMode="auto">
              <a:xfrm>
                <a:off x="8809631" y="1392707"/>
                <a:ext cx="3923638" cy="3834464"/>
              </a:xfrm>
              <a:custGeom>
                <a:avLst/>
                <a:gdLst>
                  <a:gd name="T0" fmla="*/ 974 w 2332"/>
                  <a:gd name="T1" fmla="*/ 0 h 2279"/>
                  <a:gd name="T2" fmla="*/ 1581 w 2332"/>
                  <a:gd name="T3" fmla="*/ 81 h 2279"/>
                  <a:gd name="T4" fmla="*/ 2059 w 2332"/>
                  <a:gd name="T5" fmla="*/ 360 h 2279"/>
                  <a:gd name="T6" fmla="*/ 2332 w 2332"/>
                  <a:gd name="T7" fmla="*/ 820 h 2279"/>
                  <a:gd name="T8" fmla="*/ 2249 w 2332"/>
                  <a:gd name="T9" fmla="*/ 1718 h 2279"/>
                  <a:gd name="T10" fmla="*/ 1652 w 2332"/>
                  <a:gd name="T11" fmla="*/ 2279 h 2279"/>
                  <a:gd name="T12" fmla="*/ 714 w 2332"/>
                  <a:gd name="T13" fmla="*/ 2279 h 2279"/>
                  <a:gd name="T14" fmla="*/ 57 w 2332"/>
                  <a:gd name="T15" fmla="*/ 1649 h 2279"/>
                  <a:gd name="T16" fmla="*/ 0 w 2332"/>
                  <a:gd name="T17" fmla="*/ 967 h 2279"/>
                  <a:gd name="T18" fmla="*/ 221 w 2332"/>
                  <a:gd name="T19" fmla="*/ 448 h 2279"/>
                  <a:gd name="T20" fmla="*/ 974 w 2332"/>
                  <a:gd name="T21" fmla="*/ 0 h 2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32" h="2279">
                    <a:moveTo>
                      <a:pt x="974" y="0"/>
                    </a:moveTo>
                    <a:lnTo>
                      <a:pt x="1581" y="81"/>
                    </a:lnTo>
                    <a:lnTo>
                      <a:pt x="2059" y="360"/>
                    </a:lnTo>
                    <a:lnTo>
                      <a:pt x="2332" y="820"/>
                    </a:lnTo>
                    <a:lnTo>
                      <a:pt x="2249" y="1718"/>
                    </a:lnTo>
                    <a:lnTo>
                      <a:pt x="1652" y="2279"/>
                    </a:lnTo>
                    <a:lnTo>
                      <a:pt x="714" y="2279"/>
                    </a:lnTo>
                    <a:lnTo>
                      <a:pt x="57" y="1649"/>
                    </a:lnTo>
                    <a:lnTo>
                      <a:pt x="0" y="967"/>
                    </a:lnTo>
                    <a:lnTo>
                      <a:pt x="221" y="448"/>
                    </a:lnTo>
                    <a:lnTo>
                      <a:pt x="974" y="0"/>
                    </a:lnTo>
                    <a:close/>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06" name="îş1îdé">
                <a:extLst>
                  <a:ext uri="{FF2B5EF4-FFF2-40B4-BE49-F238E27FC236}">
                    <a16:creationId xmlns:a16="http://schemas.microsoft.com/office/drawing/2014/main" id="{45701A75-2641-4F02-A89B-3F0CA6798117}"/>
                  </a:ext>
                </a:extLst>
              </p:cNvPr>
              <p:cNvSpPr/>
              <p:nvPr/>
            </p:nvSpPr>
            <p:spPr bwMode="auto">
              <a:xfrm>
                <a:off x="9181468" y="1820067"/>
                <a:ext cx="3630879" cy="3407104"/>
              </a:xfrm>
              <a:custGeom>
                <a:avLst/>
                <a:gdLst>
                  <a:gd name="T0" fmla="*/ 0 w 2158"/>
                  <a:gd name="T1" fmla="*/ 194 h 2025"/>
                  <a:gd name="T2" fmla="*/ 651 w 2158"/>
                  <a:gd name="T3" fmla="*/ 0 h 2025"/>
                  <a:gd name="T4" fmla="*/ 981 w 2158"/>
                  <a:gd name="T5" fmla="*/ 151 h 2025"/>
                  <a:gd name="T6" fmla="*/ 1452 w 2158"/>
                  <a:gd name="T7" fmla="*/ 284 h 2025"/>
                  <a:gd name="T8" fmla="*/ 2158 w 2158"/>
                  <a:gd name="T9" fmla="*/ 578 h 2025"/>
                  <a:gd name="T10" fmla="*/ 1746 w 2158"/>
                  <a:gd name="T11" fmla="*/ 966 h 2025"/>
                  <a:gd name="T12" fmla="*/ 2059 w 2158"/>
                  <a:gd name="T13" fmla="*/ 1464 h 2025"/>
                  <a:gd name="T14" fmla="*/ 1618 w 2158"/>
                  <a:gd name="T15" fmla="*/ 1724 h 2025"/>
                  <a:gd name="T16" fmla="*/ 528 w 2158"/>
                  <a:gd name="T17" fmla="*/ 2025 h 2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8" h="2025">
                    <a:moveTo>
                      <a:pt x="0" y="194"/>
                    </a:moveTo>
                    <a:lnTo>
                      <a:pt x="651" y="0"/>
                    </a:lnTo>
                    <a:lnTo>
                      <a:pt x="981" y="151"/>
                    </a:lnTo>
                    <a:lnTo>
                      <a:pt x="1452" y="284"/>
                    </a:lnTo>
                    <a:lnTo>
                      <a:pt x="2158" y="578"/>
                    </a:lnTo>
                    <a:lnTo>
                      <a:pt x="1746" y="966"/>
                    </a:lnTo>
                    <a:lnTo>
                      <a:pt x="2059" y="1464"/>
                    </a:lnTo>
                    <a:lnTo>
                      <a:pt x="1618" y="1724"/>
                    </a:lnTo>
                    <a:lnTo>
                      <a:pt x="528" y="2025"/>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07" name="ïśľiďé">
                <a:extLst>
                  <a:ext uri="{FF2B5EF4-FFF2-40B4-BE49-F238E27FC236}">
                    <a16:creationId xmlns:a16="http://schemas.microsoft.com/office/drawing/2014/main" id="{CBD407E0-0EE4-43FB-8A6A-74A2E2FB90AC}"/>
                  </a:ext>
                </a:extLst>
              </p:cNvPr>
              <p:cNvSpPr/>
              <p:nvPr/>
            </p:nvSpPr>
            <p:spPr bwMode="auto">
              <a:xfrm>
                <a:off x="9181468" y="1397754"/>
                <a:ext cx="2937681" cy="3873162"/>
              </a:xfrm>
              <a:custGeom>
                <a:avLst/>
                <a:gdLst>
                  <a:gd name="T0" fmla="*/ 0 w 1746"/>
                  <a:gd name="T1" fmla="*/ 469 h 2302"/>
                  <a:gd name="T2" fmla="*/ 192 w 1746"/>
                  <a:gd name="T3" fmla="*/ 739 h 2302"/>
                  <a:gd name="T4" fmla="*/ 945 w 1746"/>
                  <a:gd name="T5" fmla="*/ 417 h 2302"/>
                  <a:gd name="T6" fmla="*/ 888 w 1746"/>
                  <a:gd name="T7" fmla="*/ 739 h 2302"/>
                  <a:gd name="T8" fmla="*/ 981 w 1746"/>
                  <a:gd name="T9" fmla="*/ 1729 h 2302"/>
                  <a:gd name="T10" fmla="*/ 1618 w 1746"/>
                  <a:gd name="T11" fmla="*/ 1975 h 2302"/>
                  <a:gd name="T12" fmla="*/ 1746 w 1746"/>
                  <a:gd name="T13" fmla="*/ 1236 h 2302"/>
                  <a:gd name="T14" fmla="*/ 1452 w 1746"/>
                  <a:gd name="T15" fmla="*/ 535 h 2302"/>
                  <a:gd name="T16" fmla="*/ 898 w 1746"/>
                  <a:gd name="T17" fmla="*/ 753 h 2302"/>
                  <a:gd name="T18" fmla="*/ 1220 w 1746"/>
                  <a:gd name="T19" fmla="*/ 1137 h 2302"/>
                  <a:gd name="T20" fmla="*/ 950 w 1746"/>
                  <a:gd name="T21" fmla="*/ 1717 h 2302"/>
                  <a:gd name="T22" fmla="*/ 945 w 1746"/>
                  <a:gd name="T23" fmla="*/ 1729 h 2302"/>
                  <a:gd name="T24" fmla="*/ 481 w 1746"/>
                  <a:gd name="T25" fmla="*/ 2302 h 2302"/>
                  <a:gd name="T26" fmla="*/ 239 w 1746"/>
                  <a:gd name="T27" fmla="*/ 1137 h 2302"/>
                  <a:gd name="T28" fmla="*/ 945 w 1746"/>
                  <a:gd name="T29" fmla="*/ 398 h 2302"/>
                  <a:gd name="T30" fmla="*/ 774 w 1746"/>
                  <a:gd name="T31" fmla="*/ 0 h 2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46" h="2302">
                    <a:moveTo>
                      <a:pt x="0" y="469"/>
                    </a:moveTo>
                    <a:lnTo>
                      <a:pt x="192" y="739"/>
                    </a:lnTo>
                    <a:lnTo>
                      <a:pt x="945" y="417"/>
                    </a:lnTo>
                    <a:lnTo>
                      <a:pt x="888" y="739"/>
                    </a:lnTo>
                    <a:lnTo>
                      <a:pt x="981" y="1729"/>
                    </a:lnTo>
                    <a:lnTo>
                      <a:pt x="1618" y="1975"/>
                    </a:lnTo>
                    <a:lnTo>
                      <a:pt x="1746" y="1236"/>
                    </a:lnTo>
                    <a:lnTo>
                      <a:pt x="1452" y="535"/>
                    </a:lnTo>
                    <a:lnTo>
                      <a:pt x="898" y="753"/>
                    </a:lnTo>
                    <a:lnTo>
                      <a:pt x="1220" y="1137"/>
                    </a:lnTo>
                    <a:lnTo>
                      <a:pt x="950" y="1717"/>
                    </a:lnTo>
                    <a:lnTo>
                      <a:pt x="945" y="1729"/>
                    </a:lnTo>
                    <a:lnTo>
                      <a:pt x="481" y="2302"/>
                    </a:lnTo>
                    <a:lnTo>
                      <a:pt x="239" y="1137"/>
                    </a:lnTo>
                    <a:lnTo>
                      <a:pt x="945" y="398"/>
                    </a:lnTo>
                    <a:lnTo>
                      <a:pt x="774" y="0"/>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08" name="ïṧ1iḑè">
                <a:extLst>
                  <a:ext uri="{FF2B5EF4-FFF2-40B4-BE49-F238E27FC236}">
                    <a16:creationId xmlns:a16="http://schemas.microsoft.com/office/drawing/2014/main" id="{28C1F05D-0B50-40A2-AB44-7E2EEDA8C4BC}"/>
                  </a:ext>
                </a:extLst>
              </p:cNvPr>
              <p:cNvSpPr/>
              <p:nvPr/>
            </p:nvSpPr>
            <p:spPr bwMode="auto">
              <a:xfrm>
                <a:off x="8809631" y="2664692"/>
                <a:ext cx="1918073" cy="1845725"/>
              </a:xfrm>
              <a:custGeom>
                <a:avLst/>
                <a:gdLst>
                  <a:gd name="T0" fmla="*/ 469 w 1140"/>
                  <a:gd name="T1" fmla="*/ 327 h 1097"/>
                  <a:gd name="T2" fmla="*/ 588 w 1140"/>
                  <a:gd name="T3" fmla="*/ 52 h 1097"/>
                  <a:gd name="T4" fmla="*/ 389 w 1140"/>
                  <a:gd name="T5" fmla="*/ 0 h 1097"/>
                  <a:gd name="T6" fmla="*/ 0 w 1140"/>
                  <a:gd name="T7" fmla="*/ 211 h 1097"/>
                  <a:gd name="T8" fmla="*/ 263 w 1140"/>
                  <a:gd name="T9" fmla="*/ 453 h 1097"/>
                  <a:gd name="T10" fmla="*/ 71 w 1140"/>
                  <a:gd name="T11" fmla="*/ 905 h 1097"/>
                  <a:gd name="T12" fmla="*/ 541 w 1140"/>
                  <a:gd name="T13" fmla="*/ 948 h 1097"/>
                  <a:gd name="T14" fmla="*/ 770 w 1140"/>
                  <a:gd name="T15" fmla="*/ 1097 h 1097"/>
                  <a:gd name="T16" fmla="*/ 1140 w 1140"/>
                  <a:gd name="T17" fmla="*/ 983 h 1097"/>
                  <a:gd name="T18" fmla="*/ 541 w 1140"/>
                  <a:gd name="T19" fmla="*/ 917 h 1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0" h="1097">
                    <a:moveTo>
                      <a:pt x="469" y="327"/>
                    </a:moveTo>
                    <a:lnTo>
                      <a:pt x="588" y="52"/>
                    </a:lnTo>
                    <a:lnTo>
                      <a:pt x="389" y="0"/>
                    </a:lnTo>
                    <a:lnTo>
                      <a:pt x="0" y="211"/>
                    </a:lnTo>
                    <a:lnTo>
                      <a:pt x="263" y="453"/>
                    </a:lnTo>
                    <a:lnTo>
                      <a:pt x="71" y="905"/>
                    </a:lnTo>
                    <a:lnTo>
                      <a:pt x="541" y="948"/>
                    </a:lnTo>
                    <a:lnTo>
                      <a:pt x="770" y="1097"/>
                    </a:lnTo>
                    <a:lnTo>
                      <a:pt x="1140" y="983"/>
                    </a:lnTo>
                    <a:lnTo>
                      <a:pt x="541" y="917"/>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09" name="íŝḻîḋe">
                <a:extLst>
                  <a:ext uri="{FF2B5EF4-FFF2-40B4-BE49-F238E27FC236}">
                    <a16:creationId xmlns:a16="http://schemas.microsoft.com/office/drawing/2014/main" id="{50E63AD1-AD30-4E2E-A2DC-A7C2FAEB5A37}"/>
                  </a:ext>
                </a:extLst>
              </p:cNvPr>
              <p:cNvSpPr/>
              <p:nvPr/>
            </p:nvSpPr>
            <p:spPr bwMode="auto">
              <a:xfrm>
                <a:off x="8841599" y="2592344"/>
                <a:ext cx="686468" cy="718436"/>
              </a:xfrm>
              <a:custGeom>
                <a:avLst/>
                <a:gdLst>
                  <a:gd name="T0" fmla="*/ 375 w 408"/>
                  <a:gd name="T1" fmla="*/ 0 h 427"/>
                  <a:gd name="T2" fmla="*/ 408 w 408"/>
                  <a:gd name="T3" fmla="*/ 427 h 427"/>
                  <a:gd name="T4" fmla="*/ 0 w 408"/>
                  <a:gd name="T5" fmla="*/ 275 h 427"/>
                </a:gdLst>
                <a:ahLst/>
                <a:cxnLst>
                  <a:cxn ang="0">
                    <a:pos x="T0" y="T1"/>
                  </a:cxn>
                  <a:cxn ang="0">
                    <a:pos x="T2" y="T3"/>
                  </a:cxn>
                  <a:cxn ang="0">
                    <a:pos x="T4" y="T5"/>
                  </a:cxn>
                </a:cxnLst>
                <a:rect l="0" t="0" r="r" b="b"/>
                <a:pathLst>
                  <a:path w="408" h="427">
                    <a:moveTo>
                      <a:pt x="375" y="0"/>
                    </a:moveTo>
                    <a:lnTo>
                      <a:pt x="408" y="427"/>
                    </a:lnTo>
                    <a:lnTo>
                      <a:pt x="0" y="275"/>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10" name="íṧḷiḓé">
                <a:extLst>
                  <a:ext uri="{FF2B5EF4-FFF2-40B4-BE49-F238E27FC236}">
                    <a16:creationId xmlns:a16="http://schemas.microsoft.com/office/drawing/2014/main" id="{469A0146-4F3F-4336-87DD-97900391F5CB}"/>
                  </a:ext>
                </a:extLst>
              </p:cNvPr>
              <p:cNvSpPr/>
              <p:nvPr/>
            </p:nvSpPr>
            <p:spPr bwMode="auto">
              <a:xfrm>
                <a:off x="9528067" y="1392707"/>
                <a:ext cx="2686985" cy="1199637"/>
              </a:xfrm>
              <a:custGeom>
                <a:avLst/>
                <a:gdLst>
                  <a:gd name="T0" fmla="*/ 0 w 1597"/>
                  <a:gd name="T1" fmla="*/ 713 h 713"/>
                  <a:gd name="T2" fmla="*/ 424 w 1597"/>
                  <a:gd name="T3" fmla="*/ 261 h 713"/>
                  <a:gd name="T4" fmla="*/ 547 w 1597"/>
                  <a:gd name="T5" fmla="*/ 0 h 713"/>
                  <a:gd name="T6" fmla="*/ 566 w 1597"/>
                  <a:gd name="T7" fmla="*/ 10 h 713"/>
                  <a:gd name="T8" fmla="*/ 1057 w 1597"/>
                  <a:gd name="T9" fmla="*/ 254 h 713"/>
                  <a:gd name="T10" fmla="*/ 1154 w 1597"/>
                  <a:gd name="T11" fmla="*/ 81 h 713"/>
                  <a:gd name="T12" fmla="*/ 1265 w 1597"/>
                  <a:gd name="T13" fmla="*/ 500 h 713"/>
                  <a:gd name="T14" fmla="*/ 1597 w 1597"/>
                  <a:gd name="T15" fmla="*/ 358 h 7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7" h="713">
                    <a:moveTo>
                      <a:pt x="0" y="713"/>
                    </a:moveTo>
                    <a:lnTo>
                      <a:pt x="424" y="261"/>
                    </a:lnTo>
                    <a:lnTo>
                      <a:pt x="547" y="0"/>
                    </a:lnTo>
                    <a:lnTo>
                      <a:pt x="566" y="10"/>
                    </a:lnTo>
                    <a:lnTo>
                      <a:pt x="1057" y="254"/>
                    </a:lnTo>
                    <a:lnTo>
                      <a:pt x="1154" y="81"/>
                    </a:lnTo>
                    <a:lnTo>
                      <a:pt x="1265" y="500"/>
                    </a:lnTo>
                    <a:lnTo>
                      <a:pt x="1597" y="358"/>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11" name="íṡľïḍè">
                <a:extLst>
                  <a:ext uri="{FF2B5EF4-FFF2-40B4-BE49-F238E27FC236}">
                    <a16:creationId xmlns:a16="http://schemas.microsoft.com/office/drawing/2014/main" id="{BB1440AC-F276-4DF7-95E3-E8193ABB5C3D}"/>
                  </a:ext>
                </a:extLst>
              </p:cNvPr>
              <p:cNvSpPr/>
              <p:nvPr/>
            </p:nvSpPr>
            <p:spPr bwMode="auto">
              <a:xfrm>
                <a:off x="9554988" y="2664692"/>
                <a:ext cx="1277033" cy="1653917"/>
              </a:xfrm>
              <a:custGeom>
                <a:avLst/>
                <a:gdLst>
                  <a:gd name="T0" fmla="*/ 0 w 759"/>
                  <a:gd name="T1" fmla="*/ 398 h 983"/>
                  <a:gd name="T2" fmla="*/ 759 w 759"/>
                  <a:gd name="T3" fmla="*/ 983 h 983"/>
                  <a:gd name="T4" fmla="*/ 552 w 759"/>
                  <a:gd name="T5" fmla="*/ 512 h 983"/>
                  <a:gd name="T6" fmla="*/ 759 w 759"/>
                  <a:gd name="T7" fmla="*/ 448 h 983"/>
                  <a:gd name="T8" fmla="*/ 652 w 759"/>
                  <a:gd name="T9" fmla="*/ 0 h 983"/>
                  <a:gd name="T10" fmla="*/ 34 w 759"/>
                  <a:gd name="T11" fmla="*/ 384 h 983"/>
                  <a:gd name="T12" fmla="*/ 541 w 759"/>
                  <a:gd name="T13" fmla="*/ 512 h 983"/>
                </a:gdLst>
                <a:ahLst/>
                <a:cxnLst>
                  <a:cxn ang="0">
                    <a:pos x="T0" y="T1"/>
                  </a:cxn>
                  <a:cxn ang="0">
                    <a:pos x="T2" y="T3"/>
                  </a:cxn>
                  <a:cxn ang="0">
                    <a:pos x="T4" y="T5"/>
                  </a:cxn>
                  <a:cxn ang="0">
                    <a:pos x="T6" y="T7"/>
                  </a:cxn>
                  <a:cxn ang="0">
                    <a:pos x="T8" y="T9"/>
                  </a:cxn>
                  <a:cxn ang="0">
                    <a:pos x="T10" y="T11"/>
                  </a:cxn>
                  <a:cxn ang="0">
                    <a:pos x="T12" y="T13"/>
                  </a:cxn>
                </a:cxnLst>
                <a:rect l="0" t="0" r="r" b="b"/>
                <a:pathLst>
                  <a:path w="759" h="983">
                    <a:moveTo>
                      <a:pt x="0" y="398"/>
                    </a:moveTo>
                    <a:lnTo>
                      <a:pt x="759" y="983"/>
                    </a:lnTo>
                    <a:lnTo>
                      <a:pt x="552" y="512"/>
                    </a:lnTo>
                    <a:lnTo>
                      <a:pt x="759" y="448"/>
                    </a:lnTo>
                    <a:lnTo>
                      <a:pt x="652" y="0"/>
                    </a:lnTo>
                    <a:lnTo>
                      <a:pt x="34" y="384"/>
                    </a:lnTo>
                    <a:lnTo>
                      <a:pt x="541" y="512"/>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12" name="î$liḑê">
                <a:extLst>
                  <a:ext uri="{FF2B5EF4-FFF2-40B4-BE49-F238E27FC236}">
                    <a16:creationId xmlns:a16="http://schemas.microsoft.com/office/drawing/2014/main" id="{973C2E46-4D73-4FF6-809F-3BF9EC097999}"/>
                  </a:ext>
                </a:extLst>
              </p:cNvPr>
              <p:cNvSpPr/>
              <p:nvPr/>
            </p:nvSpPr>
            <p:spPr bwMode="auto">
              <a:xfrm>
                <a:off x="11309856" y="3334335"/>
                <a:ext cx="780689" cy="489613"/>
              </a:xfrm>
              <a:custGeom>
                <a:avLst/>
                <a:gdLst>
                  <a:gd name="T0" fmla="*/ 0 w 464"/>
                  <a:gd name="T1" fmla="*/ 0 h 291"/>
                  <a:gd name="T2" fmla="*/ 296 w 464"/>
                  <a:gd name="T3" fmla="*/ 291 h 291"/>
                  <a:gd name="T4" fmla="*/ 464 w 464"/>
                  <a:gd name="T5" fmla="*/ 95 h 291"/>
                  <a:gd name="T6" fmla="*/ 0 w 464"/>
                  <a:gd name="T7" fmla="*/ 0 h 291"/>
                </a:gdLst>
                <a:ahLst/>
                <a:cxnLst>
                  <a:cxn ang="0">
                    <a:pos x="T0" y="T1"/>
                  </a:cxn>
                  <a:cxn ang="0">
                    <a:pos x="T2" y="T3"/>
                  </a:cxn>
                  <a:cxn ang="0">
                    <a:pos x="T4" y="T5"/>
                  </a:cxn>
                  <a:cxn ang="0">
                    <a:pos x="T6" y="T7"/>
                  </a:cxn>
                </a:cxnLst>
                <a:rect l="0" t="0" r="r" b="b"/>
                <a:pathLst>
                  <a:path w="464" h="291">
                    <a:moveTo>
                      <a:pt x="0" y="0"/>
                    </a:moveTo>
                    <a:lnTo>
                      <a:pt x="296" y="291"/>
                    </a:lnTo>
                    <a:lnTo>
                      <a:pt x="464" y="95"/>
                    </a:lnTo>
                    <a:lnTo>
                      <a:pt x="0" y="0"/>
                    </a:lnTo>
                    <a:close/>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13" name="išḻiḓé">
                <a:extLst>
                  <a:ext uri="{FF2B5EF4-FFF2-40B4-BE49-F238E27FC236}">
                    <a16:creationId xmlns:a16="http://schemas.microsoft.com/office/drawing/2014/main" id="{0245C2FA-726A-44ED-B863-FA38B6DC4E3D}"/>
                  </a:ext>
                </a:extLst>
              </p:cNvPr>
              <p:cNvSpPr/>
              <p:nvPr/>
            </p:nvSpPr>
            <p:spPr bwMode="auto">
              <a:xfrm>
                <a:off x="8949280" y="3374716"/>
                <a:ext cx="1196272" cy="1928168"/>
              </a:xfrm>
              <a:custGeom>
                <a:avLst/>
                <a:gdLst>
                  <a:gd name="T0" fmla="*/ 711 w 711"/>
                  <a:gd name="T1" fmla="*/ 689 h 1146"/>
                  <a:gd name="T2" fmla="*/ 628 w 711"/>
                  <a:gd name="T3" fmla="*/ 1146 h 1146"/>
                  <a:gd name="T4" fmla="*/ 469 w 711"/>
                  <a:gd name="T5" fmla="*/ 533 h 1146"/>
                  <a:gd name="T6" fmla="*/ 280 w 711"/>
                  <a:gd name="T7" fmla="*/ 303 h 1146"/>
                  <a:gd name="T8" fmla="*/ 0 w 711"/>
                  <a:gd name="T9" fmla="*/ 452 h 1146"/>
                  <a:gd name="T10" fmla="*/ 344 w 711"/>
                  <a:gd name="T11" fmla="*/ 0 h 1146"/>
                  <a:gd name="T12" fmla="*/ 299 w 711"/>
                  <a:gd name="T13" fmla="*/ 291 h 1146"/>
                </a:gdLst>
                <a:ahLst/>
                <a:cxnLst>
                  <a:cxn ang="0">
                    <a:pos x="T0" y="T1"/>
                  </a:cxn>
                  <a:cxn ang="0">
                    <a:pos x="T2" y="T3"/>
                  </a:cxn>
                  <a:cxn ang="0">
                    <a:pos x="T4" y="T5"/>
                  </a:cxn>
                  <a:cxn ang="0">
                    <a:pos x="T6" y="T7"/>
                  </a:cxn>
                  <a:cxn ang="0">
                    <a:pos x="T8" y="T9"/>
                  </a:cxn>
                  <a:cxn ang="0">
                    <a:pos x="T10" y="T11"/>
                  </a:cxn>
                  <a:cxn ang="0">
                    <a:pos x="T12" y="T13"/>
                  </a:cxn>
                </a:cxnLst>
                <a:rect l="0" t="0" r="r" b="b"/>
                <a:pathLst>
                  <a:path w="711" h="1146">
                    <a:moveTo>
                      <a:pt x="711" y="689"/>
                    </a:moveTo>
                    <a:lnTo>
                      <a:pt x="628" y="1146"/>
                    </a:lnTo>
                    <a:lnTo>
                      <a:pt x="469" y="533"/>
                    </a:lnTo>
                    <a:lnTo>
                      <a:pt x="280" y="303"/>
                    </a:lnTo>
                    <a:lnTo>
                      <a:pt x="0" y="452"/>
                    </a:lnTo>
                    <a:lnTo>
                      <a:pt x="344" y="0"/>
                    </a:lnTo>
                    <a:lnTo>
                      <a:pt x="299" y="291"/>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14" name="íşḷîḋê">
                <a:extLst>
                  <a:ext uri="{FF2B5EF4-FFF2-40B4-BE49-F238E27FC236}">
                    <a16:creationId xmlns:a16="http://schemas.microsoft.com/office/drawing/2014/main" id="{E9CE1896-EE36-4710-91FF-A4C4CFD7712E}"/>
                  </a:ext>
                </a:extLst>
              </p:cNvPr>
              <p:cNvSpPr/>
              <p:nvPr/>
            </p:nvSpPr>
            <p:spPr bwMode="auto">
              <a:xfrm flipH="1" flipV="1">
                <a:off x="9607146" y="3374716"/>
                <a:ext cx="1224875" cy="75713"/>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15" name="ïSļïḋè">
                <a:extLst>
                  <a:ext uri="{FF2B5EF4-FFF2-40B4-BE49-F238E27FC236}">
                    <a16:creationId xmlns:a16="http://schemas.microsoft.com/office/drawing/2014/main" id="{029512F1-568B-4177-B465-BB95801A0ABA}"/>
                  </a:ext>
                </a:extLst>
              </p:cNvPr>
              <p:cNvSpPr/>
              <p:nvPr/>
            </p:nvSpPr>
            <p:spPr bwMode="auto">
              <a:xfrm flipH="1">
                <a:off x="12171307" y="2787516"/>
                <a:ext cx="498026" cy="80761"/>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16" name="iṧļîďè">
                <a:extLst>
                  <a:ext uri="{FF2B5EF4-FFF2-40B4-BE49-F238E27FC236}">
                    <a16:creationId xmlns:a16="http://schemas.microsoft.com/office/drawing/2014/main" id="{75460E7B-8BF1-49FF-B9D8-AC685C2797EA}"/>
                  </a:ext>
                </a:extLst>
              </p:cNvPr>
              <p:cNvSpPr/>
              <p:nvPr/>
            </p:nvSpPr>
            <p:spPr bwMode="auto">
              <a:xfrm>
                <a:off x="11923976" y="3521095"/>
                <a:ext cx="291076" cy="1268620"/>
              </a:xfrm>
              <a:custGeom>
                <a:avLst/>
                <a:gdLst>
                  <a:gd name="T0" fmla="*/ 0 w 173"/>
                  <a:gd name="T1" fmla="*/ 754 h 754"/>
                  <a:gd name="T2" fmla="*/ 173 w 173"/>
                  <a:gd name="T3" fmla="*/ 308 h 754"/>
                  <a:gd name="T4" fmla="*/ 116 w 173"/>
                  <a:gd name="T5" fmla="*/ 0 h 754"/>
                </a:gdLst>
                <a:ahLst/>
                <a:cxnLst>
                  <a:cxn ang="0">
                    <a:pos x="T0" y="T1"/>
                  </a:cxn>
                  <a:cxn ang="0">
                    <a:pos x="T2" y="T3"/>
                  </a:cxn>
                  <a:cxn ang="0">
                    <a:pos x="T4" y="T5"/>
                  </a:cxn>
                </a:cxnLst>
                <a:rect l="0" t="0" r="r" b="b"/>
                <a:pathLst>
                  <a:path w="173" h="754">
                    <a:moveTo>
                      <a:pt x="0" y="754"/>
                    </a:moveTo>
                    <a:lnTo>
                      <a:pt x="173" y="308"/>
                    </a:lnTo>
                    <a:lnTo>
                      <a:pt x="116" y="0"/>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17" name="işľîḑè">
                <a:extLst>
                  <a:ext uri="{FF2B5EF4-FFF2-40B4-BE49-F238E27FC236}">
                    <a16:creationId xmlns:a16="http://schemas.microsoft.com/office/drawing/2014/main" id="{51B66460-B426-4EC1-8758-7B05A7FF60A6}"/>
                  </a:ext>
                </a:extLst>
              </p:cNvPr>
              <p:cNvSpPr/>
              <p:nvPr/>
            </p:nvSpPr>
            <p:spPr bwMode="auto">
              <a:xfrm flipH="1" flipV="1">
                <a:off x="12215052" y="4039311"/>
                <a:ext cx="454281" cy="279298"/>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18" name="is1iḍè">
                <a:extLst>
                  <a:ext uri="{FF2B5EF4-FFF2-40B4-BE49-F238E27FC236}">
                    <a16:creationId xmlns:a16="http://schemas.microsoft.com/office/drawing/2014/main" id="{1195C9A9-9A31-49DA-BB55-3184CCD5F47E}"/>
                  </a:ext>
                </a:extLst>
              </p:cNvPr>
              <p:cNvSpPr/>
              <p:nvPr/>
            </p:nvSpPr>
            <p:spPr bwMode="auto">
              <a:xfrm>
                <a:off x="11819660" y="3852552"/>
                <a:ext cx="72348" cy="937164"/>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19" name="íś1iḓê">
                <a:extLst>
                  <a:ext uri="{FF2B5EF4-FFF2-40B4-BE49-F238E27FC236}">
                    <a16:creationId xmlns:a16="http://schemas.microsoft.com/office/drawing/2014/main" id="{CCFE687C-32D1-43F5-92AA-733A1D6A421B}"/>
                  </a:ext>
                </a:extLst>
              </p:cNvPr>
              <p:cNvSpPr/>
              <p:nvPr/>
            </p:nvSpPr>
            <p:spPr bwMode="auto">
              <a:xfrm flipH="1">
                <a:off x="9962157" y="4789715"/>
                <a:ext cx="844625" cy="513169"/>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20" name="ïṧ1ídè">
                <a:extLst>
                  <a:ext uri="{FF2B5EF4-FFF2-40B4-BE49-F238E27FC236}">
                    <a16:creationId xmlns:a16="http://schemas.microsoft.com/office/drawing/2014/main" id="{C609AF46-AE76-40B5-AEB8-82849F950702}"/>
                  </a:ext>
                </a:extLst>
              </p:cNvPr>
              <p:cNvSpPr/>
              <p:nvPr/>
            </p:nvSpPr>
            <p:spPr bwMode="auto">
              <a:xfrm flipH="1">
                <a:off x="10727704" y="2684882"/>
                <a:ext cx="457646" cy="0"/>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21" name="ïṣḻïdê">
                <a:extLst>
                  <a:ext uri="{FF2B5EF4-FFF2-40B4-BE49-F238E27FC236}">
                    <a16:creationId xmlns:a16="http://schemas.microsoft.com/office/drawing/2014/main" id="{36B0F3C3-17A0-424A-9237-A530D74DA240}"/>
                  </a:ext>
                </a:extLst>
              </p:cNvPr>
              <p:cNvSpPr/>
              <p:nvPr/>
            </p:nvSpPr>
            <p:spPr bwMode="auto">
              <a:xfrm flipH="1">
                <a:off x="10870718" y="3310780"/>
                <a:ext cx="314631" cy="99269"/>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grpSp>
        <p:sp>
          <p:nvSpPr>
            <p:cNvPr id="21" name="iṡḻíďé">
              <a:extLst>
                <a:ext uri="{FF2B5EF4-FFF2-40B4-BE49-F238E27FC236}">
                  <a16:creationId xmlns:a16="http://schemas.microsoft.com/office/drawing/2014/main" id="{E37F9F33-4FCE-475D-B345-24F2C651C923}"/>
                </a:ext>
              </a:extLst>
            </p:cNvPr>
            <p:cNvSpPr/>
            <p:nvPr/>
          </p:nvSpPr>
          <p:spPr bwMode="auto">
            <a:xfrm>
              <a:off x="6545472" y="1903170"/>
              <a:ext cx="136284" cy="136284"/>
            </a:xfrm>
            <a:prstGeom prst="ellipse">
              <a:avLst/>
            </a:prstGeom>
            <a:solidFill>
              <a:schemeClr val="accent1">
                <a:lumMod val="100000"/>
              </a:schemeClr>
            </a:solidFill>
            <a:ln w="9525">
              <a:solidFill>
                <a:schemeClr val="accent6"/>
              </a:solidFill>
              <a:round/>
              <a:headEnd/>
              <a:tailEnd/>
            </a:ln>
            <a:extLst/>
          </p:spPr>
          <p:txBody>
            <a:bodyPr anchor="ctr"/>
            <a:lstStyle/>
            <a:p>
              <a:pPr algn="ctr"/>
              <a:endParaRPr/>
            </a:p>
          </p:txBody>
        </p:sp>
        <p:sp>
          <p:nvSpPr>
            <p:cNvPr id="22" name="išľíḍe">
              <a:extLst>
                <a:ext uri="{FF2B5EF4-FFF2-40B4-BE49-F238E27FC236}">
                  <a16:creationId xmlns:a16="http://schemas.microsoft.com/office/drawing/2014/main" id="{96D23CD9-03AC-4693-B01D-1AC59B50ED06}"/>
                </a:ext>
              </a:extLst>
            </p:cNvPr>
            <p:cNvSpPr/>
            <p:nvPr/>
          </p:nvSpPr>
          <p:spPr bwMode="auto">
            <a:xfrm>
              <a:off x="7455715" y="2895857"/>
              <a:ext cx="134602" cy="136284"/>
            </a:xfrm>
            <a:prstGeom prst="ellipse">
              <a:avLst/>
            </a:prstGeom>
            <a:solidFill>
              <a:schemeClr val="accent1">
                <a:lumMod val="100000"/>
              </a:schemeClr>
            </a:solidFill>
            <a:ln w="9525">
              <a:solidFill>
                <a:schemeClr val="accent6"/>
              </a:solidFill>
              <a:round/>
              <a:headEnd/>
              <a:tailEnd/>
            </a:ln>
            <a:extLst/>
          </p:spPr>
          <p:txBody>
            <a:bodyPr anchor="ctr"/>
            <a:lstStyle/>
            <a:p>
              <a:pPr algn="ctr"/>
              <a:endParaRPr/>
            </a:p>
          </p:txBody>
        </p:sp>
        <p:sp>
          <p:nvSpPr>
            <p:cNvPr id="23" name="ïṥļiḑê">
              <a:extLst>
                <a:ext uri="{FF2B5EF4-FFF2-40B4-BE49-F238E27FC236}">
                  <a16:creationId xmlns:a16="http://schemas.microsoft.com/office/drawing/2014/main" id="{8C4BEA88-3C55-4305-ABD0-CC32692BB2D7}"/>
                </a:ext>
              </a:extLst>
            </p:cNvPr>
            <p:cNvSpPr/>
            <p:nvPr/>
          </p:nvSpPr>
          <p:spPr bwMode="auto">
            <a:xfrm>
              <a:off x="6972832" y="3075886"/>
              <a:ext cx="134602" cy="134602"/>
            </a:xfrm>
            <a:prstGeom prst="ellipse">
              <a:avLst/>
            </a:prstGeom>
            <a:solidFill>
              <a:schemeClr val="accent1">
                <a:lumMod val="100000"/>
              </a:schemeClr>
            </a:solidFill>
            <a:ln w="9525">
              <a:solidFill>
                <a:schemeClr val="accent6"/>
              </a:solidFill>
              <a:round/>
              <a:headEnd/>
              <a:tailEnd/>
            </a:ln>
            <a:extLst/>
          </p:spPr>
          <p:txBody>
            <a:bodyPr anchor="ctr"/>
            <a:lstStyle/>
            <a:p>
              <a:pPr algn="ctr"/>
              <a:endParaRPr/>
            </a:p>
          </p:txBody>
        </p:sp>
        <p:sp>
          <p:nvSpPr>
            <p:cNvPr id="24" name="íš1ïḓe">
              <a:extLst>
                <a:ext uri="{FF2B5EF4-FFF2-40B4-BE49-F238E27FC236}">
                  <a16:creationId xmlns:a16="http://schemas.microsoft.com/office/drawing/2014/main" id="{85911442-D5BA-4706-935A-CEAAF132F6BC}"/>
                </a:ext>
              </a:extLst>
            </p:cNvPr>
            <p:cNvSpPr/>
            <p:nvPr/>
          </p:nvSpPr>
          <p:spPr bwMode="auto">
            <a:xfrm>
              <a:off x="6426013" y="2741065"/>
              <a:ext cx="136284" cy="134602"/>
            </a:xfrm>
            <a:prstGeom prst="ellipse">
              <a:avLst/>
            </a:prstGeom>
            <a:solidFill>
              <a:schemeClr val="accent1">
                <a:lumMod val="100000"/>
              </a:schemeClr>
            </a:solidFill>
            <a:ln w="9525">
              <a:solidFill>
                <a:schemeClr val="accent6"/>
              </a:solidFill>
              <a:round/>
              <a:headEnd/>
              <a:tailEnd/>
            </a:ln>
            <a:extLst/>
          </p:spPr>
          <p:txBody>
            <a:bodyPr anchor="ctr"/>
            <a:lstStyle/>
            <a:p>
              <a:pPr algn="ctr"/>
              <a:endParaRPr/>
            </a:p>
          </p:txBody>
        </p:sp>
        <p:sp>
          <p:nvSpPr>
            <p:cNvPr id="25" name="íŝḻiḓê">
              <a:extLst>
                <a:ext uri="{FF2B5EF4-FFF2-40B4-BE49-F238E27FC236}">
                  <a16:creationId xmlns:a16="http://schemas.microsoft.com/office/drawing/2014/main" id="{CB899078-2A86-47D3-B71D-75B5D4D1D59C}"/>
                </a:ext>
              </a:extLst>
            </p:cNvPr>
            <p:cNvSpPr/>
            <p:nvPr/>
          </p:nvSpPr>
          <p:spPr bwMode="auto">
            <a:xfrm>
              <a:off x="5709259" y="3577278"/>
              <a:ext cx="134602" cy="136284"/>
            </a:xfrm>
            <a:prstGeom prst="ellipse">
              <a:avLst/>
            </a:prstGeom>
            <a:solidFill>
              <a:schemeClr val="accent1">
                <a:lumMod val="100000"/>
              </a:schemeClr>
            </a:solidFill>
            <a:ln w="9525">
              <a:solidFill>
                <a:schemeClr val="accent6"/>
              </a:solidFill>
              <a:round/>
              <a:headEnd/>
              <a:tailEnd/>
            </a:ln>
            <a:extLst/>
          </p:spPr>
          <p:txBody>
            <a:bodyPr anchor="ctr"/>
            <a:lstStyle/>
            <a:p>
              <a:pPr algn="ctr"/>
              <a:endParaRPr/>
            </a:p>
          </p:txBody>
        </p:sp>
        <p:sp>
          <p:nvSpPr>
            <p:cNvPr id="26" name="íś1íde">
              <a:extLst>
                <a:ext uri="{FF2B5EF4-FFF2-40B4-BE49-F238E27FC236}">
                  <a16:creationId xmlns:a16="http://schemas.microsoft.com/office/drawing/2014/main" id="{58E3833B-E022-46B4-9E29-8FC4D8BCECE4}"/>
                </a:ext>
              </a:extLst>
            </p:cNvPr>
            <p:cNvSpPr/>
            <p:nvPr/>
          </p:nvSpPr>
          <p:spPr bwMode="auto">
            <a:xfrm>
              <a:off x="5039616" y="2820143"/>
              <a:ext cx="134602" cy="136284"/>
            </a:xfrm>
            <a:prstGeom prst="ellipse">
              <a:avLst/>
            </a:prstGeom>
            <a:solidFill>
              <a:schemeClr val="accent1">
                <a:lumMod val="100000"/>
              </a:schemeClr>
            </a:solidFill>
            <a:ln w="9525">
              <a:solidFill>
                <a:schemeClr val="accent6"/>
              </a:solidFill>
              <a:round/>
              <a:headEnd/>
              <a:tailEnd/>
            </a:ln>
            <a:extLst/>
          </p:spPr>
          <p:txBody>
            <a:bodyPr anchor="ctr"/>
            <a:lstStyle/>
            <a:p>
              <a:pPr algn="ctr"/>
              <a:endParaRPr/>
            </a:p>
          </p:txBody>
        </p:sp>
        <p:sp>
          <p:nvSpPr>
            <p:cNvPr id="27" name="íşľídê">
              <a:extLst>
                <a:ext uri="{FF2B5EF4-FFF2-40B4-BE49-F238E27FC236}">
                  <a16:creationId xmlns:a16="http://schemas.microsoft.com/office/drawing/2014/main" id="{749DC3B1-7540-4FCA-AAD7-E86C0B13EF11}"/>
                </a:ext>
              </a:extLst>
            </p:cNvPr>
            <p:cNvSpPr/>
            <p:nvPr/>
          </p:nvSpPr>
          <p:spPr bwMode="auto">
            <a:xfrm>
              <a:off x="4452417" y="3481374"/>
              <a:ext cx="136284" cy="136284"/>
            </a:xfrm>
            <a:prstGeom prst="ellipse">
              <a:avLst/>
            </a:prstGeom>
            <a:solidFill>
              <a:schemeClr val="accent1">
                <a:lumMod val="100000"/>
              </a:schemeClr>
            </a:solidFill>
            <a:ln w="9525">
              <a:solidFill>
                <a:schemeClr val="accent6"/>
              </a:solidFill>
              <a:round/>
              <a:headEnd/>
              <a:tailEnd/>
            </a:ln>
            <a:extLst/>
          </p:spPr>
          <p:txBody>
            <a:bodyPr anchor="ctr"/>
            <a:lstStyle/>
            <a:p>
              <a:pPr algn="ctr"/>
              <a:endParaRPr/>
            </a:p>
          </p:txBody>
        </p:sp>
        <p:sp>
          <p:nvSpPr>
            <p:cNvPr id="28" name="íṥľiḓé">
              <a:extLst>
                <a:ext uri="{FF2B5EF4-FFF2-40B4-BE49-F238E27FC236}">
                  <a16:creationId xmlns:a16="http://schemas.microsoft.com/office/drawing/2014/main" id="{F46B8CAA-F444-408C-966C-9C8633C0E337}"/>
                </a:ext>
              </a:extLst>
            </p:cNvPr>
            <p:cNvSpPr/>
            <p:nvPr/>
          </p:nvSpPr>
          <p:spPr bwMode="auto">
            <a:xfrm>
              <a:off x="4684604" y="3923877"/>
              <a:ext cx="134602" cy="136284"/>
            </a:xfrm>
            <a:prstGeom prst="ellipse">
              <a:avLst/>
            </a:prstGeom>
            <a:solidFill>
              <a:schemeClr val="accent1">
                <a:lumMod val="100000"/>
              </a:schemeClr>
            </a:solidFill>
            <a:ln w="9525">
              <a:solidFill>
                <a:schemeClr val="accent6"/>
              </a:solidFill>
              <a:round/>
              <a:headEnd/>
              <a:tailEnd/>
            </a:ln>
            <a:extLst/>
          </p:spPr>
          <p:txBody>
            <a:bodyPr anchor="ctr"/>
            <a:lstStyle/>
            <a:p>
              <a:pPr algn="ctr"/>
              <a:endParaRPr/>
            </a:p>
          </p:txBody>
        </p:sp>
        <p:sp>
          <p:nvSpPr>
            <p:cNvPr id="29" name="îṣ1ïḑe">
              <a:extLst>
                <a:ext uri="{FF2B5EF4-FFF2-40B4-BE49-F238E27FC236}">
                  <a16:creationId xmlns:a16="http://schemas.microsoft.com/office/drawing/2014/main" id="{7CE77068-F1F1-493C-9D88-74646552BFEC}"/>
                </a:ext>
              </a:extLst>
            </p:cNvPr>
            <p:cNvSpPr/>
            <p:nvPr/>
          </p:nvSpPr>
          <p:spPr bwMode="auto">
            <a:xfrm>
              <a:off x="5369390" y="4543044"/>
              <a:ext cx="136284" cy="134602"/>
            </a:xfrm>
            <a:prstGeom prst="ellipse">
              <a:avLst/>
            </a:prstGeom>
            <a:solidFill>
              <a:schemeClr val="accent1">
                <a:lumMod val="100000"/>
              </a:schemeClr>
            </a:solidFill>
            <a:ln w="9525">
              <a:solidFill>
                <a:schemeClr val="accent6"/>
              </a:solidFill>
              <a:round/>
              <a:headEnd/>
              <a:tailEnd/>
            </a:ln>
            <a:extLst/>
          </p:spPr>
          <p:txBody>
            <a:bodyPr anchor="ctr"/>
            <a:lstStyle/>
            <a:p>
              <a:pPr algn="ctr"/>
              <a:endParaRPr/>
            </a:p>
          </p:txBody>
        </p:sp>
        <p:sp>
          <p:nvSpPr>
            <p:cNvPr id="30" name="îṡļïdè">
              <a:extLst>
                <a:ext uri="{FF2B5EF4-FFF2-40B4-BE49-F238E27FC236}">
                  <a16:creationId xmlns:a16="http://schemas.microsoft.com/office/drawing/2014/main" id="{D6997BA9-EB73-4A91-88F8-27F70068C3D6}"/>
                </a:ext>
              </a:extLst>
            </p:cNvPr>
            <p:cNvSpPr/>
            <p:nvPr/>
          </p:nvSpPr>
          <p:spPr bwMode="auto">
            <a:xfrm>
              <a:off x="6493314" y="4080351"/>
              <a:ext cx="136284" cy="134602"/>
            </a:xfrm>
            <a:prstGeom prst="ellipse">
              <a:avLst/>
            </a:prstGeom>
            <a:solidFill>
              <a:schemeClr val="accent1">
                <a:lumMod val="100000"/>
              </a:schemeClr>
            </a:solidFill>
            <a:ln w="9525">
              <a:solidFill>
                <a:schemeClr val="accent6"/>
              </a:solidFill>
              <a:round/>
              <a:headEnd/>
              <a:tailEnd/>
            </a:ln>
            <a:extLst/>
          </p:spPr>
          <p:txBody>
            <a:bodyPr anchor="ctr"/>
            <a:lstStyle/>
            <a:p>
              <a:pPr algn="ctr"/>
              <a:endParaRPr/>
            </a:p>
          </p:txBody>
        </p:sp>
        <p:sp>
          <p:nvSpPr>
            <p:cNvPr id="31" name="ïş1îde">
              <a:extLst>
                <a:ext uri="{FF2B5EF4-FFF2-40B4-BE49-F238E27FC236}">
                  <a16:creationId xmlns:a16="http://schemas.microsoft.com/office/drawing/2014/main" id="{41DC1870-94F8-4C30-90D9-67E7A13D00F9}"/>
                </a:ext>
              </a:extLst>
            </p:cNvPr>
            <p:cNvSpPr/>
            <p:nvPr/>
          </p:nvSpPr>
          <p:spPr bwMode="auto">
            <a:xfrm>
              <a:off x="7040133" y="3885179"/>
              <a:ext cx="136284" cy="134602"/>
            </a:xfrm>
            <a:prstGeom prst="ellipse">
              <a:avLst/>
            </a:prstGeom>
            <a:solidFill>
              <a:schemeClr val="accent1">
                <a:lumMod val="100000"/>
              </a:schemeClr>
            </a:solidFill>
            <a:ln w="9525">
              <a:solidFill>
                <a:schemeClr val="accent6"/>
              </a:solidFill>
              <a:round/>
              <a:headEnd/>
              <a:tailEnd/>
            </a:ln>
            <a:extLst/>
          </p:spPr>
          <p:txBody>
            <a:bodyPr anchor="ctr"/>
            <a:lstStyle/>
            <a:p>
              <a:pPr algn="ctr"/>
              <a:endParaRPr/>
            </a:p>
          </p:txBody>
        </p:sp>
        <p:sp>
          <p:nvSpPr>
            <p:cNvPr id="32" name="iṩľíḓé">
              <a:extLst>
                <a:ext uri="{FF2B5EF4-FFF2-40B4-BE49-F238E27FC236}">
                  <a16:creationId xmlns:a16="http://schemas.microsoft.com/office/drawing/2014/main" id="{742D4F09-EDF9-456A-8A9C-018809611C89}"/>
                </a:ext>
              </a:extLst>
            </p:cNvPr>
            <p:cNvSpPr/>
            <p:nvPr/>
          </p:nvSpPr>
          <p:spPr bwMode="auto">
            <a:xfrm>
              <a:off x="7455715" y="4080351"/>
              <a:ext cx="134602" cy="134602"/>
            </a:xfrm>
            <a:prstGeom prst="ellipse">
              <a:avLst/>
            </a:prstGeom>
            <a:solidFill>
              <a:schemeClr val="accent1">
                <a:lumMod val="100000"/>
              </a:schemeClr>
            </a:solidFill>
            <a:ln w="9525">
              <a:solidFill>
                <a:schemeClr val="accent6"/>
              </a:solidFill>
              <a:round/>
              <a:headEnd/>
              <a:tailEnd/>
            </a:ln>
            <a:extLst/>
          </p:spPr>
          <p:txBody>
            <a:bodyPr anchor="ctr"/>
            <a:lstStyle/>
            <a:p>
              <a:pPr algn="ctr"/>
              <a:endParaRPr/>
            </a:p>
          </p:txBody>
        </p:sp>
        <p:grpSp>
          <p:nvGrpSpPr>
            <p:cNvPr id="33" name="íṧļîḓè">
              <a:extLst>
                <a:ext uri="{FF2B5EF4-FFF2-40B4-BE49-F238E27FC236}">
                  <a16:creationId xmlns:a16="http://schemas.microsoft.com/office/drawing/2014/main" id="{34517903-F498-4622-8970-65945E5F2825}"/>
                </a:ext>
              </a:extLst>
            </p:cNvPr>
            <p:cNvGrpSpPr/>
            <p:nvPr/>
          </p:nvGrpSpPr>
          <p:grpSpPr>
            <a:xfrm>
              <a:off x="4719446" y="2059398"/>
              <a:ext cx="2414023" cy="2901694"/>
              <a:chOff x="4707152" y="2248023"/>
              <a:chExt cx="2414023" cy="2901694"/>
            </a:xfrm>
          </p:grpSpPr>
          <p:sp>
            <p:nvSpPr>
              <p:cNvPr id="85" name="îşḻíḑe">
                <a:extLst>
                  <a:ext uri="{FF2B5EF4-FFF2-40B4-BE49-F238E27FC236}">
                    <a16:creationId xmlns:a16="http://schemas.microsoft.com/office/drawing/2014/main" id="{44CB8750-957A-43E9-B58D-04E91E4986A5}"/>
                  </a:ext>
                </a:extLst>
              </p:cNvPr>
              <p:cNvSpPr/>
              <p:nvPr/>
            </p:nvSpPr>
            <p:spPr bwMode="auto">
              <a:xfrm>
                <a:off x="6054864" y="5013433"/>
                <a:ext cx="136284" cy="136284"/>
              </a:xfrm>
              <a:prstGeom prst="ellipse">
                <a:avLst/>
              </a:prstGeom>
              <a:solidFill>
                <a:schemeClr val="accent2">
                  <a:lumMod val="100000"/>
                </a:schemeClr>
              </a:solidFill>
              <a:ln w="12700" cap="flat" cmpd="sng" algn="ctr">
                <a:solidFill>
                  <a:schemeClr val="bg1">
                    <a:lumMod val="100000"/>
                  </a:schemeClr>
                </a:solidFill>
                <a:prstDash val="solid"/>
                <a:round/>
                <a:headEnd type="none" w="med" len="med"/>
                <a:tailEnd type="none" w="med" len="med"/>
              </a:ln>
              <a:extLst/>
            </p:spPr>
            <p:txBody>
              <a:bodyPr anchor="ctr"/>
              <a:lstStyle/>
              <a:p>
                <a:pPr algn="ctr"/>
                <a:endParaRPr/>
              </a:p>
            </p:txBody>
          </p:sp>
          <p:grpSp>
            <p:nvGrpSpPr>
              <p:cNvPr id="86" name="íŝ1îḓe">
                <a:extLst>
                  <a:ext uri="{FF2B5EF4-FFF2-40B4-BE49-F238E27FC236}">
                    <a16:creationId xmlns:a16="http://schemas.microsoft.com/office/drawing/2014/main" id="{225AE0F2-6F0D-4FF8-BD24-EF7C2096F3DB}"/>
                  </a:ext>
                </a:extLst>
              </p:cNvPr>
              <p:cNvGrpSpPr/>
              <p:nvPr/>
            </p:nvGrpSpPr>
            <p:grpSpPr>
              <a:xfrm>
                <a:off x="4707152" y="2248023"/>
                <a:ext cx="2414023" cy="2522443"/>
                <a:chOff x="4707152" y="2248023"/>
                <a:chExt cx="2414023" cy="2522443"/>
              </a:xfrm>
            </p:grpSpPr>
            <p:grpSp>
              <p:nvGrpSpPr>
                <p:cNvPr id="87" name="îṥľídè">
                  <a:extLst>
                    <a:ext uri="{FF2B5EF4-FFF2-40B4-BE49-F238E27FC236}">
                      <a16:creationId xmlns:a16="http://schemas.microsoft.com/office/drawing/2014/main" id="{DB235572-D2D1-4532-B5CC-ABE472D17732}"/>
                    </a:ext>
                  </a:extLst>
                </p:cNvPr>
                <p:cNvGrpSpPr/>
                <p:nvPr/>
              </p:nvGrpSpPr>
              <p:grpSpPr>
                <a:xfrm>
                  <a:off x="6792726" y="2408141"/>
                  <a:ext cx="328449" cy="330554"/>
                  <a:chOff x="4149281" y="1887719"/>
                  <a:chExt cx="224837" cy="226650"/>
                </a:xfrm>
              </p:grpSpPr>
              <p:sp>
                <p:nvSpPr>
                  <p:cNvPr id="100" name="îśḻíḍe">
                    <a:extLst>
                      <a:ext uri="{FF2B5EF4-FFF2-40B4-BE49-F238E27FC236}">
                        <a16:creationId xmlns:a16="http://schemas.microsoft.com/office/drawing/2014/main" id="{5E20B7AA-C8F4-40D9-8D51-FF861865AAF5}"/>
                      </a:ext>
                    </a:extLst>
                  </p:cNvPr>
                  <p:cNvSpPr/>
                  <p:nvPr/>
                </p:nvSpPr>
                <p:spPr>
                  <a:xfrm>
                    <a:off x="4149281" y="1887719"/>
                    <a:ext cx="224837" cy="226650"/>
                  </a:xfrm>
                  <a:prstGeom prst="ellipse">
                    <a:avLst/>
                  </a:prstGeom>
                  <a:solidFill>
                    <a:schemeClr val="accent2">
                      <a:lumMod val="10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1" name="ïṩļïḓé">
                    <a:extLst>
                      <a:ext uri="{FF2B5EF4-FFF2-40B4-BE49-F238E27FC236}">
                        <a16:creationId xmlns:a16="http://schemas.microsoft.com/office/drawing/2014/main" id="{FDACF938-9019-4E56-AE21-0F82C990B69A}"/>
                      </a:ext>
                    </a:extLst>
                  </p:cNvPr>
                  <p:cNvSpPr/>
                  <p:nvPr/>
                </p:nvSpPr>
                <p:spPr>
                  <a:xfrm>
                    <a:off x="4209256" y="1948177"/>
                    <a:ext cx="104887" cy="105734"/>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88" name="iṡ1îḋé">
                  <a:extLst>
                    <a:ext uri="{FF2B5EF4-FFF2-40B4-BE49-F238E27FC236}">
                      <a16:creationId xmlns:a16="http://schemas.microsoft.com/office/drawing/2014/main" id="{72362A54-8F4A-4E89-92CE-CC2F8C49ABD4}"/>
                    </a:ext>
                  </a:extLst>
                </p:cNvPr>
                <p:cNvGrpSpPr/>
                <p:nvPr/>
              </p:nvGrpSpPr>
              <p:grpSpPr>
                <a:xfrm>
                  <a:off x="5832354" y="2796766"/>
                  <a:ext cx="328449" cy="330554"/>
                  <a:chOff x="4149281" y="1887719"/>
                  <a:chExt cx="224837" cy="226650"/>
                </a:xfrm>
              </p:grpSpPr>
              <p:sp>
                <p:nvSpPr>
                  <p:cNvPr id="98" name="íṥḻiḑe">
                    <a:extLst>
                      <a:ext uri="{FF2B5EF4-FFF2-40B4-BE49-F238E27FC236}">
                        <a16:creationId xmlns:a16="http://schemas.microsoft.com/office/drawing/2014/main" id="{4F8068E8-6BC5-4861-A834-55CBC811AED2}"/>
                      </a:ext>
                    </a:extLst>
                  </p:cNvPr>
                  <p:cNvSpPr/>
                  <p:nvPr/>
                </p:nvSpPr>
                <p:spPr>
                  <a:xfrm>
                    <a:off x="4149281" y="1887719"/>
                    <a:ext cx="224837" cy="226650"/>
                  </a:xfrm>
                  <a:prstGeom prst="ellipse">
                    <a:avLst/>
                  </a:prstGeom>
                  <a:solidFill>
                    <a:schemeClr val="accent2">
                      <a:lumMod val="10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99" name="îṧľíďe">
                    <a:extLst>
                      <a:ext uri="{FF2B5EF4-FFF2-40B4-BE49-F238E27FC236}">
                        <a16:creationId xmlns:a16="http://schemas.microsoft.com/office/drawing/2014/main" id="{FB7F5059-C96D-4802-AF2C-C756DA64BE2D}"/>
                      </a:ext>
                    </a:extLst>
                  </p:cNvPr>
                  <p:cNvSpPr/>
                  <p:nvPr/>
                </p:nvSpPr>
                <p:spPr>
                  <a:xfrm>
                    <a:off x="4209256" y="1948177"/>
                    <a:ext cx="104887" cy="105734"/>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89" name="íṩḻîḓé">
                  <a:extLst>
                    <a:ext uri="{FF2B5EF4-FFF2-40B4-BE49-F238E27FC236}">
                      <a16:creationId xmlns:a16="http://schemas.microsoft.com/office/drawing/2014/main" id="{AEAB6415-138E-4238-8F8E-F8D72380B479}"/>
                    </a:ext>
                  </a:extLst>
                </p:cNvPr>
                <p:cNvGrpSpPr/>
                <p:nvPr/>
              </p:nvGrpSpPr>
              <p:grpSpPr>
                <a:xfrm>
                  <a:off x="4707152" y="3462362"/>
                  <a:ext cx="328449" cy="330554"/>
                  <a:chOff x="4149281" y="1887719"/>
                  <a:chExt cx="224837" cy="226650"/>
                </a:xfrm>
              </p:grpSpPr>
              <p:sp>
                <p:nvSpPr>
                  <p:cNvPr id="96" name="iśḻíḋé">
                    <a:extLst>
                      <a:ext uri="{FF2B5EF4-FFF2-40B4-BE49-F238E27FC236}">
                        <a16:creationId xmlns:a16="http://schemas.microsoft.com/office/drawing/2014/main" id="{BD5F36BE-8522-4E62-A3D9-D20CDF6BC506}"/>
                      </a:ext>
                    </a:extLst>
                  </p:cNvPr>
                  <p:cNvSpPr/>
                  <p:nvPr/>
                </p:nvSpPr>
                <p:spPr>
                  <a:xfrm>
                    <a:off x="4149281" y="1887719"/>
                    <a:ext cx="224837" cy="226650"/>
                  </a:xfrm>
                  <a:prstGeom prst="ellipse">
                    <a:avLst/>
                  </a:prstGeom>
                  <a:solidFill>
                    <a:schemeClr val="accent2">
                      <a:lumMod val="10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97" name="íṡḻíḋé">
                    <a:extLst>
                      <a:ext uri="{FF2B5EF4-FFF2-40B4-BE49-F238E27FC236}">
                        <a16:creationId xmlns:a16="http://schemas.microsoft.com/office/drawing/2014/main" id="{B54377FC-3366-472F-9D18-97050593850D}"/>
                      </a:ext>
                    </a:extLst>
                  </p:cNvPr>
                  <p:cNvSpPr/>
                  <p:nvPr/>
                </p:nvSpPr>
                <p:spPr>
                  <a:xfrm>
                    <a:off x="4209256" y="1948177"/>
                    <a:ext cx="104887" cy="105734"/>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90" name="ï$1îḋé">
                  <a:extLst>
                    <a:ext uri="{FF2B5EF4-FFF2-40B4-BE49-F238E27FC236}">
                      <a16:creationId xmlns:a16="http://schemas.microsoft.com/office/drawing/2014/main" id="{9EE46F43-8BCD-4B99-961C-B01E05F42CA3}"/>
                    </a:ext>
                  </a:extLst>
                </p:cNvPr>
                <p:cNvGrpSpPr/>
                <p:nvPr/>
              </p:nvGrpSpPr>
              <p:grpSpPr>
                <a:xfrm>
                  <a:off x="5940643" y="4439912"/>
                  <a:ext cx="328449" cy="330554"/>
                  <a:chOff x="4149281" y="1887719"/>
                  <a:chExt cx="224837" cy="226650"/>
                </a:xfrm>
              </p:grpSpPr>
              <p:sp>
                <p:nvSpPr>
                  <p:cNvPr id="94" name="íśļiḓé">
                    <a:extLst>
                      <a:ext uri="{FF2B5EF4-FFF2-40B4-BE49-F238E27FC236}">
                        <a16:creationId xmlns:a16="http://schemas.microsoft.com/office/drawing/2014/main" id="{28B01CA7-43D5-4FCA-AE0C-447D6D22D982}"/>
                      </a:ext>
                    </a:extLst>
                  </p:cNvPr>
                  <p:cNvSpPr/>
                  <p:nvPr/>
                </p:nvSpPr>
                <p:spPr>
                  <a:xfrm>
                    <a:off x="4149281" y="1887719"/>
                    <a:ext cx="224837" cy="226650"/>
                  </a:xfrm>
                  <a:prstGeom prst="ellipse">
                    <a:avLst/>
                  </a:prstGeom>
                  <a:solidFill>
                    <a:schemeClr val="accent2">
                      <a:lumMod val="10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95" name="ísḷïde">
                    <a:extLst>
                      <a:ext uri="{FF2B5EF4-FFF2-40B4-BE49-F238E27FC236}">
                        <a16:creationId xmlns:a16="http://schemas.microsoft.com/office/drawing/2014/main" id="{2E566F91-F215-4641-AC9A-B10B0730CA5A}"/>
                      </a:ext>
                    </a:extLst>
                  </p:cNvPr>
                  <p:cNvSpPr/>
                  <p:nvPr/>
                </p:nvSpPr>
                <p:spPr>
                  <a:xfrm>
                    <a:off x="4209256" y="1948177"/>
                    <a:ext cx="104887" cy="105734"/>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91" name="ïṡ1ïḑé">
                  <a:extLst>
                    <a:ext uri="{FF2B5EF4-FFF2-40B4-BE49-F238E27FC236}">
                      <a16:creationId xmlns:a16="http://schemas.microsoft.com/office/drawing/2014/main" id="{D38BBB8B-08FA-4FA0-90EF-DC9AAA8A7868}"/>
                    </a:ext>
                  </a:extLst>
                </p:cNvPr>
                <p:cNvGrpSpPr/>
                <p:nvPr/>
              </p:nvGrpSpPr>
              <p:grpSpPr>
                <a:xfrm>
                  <a:off x="5995533" y="2248023"/>
                  <a:ext cx="206943" cy="208270"/>
                  <a:chOff x="4149281" y="1887719"/>
                  <a:chExt cx="224837" cy="226650"/>
                </a:xfrm>
              </p:grpSpPr>
              <p:sp>
                <p:nvSpPr>
                  <p:cNvPr id="92" name="ïṥľïḑé">
                    <a:extLst>
                      <a:ext uri="{FF2B5EF4-FFF2-40B4-BE49-F238E27FC236}">
                        <a16:creationId xmlns:a16="http://schemas.microsoft.com/office/drawing/2014/main" id="{551AE625-85DC-4D87-A13D-CDB4D6DD1895}"/>
                      </a:ext>
                    </a:extLst>
                  </p:cNvPr>
                  <p:cNvSpPr/>
                  <p:nvPr/>
                </p:nvSpPr>
                <p:spPr>
                  <a:xfrm>
                    <a:off x="4149281" y="1887719"/>
                    <a:ext cx="224837" cy="226650"/>
                  </a:xfrm>
                  <a:prstGeom prst="ellipse">
                    <a:avLst/>
                  </a:prstGeom>
                  <a:solidFill>
                    <a:schemeClr val="accent2">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93" name="î$ľîḍe">
                    <a:extLst>
                      <a:ext uri="{FF2B5EF4-FFF2-40B4-BE49-F238E27FC236}">
                        <a16:creationId xmlns:a16="http://schemas.microsoft.com/office/drawing/2014/main" id="{5B5B491B-3BC9-4F85-BC8C-080C76200F09}"/>
                      </a:ext>
                    </a:extLst>
                  </p:cNvPr>
                  <p:cNvSpPr/>
                  <p:nvPr/>
                </p:nvSpPr>
                <p:spPr>
                  <a:xfrm>
                    <a:off x="4209256" y="1948177"/>
                    <a:ext cx="104887" cy="105734"/>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grpSp>
        <p:grpSp>
          <p:nvGrpSpPr>
            <p:cNvPr id="34" name="îSḷiḋè">
              <a:extLst>
                <a:ext uri="{FF2B5EF4-FFF2-40B4-BE49-F238E27FC236}">
                  <a16:creationId xmlns:a16="http://schemas.microsoft.com/office/drawing/2014/main" id="{D2F45A1E-0A05-4994-B602-F3C9C683FCAE}"/>
                </a:ext>
              </a:extLst>
            </p:cNvPr>
            <p:cNvGrpSpPr/>
            <p:nvPr/>
          </p:nvGrpSpPr>
          <p:grpSpPr>
            <a:xfrm>
              <a:off x="5996130" y="3221148"/>
              <a:ext cx="1547693" cy="469425"/>
              <a:chOff x="5983836" y="3409773"/>
              <a:chExt cx="1547693" cy="469425"/>
            </a:xfrm>
          </p:grpSpPr>
          <p:grpSp>
            <p:nvGrpSpPr>
              <p:cNvPr id="76" name="îśḷîḑè">
                <a:extLst>
                  <a:ext uri="{FF2B5EF4-FFF2-40B4-BE49-F238E27FC236}">
                    <a16:creationId xmlns:a16="http://schemas.microsoft.com/office/drawing/2014/main" id="{96771F0E-48CF-4D62-9E0B-73BF4F109BD1}"/>
                  </a:ext>
                </a:extLst>
              </p:cNvPr>
              <p:cNvGrpSpPr/>
              <p:nvPr/>
            </p:nvGrpSpPr>
            <p:grpSpPr>
              <a:xfrm>
                <a:off x="6383629" y="3409773"/>
                <a:ext cx="328449" cy="330554"/>
                <a:chOff x="4149281" y="1887719"/>
                <a:chExt cx="224837" cy="226650"/>
              </a:xfrm>
            </p:grpSpPr>
            <p:sp>
              <p:nvSpPr>
                <p:cNvPr id="83" name="iṩ1ïḑè">
                  <a:extLst>
                    <a:ext uri="{FF2B5EF4-FFF2-40B4-BE49-F238E27FC236}">
                      <a16:creationId xmlns:a16="http://schemas.microsoft.com/office/drawing/2014/main" id="{7175E558-A750-4A49-8F50-E81EE6BAC33F}"/>
                    </a:ext>
                  </a:extLst>
                </p:cNvPr>
                <p:cNvSpPr/>
                <p:nvPr/>
              </p:nvSpPr>
              <p:spPr>
                <a:xfrm>
                  <a:off x="4149281" y="1887719"/>
                  <a:ext cx="224837" cy="226650"/>
                </a:xfrm>
                <a:prstGeom prst="ellipse">
                  <a:avLst/>
                </a:prstGeom>
                <a:solidFill>
                  <a:schemeClr val="accent3">
                    <a:lumMod val="10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84" name="ïşliḓe">
                  <a:extLst>
                    <a:ext uri="{FF2B5EF4-FFF2-40B4-BE49-F238E27FC236}">
                      <a16:creationId xmlns:a16="http://schemas.microsoft.com/office/drawing/2014/main" id="{DA0DA1FB-CC85-4413-93E9-C89C9DEB7E4D}"/>
                    </a:ext>
                  </a:extLst>
                </p:cNvPr>
                <p:cNvSpPr/>
                <p:nvPr/>
              </p:nvSpPr>
              <p:spPr>
                <a:xfrm>
                  <a:off x="4209256" y="1948177"/>
                  <a:ext cx="104887" cy="105734"/>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77" name="íŝļiḍè">
                <a:extLst>
                  <a:ext uri="{FF2B5EF4-FFF2-40B4-BE49-F238E27FC236}">
                    <a16:creationId xmlns:a16="http://schemas.microsoft.com/office/drawing/2014/main" id="{C10157E0-1DD6-489E-911F-705C32431896}"/>
                  </a:ext>
                </a:extLst>
              </p:cNvPr>
              <p:cNvGrpSpPr/>
              <p:nvPr/>
            </p:nvGrpSpPr>
            <p:grpSpPr>
              <a:xfrm>
                <a:off x="5983836" y="3624513"/>
                <a:ext cx="206943" cy="208270"/>
                <a:chOff x="4149281" y="1887719"/>
                <a:chExt cx="224837" cy="226650"/>
              </a:xfrm>
            </p:grpSpPr>
            <p:sp>
              <p:nvSpPr>
                <p:cNvPr id="81" name="îŝ1ïďê">
                  <a:extLst>
                    <a:ext uri="{FF2B5EF4-FFF2-40B4-BE49-F238E27FC236}">
                      <a16:creationId xmlns:a16="http://schemas.microsoft.com/office/drawing/2014/main" id="{25C43BFD-B449-411B-A5C3-3B4B1A5FA75E}"/>
                    </a:ext>
                  </a:extLst>
                </p:cNvPr>
                <p:cNvSpPr/>
                <p:nvPr/>
              </p:nvSpPr>
              <p:spPr>
                <a:xfrm>
                  <a:off x="4149281" y="1887719"/>
                  <a:ext cx="224837" cy="226650"/>
                </a:xfrm>
                <a:prstGeom prst="ellipse">
                  <a:avLst/>
                </a:prstGeom>
                <a:solidFill>
                  <a:schemeClr val="accent3">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82" name="í$lïḑê">
                  <a:extLst>
                    <a:ext uri="{FF2B5EF4-FFF2-40B4-BE49-F238E27FC236}">
                      <a16:creationId xmlns:a16="http://schemas.microsoft.com/office/drawing/2014/main" id="{02FD637B-D263-4634-BD95-F500545EEA31}"/>
                    </a:ext>
                  </a:extLst>
                </p:cNvPr>
                <p:cNvSpPr/>
                <p:nvPr/>
              </p:nvSpPr>
              <p:spPr>
                <a:xfrm>
                  <a:off x="4209256" y="1948177"/>
                  <a:ext cx="104887" cy="105734"/>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78" name="îṧ1íḓé">
                <a:extLst>
                  <a:ext uri="{FF2B5EF4-FFF2-40B4-BE49-F238E27FC236}">
                    <a16:creationId xmlns:a16="http://schemas.microsoft.com/office/drawing/2014/main" id="{7232247D-2037-433B-8A15-4313E0FBA748}"/>
                  </a:ext>
                </a:extLst>
              </p:cNvPr>
              <p:cNvGrpSpPr/>
              <p:nvPr/>
            </p:nvGrpSpPr>
            <p:grpSpPr>
              <a:xfrm>
                <a:off x="7303891" y="3650101"/>
                <a:ext cx="227638" cy="229097"/>
                <a:chOff x="4149281" y="1887719"/>
                <a:chExt cx="224837" cy="226650"/>
              </a:xfrm>
            </p:grpSpPr>
            <p:sp>
              <p:nvSpPr>
                <p:cNvPr id="79" name="íṥḻiḓe">
                  <a:extLst>
                    <a:ext uri="{FF2B5EF4-FFF2-40B4-BE49-F238E27FC236}">
                      <a16:creationId xmlns:a16="http://schemas.microsoft.com/office/drawing/2014/main" id="{EDF96341-3A01-463E-8591-C93D9D0BCD37}"/>
                    </a:ext>
                  </a:extLst>
                </p:cNvPr>
                <p:cNvSpPr/>
                <p:nvPr/>
              </p:nvSpPr>
              <p:spPr>
                <a:xfrm>
                  <a:off x="4149281" y="1887719"/>
                  <a:ext cx="224837" cy="226650"/>
                </a:xfrm>
                <a:prstGeom prst="ellipse">
                  <a:avLst/>
                </a:prstGeom>
                <a:solidFill>
                  <a:schemeClr val="accent3">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80" name="íṥḻíďè">
                  <a:extLst>
                    <a:ext uri="{FF2B5EF4-FFF2-40B4-BE49-F238E27FC236}">
                      <a16:creationId xmlns:a16="http://schemas.microsoft.com/office/drawing/2014/main" id="{B97675DF-B6C2-4A24-A2BA-2ECA83F497BC}"/>
                    </a:ext>
                  </a:extLst>
                </p:cNvPr>
                <p:cNvSpPr/>
                <p:nvPr/>
              </p:nvSpPr>
              <p:spPr>
                <a:xfrm>
                  <a:off x="4209256" y="1948177"/>
                  <a:ext cx="104887" cy="105734"/>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grpSp>
          <p:nvGrpSpPr>
            <p:cNvPr id="35" name="iSlïḑé">
              <a:extLst>
                <a:ext uri="{FF2B5EF4-FFF2-40B4-BE49-F238E27FC236}">
                  <a16:creationId xmlns:a16="http://schemas.microsoft.com/office/drawing/2014/main" id="{A2FB22B2-6653-4C0E-BCDF-6FC1BD863624}"/>
                </a:ext>
              </a:extLst>
            </p:cNvPr>
            <p:cNvGrpSpPr/>
            <p:nvPr/>
          </p:nvGrpSpPr>
          <p:grpSpPr>
            <a:xfrm>
              <a:off x="4003277" y="1374767"/>
              <a:ext cx="4185447" cy="4108467"/>
              <a:chOff x="3990983" y="1563392"/>
              <a:chExt cx="4185447" cy="4108467"/>
            </a:xfrm>
          </p:grpSpPr>
          <p:grpSp>
            <p:nvGrpSpPr>
              <p:cNvPr id="36" name="íśḻîde">
                <a:extLst>
                  <a:ext uri="{FF2B5EF4-FFF2-40B4-BE49-F238E27FC236}">
                    <a16:creationId xmlns:a16="http://schemas.microsoft.com/office/drawing/2014/main" id="{5BB2A7EC-4378-4FA1-A894-7012AC37B310}"/>
                  </a:ext>
                </a:extLst>
              </p:cNvPr>
              <p:cNvGrpSpPr/>
              <p:nvPr/>
            </p:nvGrpSpPr>
            <p:grpSpPr>
              <a:xfrm>
                <a:off x="4085983" y="4338917"/>
                <a:ext cx="250401" cy="252007"/>
                <a:chOff x="4149281" y="1887719"/>
                <a:chExt cx="224837" cy="226650"/>
              </a:xfrm>
            </p:grpSpPr>
            <p:sp>
              <p:nvSpPr>
                <p:cNvPr id="74" name="îṩļíďe">
                  <a:extLst>
                    <a:ext uri="{FF2B5EF4-FFF2-40B4-BE49-F238E27FC236}">
                      <a16:creationId xmlns:a16="http://schemas.microsoft.com/office/drawing/2014/main" id="{BD20164B-8C29-4EDA-BA33-96FA98CBEB5A}"/>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5" name="ïŝḷiḋê">
                  <a:extLst>
                    <a:ext uri="{FF2B5EF4-FFF2-40B4-BE49-F238E27FC236}">
                      <a16:creationId xmlns:a16="http://schemas.microsoft.com/office/drawing/2014/main" id="{94395E01-0126-4326-8C42-6C19D25778DE}"/>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37" name="ï$1îďè">
                <a:extLst>
                  <a:ext uri="{FF2B5EF4-FFF2-40B4-BE49-F238E27FC236}">
                    <a16:creationId xmlns:a16="http://schemas.microsoft.com/office/drawing/2014/main" id="{ACF533F4-7A1E-452C-82FF-E630CE526FE9}"/>
                  </a:ext>
                </a:extLst>
              </p:cNvPr>
              <p:cNvGrpSpPr/>
              <p:nvPr/>
            </p:nvGrpSpPr>
            <p:grpSpPr>
              <a:xfrm>
                <a:off x="5165128" y="5419852"/>
                <a:ext cx="250401" cy="252007"/>
                <a:chOff x="4149281" y="1887719"/>
                <a:chExt cx="224837" cy="226650"/>
              </a:xfrm>
            </p:grpSpPr>
            <p:sp>
              <p:nvSpPr>
                <p:cNvPr id="72" name="îšlîḋe">
                  <a:extLst>
                    <a:ext uri="{FF2B5EF4-FFF2-40B4-BE49-F238E27FC236}">
                      <a16:creationId xmlns:a16="http://schemas.microsoft.com/office/drawing/2014/main" id="{F1C648D1-7B8D-4792-AEED-33E888BB70C5}"/>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3" name="ïṡḻíḓe">
                  <a:extLst>
                    <a:ext uri="{FF2B5EF4-FFF2-40B4-BE49-F238E27FC236}">
                      <a16:creationId xmlns:a16="http://schemas.microsoft.com/office/drawing/2014/main" id="{4AB54A06-8AE9-48B8-BF9C-D74C2E4D02BB}"/>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38" name="ïsḷïḍé">
                <a:extLst>
                  <a:ext uri="{FF2B5EF4-FFF2-40B4-BE49-F238E27FC236}">
                    <a16:creationId xmlns:a16="http://schemas.microsoft.com/office/drawing/2014/main" id="{7A76E35B-B2FD-4FC3-AA20-20DDAF64C246}"/>
                  </a:ext>
                </a:extLst>
              </p:cNvPr>
              <p:cNvGrpSpPr/>
              <p:nvPr/>
            </p:nvGrpSpPr>
            <p:grpSpPr>
              <a:xfrm>
                <a:off x="6786047" y="5374409"/>
                <a:ext cx="250401" cy="252007"/>
                <a:chOff x="4149281" y="1887719"/>
                <a:chExt cx="224837" cy="226650"/>
              </a:xfrm>
            </p:grpSpPr>
            <p:sp>
              <p:nvSpPr>
                <p:cNvPr id="70" name="íṧ1iḓè">
                  <a:extLst>
                    <a:ext uri="{FF2B5EF4-FFF2-40B4-BE49-F238E27FC236}">
                      <a16:creationId xmlns:a16="http://schemas.microsoft.com/office/drawing/2014/main" id="{91ECEF74-6C32-4FEB-8A98-9FFBDF000E21}"/>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1" name="í$ḻîḋé">
                  <a:extLst>
                    <a:ext uri="{FF2B5EF4-FFF2-40B4-BE49-F238E27FC236}">
                      <a16:creationId xmlns:a16="http://schemas.microsoft.com/office/drawing/2014/main" id="{80A5BD7B-27AE-490E-94EC-EBEF45262B79}"/>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39" name="iṣḻïḍé">
                <a:extLst>
                  <a:ext uri="{FF2B5EF4-FFF2-40B4-BE49-F238E27FC236}">
                    <a16:creationId xmlns:a16="http://schemas.microsoft.com/office/drawing/2014/main" id="{2580B90B-DB7B-4D41-A93E-9DB7D6A38750}"/>
                  </a:ext>
                </a:extLst>
              </p:cNvPr>
              <p:cNvGrpSpPr/>
              <p:nvPr/>
            </p:nvGrpSpPr>
            <p:grpSpPr>
              <a:xfrm>
                <a:off x="7853773" y="4463088"/>
                <a:ext cx="250401" cy="252007"/>
                <a:chOff x="4149281" y="1887719"/>
                <a:chExt cx="224837" cy="226650"/>
              </a:xfrm>
            </p:grpSpPr>
            <p:sp>
              <p:nvSpPr>
                <p:cNvPr id="68" name="iSliďê">
                  <a:extLst>
                    <a:ext uri="{FF2B5EF4-FFF2-40B4-BE49-F238E27FC236}">
                      <a16:creationId xmlns:a16="http://schemas.microsoft.com/office/drawing/2014/main" id="{2F03F7CA-3442-41A5-A162-3938C725EC25}"/>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69" name="iSliḍê">
                  <a:extLst>
                    <a:ext uri="{FF2B5EF4-FFF2-40B4-BE49-F238E27FC236}">
                      <a16:creationId xmlns:a16="http://schemas.microsoft.com/office/drawing/2014/main" id="{204FCA37-1574-4586-AE61-4D8A0D431B1C}"/>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sp>
            <p:nvSpPr>
              <p:cNvPr id="40" name="ïšlîḍè">
                <a:extLst>
                  <a:ext uri="{FF2B5EF4-FFF2-40B4-BE49-F238E27FC236}">
                    <a16:creationId xmlns:a16="http://schemas.microsoft.com/office/drawing/2014/main" id="{64DCBB27-2E1D-4F57-AA05-57FDC34A5CEA}"/>
                  </a:ext>
                </a:extLst>
              </p:cNvPr>
              <p:cNvSpPr/>
              <p:nvPr/>
            </p:nvSpPr>
            <p:spPr>
              <a:xfrm>
                <a:off x="7900989" y="2960836"/>
                <a:ext cx="275441" cy="277207"/>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nvGrpSpPr>
              <p:cNvPr id="41" name="îslidè">
                <a:extLst>
                  <a:ext uri="{FF2B5EF4-FFF2-40B4-BE49-F238E27FC236}">
                    <a16:creationId xmlns:a16="http://schemas.microsoft.com/office/drawing/2014/main" id="{8ABAFA35-9BF4-4EFD-8756-D1CF4206FA15}"/>
                  </a:ext>
                </a:extLst>
              </p:cNvPr>
              <p:cNvGrpSpPr/>
              <p:nvPr/>
            </p:nvGrpSpPr>
            <p:grpSpPr>
              <a:xfrm>
                <a:off x="7460264" y="2178046"/>
                <a:ext cx="206943" cy="208270"/>
                <a:chOff x="4149281" y="1887719"/>
                <a:chExt cx="224837" cy="226650"/>
              </a:xfrm>
            </p:grpSpPr>
            <p:sp>
              <p:nvSpPr>
                <p:cNvPr id="66" name="íśḷîďe">
                  <a:extLst>
                    <a:ext uri="{FF2B5EF4-FFF2-40B4-BE49-F238E27FC236}">
                      <a16:creationId xmlns:a16="http://schemas.microsoft.com/office/drawing/2014/main" id="{BB1A1E6A-5021-4A1B-AC6D-885A6FDBBF57}"/>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67" name="ïṣḻíďê">
                  <a:extLst>
                    <a:ext uri="{FF2B5EF4-FFF2-40B4-BE49-F238E27FC236}">
                      <a16:creationId xmlns:a16="http://schemas.microsoft.com/office/drawing/2014/main" id="{0F957FBE-F37C-42BD-829B-EBF05064387A}"/>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42" name="išḷiḍe">
                <a:extLst>
                  <a:ext uri="{FF2B5EF4-FFF2-40B4-BE49-F238E27FC236}">
                    <a16:creationId xmlns:a16="http://schemas.microsoft.com/office/drawing/2014/main" id="{13F84CF2-6B8C-4702-A4B8-ACE9AF8201D4}"/>
                  </a:ext>
                </a:extLst>
              </p:cNvPr>
              <p:cNvGrpSpPr/>
              <p:nvPr/>
            </p:nvGrpSpPr>
            <p:grpSpPr>
              <a:xfrm>
                <a:off x="6673055" y="1696133"/>
                <a:ext cx="206943" cy="208270"/>
                <a:chOff x="4149281" y="1887719"/>
                <a:chExt cx="224837" cy="226650"/>
              </a:xfrm>
            </p:grpSpPr>
            <p:sp>
              <p:nvSpPr>
                <p:cNvPr id="64" name="ïşļîḋe">
                  <a:extLst>
                    <a:ext uri="{FF2B5EF4-FFF2-40B4-BE49-F238E27FC236}">
                      <a16:creationId xmlns:a16="http://schemas.microsoft.com/office/drawing/2014/main" id="{B4F92D96-86BF-4A0E-BB35-A81666427D2A}"/>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65" name="ïšľiḋé">
                  <a:extLst>
                    <a:ext uri="{FF2B5EF4-FFF2-40B4-BE49-F238E27FC236}">
                      <a16:creationId xmlns:a16="http://schemas.microsoft.com/office/drawing/2014/main" id="{797EBD56-E463-4169-A564-677FA817625E}"/>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43" name="íŝļíḋè">
                <a:extLst>
                  <a:ext uri="{FF2B5EF4-FFF2-40B4-BE49-F238E27FC236}">
                    <a16:creationId xmlns:a16="http://schemas.microsoft.com/office/drawing/2014/main" id="{C0E96165-F91C-4FFE-A920-1DFCAD660CF0}"/>
                  </a:ext>
                </a:extLst>
              </p:cNvPr>
              <p:cNvGrpSpPr/>
              <p:nvPr/>
            </p:nvGrpSpPr>
            <p:grpSpPr>
              <a:xfrm>
                <a:off x="5636903" y="1563392"/>
                <a:ext cx="206943" cy="208270"/>
                <a:chOff x="4149281" y="1887719"/>
                <a:chExt cx="224837" cy="226650"/>
              </a:xfrm>
            </p:grpSpPr>
            <p:sp>
              <p:nvSpPr>
                <p:cNvPr id="62" name="îṡľíḍê">
                  <a:extLst>
                    <a:ext uri="{FF2B5EF4-FFF2-40B4-BE49-F238E27FC236}">
                      <a16:creationId xmlns:a16="http://schemas.microsoft.com/office/drawing/2014/main" id="{69E58DD3-7CFE-4636-A716-00DD185C9CC6}"/>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63" name="iṣḻíḍê">
                  <a:extLst>
                    <a:ext uri="{FF2B5EF4-FFF2-40B4-BE49-F238E27FC236}">
                      <a16:creationId xmlns:a16="http://schemas.microsoft.com/office/drawing/2014/main" id="{902918FC-7999-475B-ACD6-9A13A9E6C370}"/>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44" name="işḻîḑé">
                <a:extLst>
                  <a:ext uri="{FF2B5EF4-FFF2-40B4-BE49-F238E27FC236}">
                    <a16:creationId xmlns:a16="http://schemas.microsoft.com/office/drawing/2014/main" id="{C38DB241-C6EF-4871-8B92-7E95CB15D320}"/>
                  </a:ext>
                </a:extLst>
              </p:cNvPr>
              <p:cNvGrpSpPr/>
              <p:nvPr/>
            </p:nvGrpSpPr>
            <p:grpSpPr>
              <a:xfrm>
                <a:off x="4353051" y="2331478"/>
                <a:ext cx="219675" cy="221084"/>
                <a:chOff x="4149281" y="1887719"/>
                <a:chExt cx="224837" cy="226650"/>
              </a:xfrm>
            </p:grpSpPr>
            <p:sp>
              <p:nvSpPr>
                <p:cNvPr id="60" name="ïŝ1idè">
                  <a:extLst>
                    <a:ext uri="{FF2B5EF4-FFF2-40B4-BE49-F238E27FC236}">
                      <a16:creationId xmlns:a16="http://schemas.microsoft.com/office/drawing/2014/main" id="{15C8998B-97A9-454D-A656-7BE738546DA8}"/>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61" name="ïŝlídè">
                  <a:extLst>
                    <a:ext uri="{FF2B5EF4-FFF2-40B4-BE49-F238E27FC236}">
                      <a16:creationId xmlns:a16="http://schemas.microsoft.com/office/drawing/2014/main" id="{8E008724-FDEC-4F15-AAD1-A2B648984371}"/>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45" name="ïsḷîḓê">
                <a:extLst>
                  <a:ext uri="{FF2B5EF4-FFF2-40B4-BE49-F238E27FC236}">
                    <a16:creationId xmlns:a16="http://schemas.microsoft.com/office/drawing/2014/main" id="{FCB1741A-5864-4D6E-A6BE-CE951C92F252}"/>
                  </a:ext>
                </a:extLst>
              </p:cNvPr>
              <p:cNvGrpSpPr/>
              <p:nvPr/>
            </p:nvGrpSpPr>
            <p:grpSpPr>
              <a:xfrm>
                <a:off x="3990983" y="3187984"/>
                <a:ext cx="219675" cy="221084"/>
                <a:chOff x="4149281" y="1887719"/>
                <a:chExt cx="224837" cy="226650"/>
              </a:xfrm>
            </p:grpSpPr>
            <p:sp>
              <p:nvSpPr>
                <p:cNvPr id="58" name="iSļiďè">
                  <a:extLst>
                    <a:ext uri="{FF2B5EF4-FFF2-40B4-BE49-F238E27FC236}">
                      <a16:creationId xmlns:a16="http://schemas.microsoft.com/office/drawing/2014/main" id="{1DF01014-0774-43D1-843F-FBEC71CC5E03}"/>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59" name="ïś1iḓé">
                  <a:extLst>
                    <a:ext uri="{FF2B5EF4-FFF2-40B4-BE49-F238E27FC236}">
                      <a16:creationId xmlns:a16="http://schemas.microsoft.com/office/drawing/2014/main" id="{0CFB647A-990B-4428-9A23-AADC986D641B}"/>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46" name="ïṩḻiďê">
                <a:extLst>
                  <a:ext uri="{FF2B5EF4-FFF2-40B4-BE49-F238E27FC236}">
                    <a16:creationId xmlns:a16="http://schemas.microsoft.com/office/drawing/2014/main" id="{19069078-157D-4C20-AA98-C8AC91160A00}"/>
                  </a:ext>
                </a:extLst>
              </p:cNvPr>
              <p:cNvGrpSpPr/>
              <p:nvPr/>
            </p:nvGrpSpPr>
            <p:grpSpPr>
              <a:xfrm>
                <a:off x="4705258" y="2828806"/>
                <a:ext cx="199705" cy="200984"/>
                <a:chOff x="4149281" y="1887719"/>
                <a:chExt cx="224837" cy="226650"/>
              </a:xfrm>
            </p:grpSpPr>
            <p:sp>
              <p:nvSpPr>
                <p:cNvPr id="56" name="ïŝ1iḍe">
                  <a:extLst>
                    <a:ext uri="{FF2B5EF4-FFF2-40B4-BE49-F238E27FC236}">
                      <a16:creationId xmlns:a16="http://schemas.microsoft.com/office/drawing/2014/main" id="{402A2256-4837-49B9-9402-9441AFFF1355}"/>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57" name="iṥļîďé">
                  <a:extLst>
                    <a:ext uri="{FF2B5EF4-FFF2-40B4-BE49-F238E27FC236}">
                      <a16:creationId xmlns:a16="http://schemas.microsoft.com/office/drawing/2014/main" id="{9ECECFFF-11E4-421A-A9DF-3FF6981F45A2}"/>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47" name="ïŝlïḍe">
                <a:extLst>
                  <a:ext uri="{FF2B5EF4-FFF2-40B4-BE49-F238E27FC236}">
                    <a16:creationId xmlns:a16="http://schemas.microsoft.com/office/drawing/2014/main" id="{E8BAE786-7D64-4F2B-97E7-339F203A5774}"/>
                  </a:ext>
                </a:extLst>
              </p:cNvPr>
              <p:cNvGrpSpPr/>
              <p:nvPr/>
            </p:nvGrpSpPr>
            <p:grpSpPr>
              <a:xfrm>
                <a:off x="4867553" y="4396697"/>
                <a:ext cx="328449" cy="330554"/>
                <a:chOff x="4149281" y="1887719"/>
                <a:chExt cx="224837" cy="226650"/>
              </a:xfrm>
            </p:grpSpPr>
            <p:sp>
              <p:nvSpPr>
                <p:cNvPr id="54" name="iŝḷiḋè">
                  <a:extLst>
                    <a:ext uri="{FF2B5EF4-FFF2-40B4-BE49-F238E27FC236}">
                      <a16:creationId xmlns:a16="http://schemas.microsoft.com/office/drawing/2014/main" id="{F27B0B5C-CE05-4211-A322-96DF99F679F4}"/>
                    </a:ext>
                  </a:extLst>
                </p:cNvPr>
                <p:cNvSpPr/>
                <p:nvPr/>
              </p:nvSpPr>
              <p:spPr>
                <a:xfrm>
                  <a:off x="4149281" y="1887719"/>
                  <a:ext cx="224837" cy="226650"/>
                </a:xfrm>
                <a:prstGeom prst="ellipse">
                  <a:avLst/>
                </a:prstGeom>
                <a:solidFill>
                  <a:schemeClr val="accent4">
                    <a:lumMod val="10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55" name="íṡlidè">
                  <a:extLst>
                    <a:ext uri="{FF2B5EF4-FFF2-40B4-BE49-F238E27FC236}">
                      <a16:creationId xmlns:a16="http://schemas.microsoft.com/office/drawing/2014/main" id="{4DA0ABB4-FCDA-459D-BED0-B3E75612897C}"/>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48" name="îṧḷíḍé">
                <a:extLst>
                  <a:ext uri="{FF2B5EF4-FFF2-40B4-BE49-F238E27FC236}">
                    <a16:creationId xmlns:a16="http://schemas.microsoft.com/office/drawing/2014/main" id="{75F6DA9C-D5BE-487D-962A-299DC45855D8}"/>
                  </a:ext>
                </a:extLst>
              </p:cNvPr>
              <p:cNvGrpSpPr/>
              <p:nvPr/>
            </p:nvGrpSpPr>
            <p:grpSpPr>
              <a:xfrm>
                <a:off x="5480832" y="1998704"/>
                <a:ext cx="206943" cy="208270"/>
                <a:chOff x="4149281" y="1887719"/>
                <a:chExt cx="224837" cy="226650"/>
              </a:xfrm>
            </p:grpSpPr>
            <p:sp>
              <p:nvSpPr>
                <p:cNvPr id="52" name="íşḷíḍe">
                  <a:extLst>
                    <a:ext uri="{FF2B5EF4-FFF2-40B4-BE49-F238E27FC236}">
                      <a16:creationId xmlns:a16="http://schemas.microsoft.com/office/drawing/2014/main" id="{E6E282B4-41F0-49AC-8BFC-9EDD44213FC2}"/>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53" name="ïṧḻîḍè">
                  <a:extLst>
                    <a:ext uri="{FF2B5EF4-FFF2-40B4-BE49-F238E27FC236}">
                      <a16:creationId xmlns:a16="http://schemas.microsoft.com/office/drawing/2014/main" id="{30DD4CF5-5639-42AD-844A-47DF938295D5}"/>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49" name="ïŝľîḓè">
                <a:extLst>
                  <a:ext uri="{FF2B5EF4-FFF2-40B4-BE49-F238E27FC236}">
                    <a16:creationId xmlns:a16="http://schemas.microsoft.com/office/drawing/2014/main" id="{33B4B5EC-DC1D-47E0-B3C9-9B0A62BD99BF}"/>
                  </a:ext>
                </a:extLst>
              </p:cNvPr>
              <p:cNvGrpSpPr/>
              <p:nvPr/>
            </p:nvGrpSpPr>
            <p:grpSpPr>
              <a:xfrm>
                <a:off x="7068613" y="4908628"/>
                <a:ext cx="250402" cy="252007"/>
                <a:chOff x="4149281" y="1887719"/>
                <a:chExt cx="224837" cy="226650"/>
              </a:xfrm>
            </p:grpSpPr>
            <p:sp>
              <p:nvSpPr>
                <p:cNvPr id="50" name="iṧliḋé">
                  <a:extLst>
                    <a:ext uri="{FF2B5EF4-FFF2-40B4-BE49-F238E27FC236}">
                      <a16:creationId xmlns:a16="http://schemas.microsoft.com/office/drawing/2014/main" id="{03A0F2E9-AC01-4B34-B9F1-CA3594D5C81C}"/>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51" name="îṥ1ïďe">
                  <a:extLst>
                    <a:ext uri="{FF2B5EF4-FFF2-40B4-BE49-F238E27FC236}">
                      <a16:creationId xmlns:a16="http://schemas.microsoft.com/office/drawing/2014/main" id="{F654509D-176B-4C6A-B21F-2CA20911FCFB}"/>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grpSp>
      <p:sp>
        <p:nvSpPr>
          <p:cNvPr id="14" name="íSḻíḓé"/>
          <p:cNvSpPr/>
          <p:nvPr/>
        </p:nvSpPr>
        <p:spPr>
          <a:xfrm>
            <a:off x="179512" y="2046461"/>
            <a:ext cx="2252022" cy="1245369"/>
          </a:xfrm>
          <a:prstGeom prst="rect">
            <a:avLst/>
          </a:prstGeom>
          <a:ln w="12700">
            <a:miter lim="400000"/>
          </a:ln>
          <a:extLst>
            <a:ext uri="{C572A759-6A51-4108-AA02-DFA0A04FC94B}">
              <ma14:wrappingTextBoxFlag xmlns="" xmlns:lc="http://schemas.openxmlformats.org/drawingml/2006/lockedCanvas" xmlns:p14="http://schemas.microsoft.com/office/powerpoint/2010/main" xmlns:ma14="http://schemas.microsoft.com/office/mac/drawingml/2011/main" val="1"/>
            </a:ext>
          </a:extLst>
        </p:spPr>
        <p:txBody>
          <a:bodyPr wrap="square" lIns="25400" tIns="25400" rIns="25400" bIns="25400" anchor="ctr" anchorCtr="0">
            <a:noAutofit/>
          </a:bodyPr>
          <a:lstStyle/>
          <a:p>
            <a:pPr lvl="0" algn="ctr">
              <a:lnSpc>
                <a:spcPct val="120000"/>
              </a:lnSpc>
              <a:defRPr sz="1800"/>
            </a:pPr>
            <a:r>
              <a:rPr lang="en-US" altLang="zh-CN" sz="1200" b="1" u="sng" dirty="0" smtClean="0">
                <a:solidFill>
                  <a:schemeClr val="dk1">
                    <a:lumMod val="100000"/>
                  </a:schemeClr>
                </a:solidFill>
                <a:latin typeface="Georgia" panose="02040502050405020303" pitchFamily="18" charset="0"/>
              </a:rPr>
              <a:t>For Issuer/ Cardholder</a:t>
            </a:r>
            <a:r>
              <a:rPr lang="en-US" altLang="zh-CN" sz="1200" dirty="0" smtClean="0">
                <a:solidFill>
                  <a:schemeClr val="dk1">
                    <a:lumMod val="100000"/>
                  </a:schemeClr>
                </a:solidFill>
                <a:latin typeface="Georgia" panose="02040502050405020303" pitchFamily="18" charset="0"/>
              </a:rPr>
              <a:t> </a:t>
            </a:r>
            <a:endParaRPr lang="en-US" altLang="zh-CN" sz="1200" dirty="0">
              <a:solidFill>
                <a:schemeClr val="dk1">
                  <a:lumMod val="100000"/>
                </a:schemeClr>
              </a:solidFill>
              <a:latin typeface="Georgia" panose="02040502050405020303" pitchFamily="18" charset="0"/>
            </a:endParaRPr>
          </a:p>
          <a:p>
            <a:pPr marL="228600" indent="-228600">
              <a:lnSpc>
                <a:spcPct val="120000"/>
              </a:lnSpc>
              <a:buFont typeface="Wingdings" panose="05000000000000000000" pitchFamily="2" charset="2"/>
              <a:buChar char="p"/>
              <a:defRPr sz="1800"/>
            </a:pPr>
            <a:r>
              <a:rPr lang="en-US" altLang="zh-CN" sz="1200" dirty="0">
                <a:solidFill>
                  <a:schemeClr val="dk1">
                    <a:lumMod val="100000"/>
                  </a:schemeClr>
                </a:solidFill>
                <a:latin typeface="Georgia" panose="02040502050405020303" pitchFamily="18" charset="0"/>
              </a:rPr>
              <a:t>White-label Wallet product</a:t>
            </a:r>
          </a:p>
          <a:p>
            <a:pPr marL="228600" indent="-228600">
              <a:lnSpc>
                <a:spcPct val="120000"/>
              </a:lnSpc>
              <a:buFont typeface="Wingdings" panose="05000000000000000000" pitchFamily="2" charset="2"/>
              <a:buChar char="p"/>
              <a:defRPr sz="1800"/>
            </a:pPr>
            <a:r>
              <a:rPr lang="en-US" altLang="zh-CN" sz="1200" dirty="0">
                <a:solidFill>
                  <a:schemeClr val="dk1">
                    <a:lumMod val="100000"/>
                  </a:schemeClr>
                </a:solidFill>
                <a:latin typeface="Georgia" panose="02040502050405020303" pitchFamily="18" charset="0"/>
              </a:rPr>
              <a:t>“QR Code + UPlan Coupon” in one-step payment </a:t>
            </a:r>
          </a:p>
        </p:txBody>
      </p:sp>
      <p:sp>
        <p:nvSpPr>
          <p:cNvPr id="15" name="iṡļïḓè"/>
          <p:cNvSpPr/>
          <p:nvPr/>
        </p:nvSpPr>
        <p:spPr>
          <a:xfrm>
            <a:off x="6890818" y="2080852"/>
            <a:ext cx="2253182" cy="1134521"/>
          </a:xfrm>
          <a:prstGeom prst="rect">
            <a:avLst/>
          </a:prstGeom>
          <a:ln w="12700">
            <a:miter lim="400000"/>
          </a:ln>
          <a:extLst>
            <a:ext uri="{C572A759-6A51-4108-AA02-DFA0A04FC94B}">
              <ma14:wrappingTextBoxFlag xmlns="" xmlns:lc="http://schemas.openxmlformats.org/drawingml/2006/lockedCanvas" xmlns:p14="http://schemas.microsoft.com/office/powerpoint/2010/main" xmlns:ma14="http://schemas.microsoft.com/office/mac/drawingml/2011/main" val="1"/>
            </a:ext>
          </a:extLst>
        </p:spPr>
        <p:txBody>
          <a:bodyPr wrap="square" lIns="25400" tIns="25400" rIns="25400" bIns="25400" anchor="ctr" anchorCtr="0">
            <a:noAutofit/>
          </a:bodyPr>
          <a:lstStyle/>
          <a:p>
            <a:pPr lvl="0" algn="ctr">
              <a:lnSpc>
                <a:spcPct val="120000"/>
              </a:lnSpc>
              <a:defRPr sz="1800"/>
            </a:pPr>
            <a:r>
              <a:rPr lang="en-US" altLang="zh-CN" sz="1200" b="1" u="sng" dirty="0" smtClean="0">
                <a:solidFill>
                  <a:schemeClr val="dk1">
                    <a:lumMod val="100000"/>
                  </a:schemeClr>
                </a:solidFill>
                <a:latin typeface="Georgia" panose="02040502050405020303" pitchFamily="18" charset="0"/>
              </a:rPr>
              <a:t>For Acquirer/ Merchant</a:t>
            </a:r>
          </a:p>
          <a:p>
            <a:pPr marL="228600" indent="-228600">
              <a:lnSpc>
                <a:spcPct val="120000"/>
              </a:lnSpc>
              <a:buFont typeface="Wingdings" panose="05000000000000000000" pitchFamily="2" charset="2"/>
              <a:buChar char="p"/>
              <a:defRPr sz="1800"/>
            </a:pPr>
            <a:r>
              <a:rPr lang="en-US" altLang="zh-CN" sz="1200" dirty="0">
                <a:solidFill>
                  <a:schemeClr val="dk1">
                    <a:lumMod val="100000"/>
                  </a:schemeClr>
                </a:solidFill>
                <a:latin typeface="Georgia" panose="02040502050405020303" pitchFamily="18" charset="0"/>
              </a:rPr>
              <a:t>Reduce system modification</a:t>
            </a:r>
          </a:p>
          <a:p>
            <a:pPr marL="228600" lvl="0" indent="-228600">
              <a:lnSpc>
                <a:spcPct val="120000"/>
              </a:lnSpc>
              <a:buFont typeface="Wingdings" panose="05000000000000000000" pitchFamily="2" charset="2"/>
              <a:buChar char="p"/>
              <a:defRPr sz="1800"/>
            </a:pPr>
            <a:r>
              <a:rPr lang="en-US" altLang="zh-CN" sz="1200" dirty="0" smtClean="0">
                <a:solidFill>
                  <a:schemeClr val="dk1">
                    <a:lumMod val="100000"/>
                  </a:schemeClr>
                </a:solidFill>
                <a:latin typeface="Georgia" panose="02040502050405020303" pitchFamily="18" charset="0"/>
              </a:rPr>
              <a:t>Free merchant APP</a:t>
            </a:r>
          </a:p>
          <a:p>
            <a:pPr marL="228600" lvl="0" indent="-228600">
              <a:lnSpc>
                <a:spcPct val="120000"/>
              </a:lnSpc>
              <a:buFont typeface="Wingdings" panose="05000000000000000000" pitchFamily="2" charset="2"/>
              <a:buChar char="p"/>
              <a:defRPr sz="1800"/>
            </a:pPr>
            <a:r>
              <a:rPr lang="en-US" altLang="zh-CN" sz="1200" dirty="0" smtClean="0">
                <a:solidFill>
                  <a:schemeClr val="dk1">
                    <a:lumMod val="100000"/>
                  </a:schemeClr>
                </a:solidFill>
                <a:latin typeface="Georgia" panose="02040502050405020303" pitchFamily="18" charset="0"/>
              </a:rPr>
              <a:t>Free management platform</a:t>
            </a:r>
            <a:endParaRPr lang="en-US" altLang="zh-CN" sz="1200" dirty="0">
              <a:solidFill>
                <a:schemeClr val="dk1">
                  <a:lumMod val="100000"/>
                </a:schemeClr>
              </a:solidFill>
              <a:latin typeface="Georgia" panose="02040502050405020303" pitchFamily="18" charset="0"/>
            </a:endParaRPr>
          </a:p>
        </p:txBody>
      </p:sp>
      <p:sp>
        <p:nvSpPr>
          <p:cNvPr id="16" name="ïṥḷíďe"/>
          <p:cNvSpPr/>
          <p:nvPr/>
        </p:nvSpPr>
        <p:spPr>
          <a:xfrm>
            <a:off x="2463970" y="2139702"/>
            <a:ext cx="787226" cy="1070254"/>
          </a:xfrm>
          <a:prstGeom prst="rect">
            <a:avLst/>
          </a:prstGeom>
          <a:ln w="12700">
            <a:miter lim="400000"/>
          </a:ln>
          <a:extLst>
            <a:ext uri="{C572A759-6A51-4108-AA02-DFA0A04FC94B}">
              <ma14:wrappingTextBoxFlag xmlns="" xmlns:lc="http://schemas.openxmlformats.org/drawingml/2006/lockedCanvas" xmlns:p14="http://schemas.microsoft.com/office/powerpoint/2010/main" xmlns:ma14="http://schemas.microsoft.com/office/mac/drawingml/2011/main" val="1"/>
            </a:ext>
          </a:extLst>
        </p:spPr>
        <p:txBody>
          <a:bodyPr lIns="25400" tIns="25400" rIns="25400" bIns="25400" anchor="ctr">
            <a:normAutofit/>
          </a:bodyPr>
          <a:lstStyle/>
          <a:p>
            <a:pPr lvl="0" algn="ctr">
              <a:defRPr sz="1800" b="0">
                <a:solidFill>
                  <a:srgbClr val="000000"/>
                </a:solidFill>
              </a:defRPr>
            </a:pPr>
            <a:r>
              <a:rPr lang="en-US" sz="1400" b="1" dirty="0">
                <a:solidFill>
                  <a:schemeClr val="bg1">
                    <a:lumMod val="100000"/>
                  </a:schemeClr>
                </a:solidFill>
                <a:latin typeface="Georgia" panose="02040502050405020303" pitchFamily="18" charset="0"/>
              </a:rPr>
              <a:t>QRC</a:t>
            </a:r>
            <a:br>
              <a:rPr lang="en-US" sz="1400" b="1" dirty="0">
                <a:solidFill>
                  <a:schemeClr val="bg1">
                    <a:lumMod val="100000"/>
                  </a:schemeClr>
                </a:solidFill>
                <a:latin typeface="Georgia" panose="02040502050405020303" pitchFamily="18" charset="0"/>
              </a:rPr>
            </a:br>
            <a:r>
              <a:rPr lang="en-US" sz="1400" b="1" dirty="0">
                <a:solidFill>
                  <a:schemeClr val="bg1">
                    <a:lumMod val="100000"/>
                  </a:schemeClr>
                </a:solidFill>
                <a:latin typeface="Georgia" panose="02040502050405020303" pitchFamily="18" charset="0"/>
              </a:rPr>
              <a:t>+</a:t>
            </a:r>
          </a:p>
          <a:p>
            <a:pPr lvl="0" algn="ctr">
              <a:defRPr sz="1800" b="0">
                <a:solidFill>
                  <a:srgbClr val="000000"/>
                </a:solidFill>
              </a:defRPr>
            </a:pPr>
            <a:r>
              <a:rPr lang="en-US" sz="1400" b="1" dirty="0" smtClean="0">
                <a:solidFill>
                  <a:schemeClr val="bg1">
                    <a:lumMod val="100000"/>
                  </a:schemeClr>
                </a:solidFill>
                <a:latin typeface="Georgia" panose="02040502050405020303" pitchFamily="18" charset="0"/>
              </a:rPr>
              <a:t>UPLAN</a:t>
            </a:r>
            <a:endParaRPr lang="en-US" sz="1400" b="1" dirty="0">
              <a:solidFill>
                <a:schemeClr val="bg1">
                  <a:lumMod val="100000"/>
                </a:schemeClr>
              </a:solidFill>
              <a:latin typeface="Georgia" panose="02040502050405020303" pitchFamily="18" charset="0"/>
            </a:endParaRPr>
          </a:p>
        </p:txBody>
      </p:sp>
      <p:sp>
        <p:nvSpPr>
          <p:cNvPr id="17" name="íSlíďe"/>
          <p:cNvSpPr/>
          <p:nvPr/>
        </p:nvSpPr>
        <p:spPr>
          <a:xfrm>
            <a:off x="5760038" y="2351203"/>
            <a:ext cx="961186" cy="648146"/>
          </a:xfrm>
          <a:prstGeom prst="rect">
            <a:avLst/>
          </a:prstGeom>
          <a:ln w="12700">
            <a:miter lim="400000"/>
          </a:ln>
          <a:extLst>
            <a:ext uri="{C572A759-6A51-4108-AA02-DFA0A04FC94B}">
              <ma14:wrappingTextBoxFlag xmlns="" xmlns:lc="http://schemas.openxmlformats.org/drawingml/2006/lockedCanvas" xmlns:p14="http://schemas.microsoft.com/office/powerpoint/2010/main" xmlns:ma14="http://schemas.microsoft.com/office/mac/drawingml/2011/main" val="1"/>
            </a:ext>
          </a:extLst>
        </p:spPr>
        <p:txBody>
          <a:bodyPr lIns="25400" tIns="25400" rIns="25400" bIns="25400" anchor="ctr">
            <a:noAutofit/>
          </a:bodyPr>
          <a:lstStyle/>
          <a:p>
            <a:pPr lvl="0" algn="ctr">
              <a:defRPr sz="1800">
                <a:solidFill>
                  <a:srgbClr val="000000"/>
                </a:solidFill>
              </a:defRPr>
            </a:pPr>
            <a:r>
              <a:rPr lang="en-US" sz="1400" b="1" dirty="0">
                <a:solidFill>
                  <a:schemeClr val="bg1">
                    <a:lumMod val="100000"/>
                  </a:schemeClr>
                </a:solidFill>
                <a:latin typeface="Georgia" panose="02040502050405020303" pitchFamily="18" charset="0"/>
              </a:rPr>
              <a:t>Merchant </a:t>
            </a:r>
            <a:r>
              <a:rPr lang="en-US" sz="1400" b="1" dirty="0" smtClean="0">
                <a:solidFill>
                  <a:schemeClr val="bg1">
                    <a:lumMod val="100000"/>
                  </a:schemeClr>
                </a:solidFill>
                <a:latin typeface="Georgia" panose="02040502050405020303" pitchFamily="18" charset="0"/>
              </a:rPr>
              <a:t>Gateway</a:t>
            </a:r>
          </a:p>
          <a:p>
            <a:pPr lvl="0" algn="ctr">
              <a:defRPr sz="1800">
                <a:solidFill>
                  <a:srgbClr val="000000"/>
                </a:solidFill>
              </a:defRPr>
            </a:pPr>
            <a:r>
              <a:rPr lang="en-US" sz="1400" b="1" dirty="0" smtClean="0">
                <a:solidFill>
                  <a:schemeClr val="bg1">
                    <a:lumMod val="100000"/>
                  </a:schemeClr>
                </a:solidFill>
                <a:latin typeface="Georgia" panose="02040502050405020303" pitchFamily="18" charset="0"/>
              </a:rPr>
              <a:t>Service</a:t>
            </a:r>
            <a:endParaRPr lang="en-US" sz="1400" b="1" dirty="0">
              <a:solidFill>
                <a:schemeClr val="bg1">
                  <a:lumMod val="100000"/>
                </a:schemeClr>
              </a:solidFill>
              <a:latin typeface="Georgia" panose="02040502050405020303" pitchFamily="18" charset="0"/>
            </a:endParaRPr>
          </a:p>
        </p:txBody>
      </p:sp>
      <p:sp>
        <p:nvSpPr>
          <p:cNvPr id="123"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smtClean="0">
                <a:latin typeface="Georgia" pitchFamily="18" charset="0"/>
                <a:ea typeface="黑体" pitchFamily="49" charset="-122"/>
              </a:rPr>
              <a:t>Complete Auxiliary Services</a:t>
            </a:r>
            <a:endParaRPr lang="zh-CN" altLang="en-US" sz="1800" b="1" dirty="0">
              <a:latin typeface="Georgia" pitchFamily="18" charset="0"/>
              <a:ea typeface="黑体" pitchFamily="49" charset="-122"/>
            </a:endParaRPr>
          </a:p>
        </p:txBody>
      </p:sp>
    </p:spTree>
    <p:extLst>
      <p:ext uri="{BB962C8B-B14F-4D97-AF65-F5344CB8AC3E}">
        <p14:creationId xmlns:p14="http://schemas.microsoft.com/office/powerpoint/2010/main" val="34519969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p:cNvPicPr>
            <a:picLocks noChangeAspect="1"/>
          </p:cNvPicPr>
          <p:nvPr/>
        </p:nvPicPr>
        <p:blipFill rotWithShape="1">
          <a:blip r:embed="rId3" cstate="print">
            <a:extLst>
              <a:ext uri="{28A0092B-C50C-407E-A947-70E740481C1C}">
                <a14:useLocalDpi xmlns:a14="http://schemas.microsoft.com/office/drawing/2010/main" val="0"/>
              </a:ext>
            </a:extLst>
          </a:blip>
          <a:srcRect l="29730" r="27666" b="21436"/>
          <a:stretch/>
        </p:blipFill>
        <p:spPr>
          <a:xfrm>
            <a:off x="467304" y="2565660"/>
            <a:ext cx="864336" cy="81686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3250" name="矩形 13"/>
          <p:cNvSpPr>
            <a:spLocks noChangeArrowheads="1"/>
          </p:cNvSpPr>
          <p:nvPr/>
        </p:nvSpPr>
        <p:spPr bwMode="auto">
          <a:xfrm>
            <a:off x="395296" y="695325"/>
            <a:ext cx="8748704" cy="553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3" tIns="45717" rIns="91433" bIns="45717">
            <a:spAutoFit/>
          </a:bodyPr>
          <a:lstStyle>
            <a:lvl1pPr marL="342900" indent="-342900">
              <a:defRPr sz="1400">
                <a:solidFill>
                  <a:schemeClr val="tx1"/>
                </a:solidFill>
                <a:latin typeface="Verdana" pitchFamily="34" charset="0"/>
                <a:ea typeface="宋体" pitchFamily="2" charset="-122"/>
                <a:sym typeface="ＭＳ Ｐゴシック" pitchFamily="34" charset="-128"/>
              </a:defRPr>
            </a:lvl1pPr>
            <a:lvl2pPr>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pPr marL="0" lvl="1">
              <a:buSzPct val="100000"/>
            </a:pPr>
            <a:r>
              <a:rPr lang="en-US" altLang="zh-CN" sz="1500" b="1" dirty="0" smtClean="0">
                <a:solidFill>
                  <a:srgbClr val="C00000"/>
                </a:solidFill>
                <a:latin typeface="Georgia" panose="02040502050405020303" pitchFamily="18" charset="0"/>
                <a:ea typeface="微软雅黑" pitchFamily="34" charset="-122"/>
                <a:cs typeface="Arial" pitchFamily="34" charset="0"/>
              </a:rPr>
              <a:t>White-label solution offers one-time integration </a:t>
            </a:r>
            <a:r>
              <a:rPr lang="en-US" altLang="zh-CN" sz="1500" b="1" dirty="0" smtClean="0">
                <a:solidFill>
                  <a:srgbClr val="C00000"/>
                </a:solidFill>
                <a:latin typeface="Georgia" pitchFamily="18" charset="0"/>
                <a:ea typeface="微软雅黑" pitchFamily="34" charset="-122"/>
                <a:cs typeface="Arial" pitchFamily="34" charset="0"/>
                <a:sym typeface="Arial Unicode MS" pitchFamily="34" charset="-122"/>
              </a:rPr>
              <a:t>to enhance</a:t>
            </a:r>
            <a:r>
              <a:rPr lang="en-US" altLang="zh-CN" sz="1500" b="1" dirty="0" smtClean="0">
                <a:solidFill>
                  <a:srgbClr val="C00000"/>
                </a:solidFill>
                <a:latin typeface="Georgia" panose="02040502050405020303" pitchFamily="18" charset="0"/>
                <a:ea typeface="微软雅黑" pitchFamily="34" charset="-122"/>
                <a:cs typeface="Arial" pitchFamily="34" charset="0"/>
              </a:rPr>
              <a:t> payment experiences together with promotions</a:t>
            </a:r>
            <a:r>
              <a:rPr lang="en-US" altLang="zh-CN" sz="1500" b="1" dirty="0">
                <a:solidFill>
                  <a:srgbClr val="C00000"/>
                </a:solidFill>
                <a:latin typeface="Georgia" pitchFamily="18" charset="0"/>
                <a:ea typeface="微软雅黑" pitchFamily="34" charset="-122"/>
                <a:cs typeface="Arial" pitchFamily="34" charset="0"/>
              </a:rPr>
              <a:t>, loyalty programs </a:t>
            </a:r>
            <a:r>
              <a:rPr lang="en-US" altLang="zh-CN" sz="1500" b="1" dirty="0" smtClean="0">
                <a:solidFill>
                  <a:srgbClr val="C00000"/>
                </a:solidFill>
                <a:latin typeface="Georgia" pitchFamily="18" charset="0"/>
                <a:ea typeface="微软雅黑" pitchFamily="34" charset="-122"/>
                <a:cs typeface="Arial" pitchFamily="34" charset="0"/>
              </a:rPr>
              <a:t>or </a:t>
            </a:r>
            <a:r>
              <a:rPr lang="en-US" altLang="zh-CN" sz="1500" b="1" dirty="0">
                <a:solidFill>
                  <a:srgbClr val="C00000"/>
                </a:solidFill>
                <a:latin typeface="Georgia" pitchFamily="18" charset="0"/>
                <a:ea typeface="微软雅黑" pitchFamily="34" charset="-122"/>
                <a:cs typeface="Arial" pitchFamily="34" charset="0"/>
              </a:rPr>
              <a:t>other value-added services</a:t>
            </a:r>
          </a:p>
        </p:txBody>
      </p:sp>
      <p:grpSp>
        <p:nvGrpSpPr>
          <p:cNvPr id="21" name="组合 20"/>
          <p:cNvGrpSpPr>
            <a:grpSpLocks/>
          </p:cNvGrpSpPr>
          <p:nvPr/>
        </p:nvGrpSpPr>
        <p:grpSpPr bwMode="auto">
          <a:xfrm>
            <a:off x="323528" y="4422635"/>
            <a:ext cx="1113155" cy="605682"/>
            <a:chOff x="585704" y="3300087"/>
            <a:chExt cx="1490909" cy="1076443"/>
          </a:xfrm>
        </p:grpSpPr>
        <p:sp>
          <p:nvSpPr>
            <p:cNvPr id="53275" name="矩形 21"/>
            <p:cNvSpPr>
              <a:spLocks noChangeArrowheads="1"/>
            </p:cNvSpPr>
            <p:nvPr/>
          </p:nvSpPr>
          <p:spPr bwMode="auto">
            <a:xfrm>
              <a:off x="585704" y="3556040"/>
              <a:ext cx="1490909" cy="820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400">
                  <a:solidFill>
                    <a:schemeClr val="tx1"/>
                  </a:solidFill>
                  <a:latin typeface="Verdana" pitchFamily="34" charset="0"/>
                  <a:ea typeface="宋体" pitchFamily="2" charset="-122"/>
                  <a:sym typeface="ＭＳ Ｐゴシック" pitchFamily="34" charset="-128"/>
                </a:defRPr>
              </a:lvl1pPr>
              <a:lvl2pPr marL="742950" indent="-285750">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pPr algn="ctr">
                <a:lnSpc>
                  <a:spcPct val="150000"/>
                </a:lnSpc>
              </a:pPr>
              <a:r>
                <a:rPr lang="en-US" altLang="zh-CN" sz="800" dirty="0">
                  <a:solidFill>
                    <a:schemeClr val="tx1">
                      <a:lumMod val="85000"/>
                      <a:lumOff val="15000"/>
                    </a:schemeClr>
                  </a:solidFill>
                  <a:latin typeface="Georgia" panose="02040502050405020303" pitchFamily="18" charset="0"/>
                  <a:ea typeface="微软雅黑" pitchFamily="34" charset="-122"/>
                  <a:sym typeface="News Gothic MT"/>
                </a:rPr>
                <a:t>Open an APP that supports UPLAN</a:t>
              </a:r>
            </a:p>
          </p:txBody>
        </p:sp>
        <p:sp>
          <p:nvSpPr>
            <p:cNvPr id="23" name="矩形 22"/>
            <p:cNvSpPr/>
            <p:nvPr/>
          </p:nvSpPr>
          <p:spPr>
            <a:xfrm>
              <a:off x="972681" y="3300087"/>
              <a:ext cx="796963" cy="437594"/>
            </a:xfrm>
            <a:prstGeom prst="rect">
              <a:avLst/>
            </a:prstGeom>
          </p:spPr>
          <p:txBody>
            <a:bodyPr wrap="none">
              <a:spAutoFit/>
            </a:bodyPr>
            <a:lstStyle/>
            <a:p>
              <a:pPr algn="ctr">
                <a:defRPr/>
              </a:pPr>
              <a:r>
                <a:rPr lang="en-US" altLang="zh-CN" sz="1000" dirty="0">
                  <a:solidFill>
                    <a:schemeClr val="tx1">
                      <a:lumMod val="85000"/>
                      <a:lumOff val="15000"/>
                    </a:schemeClr>
                  </a:solidFill>
                  <a:latin typeface="Georgia" panose="02040502050405020303" pitchFamily="18" charset="0"/>
                  <a:ea typeface="微软雅黑" pitchFamily="34" charset="-122"/>
                  <a:sym typeface="News Gothic MT" charset="0"/>
                </a:rPr>
                <a:t>STEP 1</a:t>
              </a:r>
              <a:endParaRPr lang="zh-CN" altLang="en-US" sz="1000" dirty="0">
                <a:solidFill>
                  <a:schemeClr val="tx1">
                    <a:lumMod val="85000"/>
                    <a:lumOff val="15000"/>
                  </a:schemeClr>
                </a:solidFill>
                <a:latin typeface="Georgia" panose="02040502050405020303" pitchFamily="18" charset="0"/>
                <a:ea typeface="微软雅黑" pitchFamily="34" charset="-122"/>
              </a:endParaRPr>
            </a:p>
          </p:txBody>
        </p:sp>
      </p:grpSp>
      <p:grpSp>
        <p:nvGrpSpPr>
          <p:cNvPr id="47" name="组合 46"/>
          <p:cNvGrpSpPr>
            <a:grpSpLocks/>
          </p:cNvGrpSpPr>
          <p:nvPr/>
        </p:nvGrpSpPr>
        <p:grpSpPr bwMode="auto">
          <a:xfrm>
            <a:off x="6323165" y="2668250"/>
            <a:ext cx="406364" cy="317897"/>
            <a:chOff x="2052604" y="1915796"/>
            <a:chExt cx="765355" cy="765355"/>
          </a:xfrm>
        </p:grpSpPr>
        <p:sp>
          <p:nvSpPr>
            <p:cNvPr id="48" name="椭圆 47"/>
            <p:cNvSpPr/>
            <p:nvPr/>
          </p:nvSpPr>
          <p:spPr>
            <a:xfrm>
              <a:off x="2052604" y="1915796"/>
              <a:ext cx="765355" cy="765355"/>
            </a:xfrm>
            <a:prstGeom prst="ellipse">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Georgia" panose="02040502050405020303" pitchFamily="18" charset="0"/>
              </a:endParaRPr>
            </a:p>
          </p:txBody>
        </p:sp>
        <p:sp>
          <p:nvSpPr>
            <p:cNvPr id="49" name="十字形 48"/>
            <p:cNvSpPr/>
            <p:nvPr/>
          </p:nvSpPr>
          <p:spPr>
            <a:xfrm>
              <a:off x="2278935" y="2142250"/>
              <a:ext cx="312693" cy="312447"/>
            </a:xfrm>
            <a:prstGeom prst="plus">
              <a:avLst>
                <a:gd name="adj" fmla="val 45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Georgia" panose="02040502050405020303" pitchFamily="18" charset="0"/>
              </a:endParaRPr>
            </a:p>
          </p:txBody>
        </p:sp>
      </p:grpSp>
      <p:grpSp>
        <p:nvGrpSpPr>
          <p:cNvPr id="54" name="组合 53"/>
          <p:cNvGrpSpPr>
            <a:grpSpLocks/>
          </p:cNvGrpSpPr>
          <p:nvPr/>
        </p:nvGrpSpPr>
        <p:grpSpPr bwMode="auto">
          <a:xfrm>
            <a:off x="1547664" y="4422637"/>
            <a:ext cx="1639690" cy="423413"/>
            <a:chOff x="273100" y="3300087"/>
            <a:chExt cx="2196127" cy="752735"/>
          </a:xfrm>
        </p:grpSpPr>
        <p:sp>
          <p:nvSpPr>
            <p:cNvPr id="53269" name="矩形 54"/>
            <p:cNvSpPr>
              <a:spLocks noChangeArrowheads="1"/>
            </p:cNvSpPr>
            <p:nvPr/>
          </p:nvSpPr>
          <p:spPr bwMode="auto">
            <a:xfrm>
              <a:off x="273100" y="3560379"/>
              <a:ext cx="219612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Verdana" pitchFamily="34" charset="0"/>
                  <a:ea typeface="宋体" pitchFamily="2" charset="-122"/>
                  <a:sym typeface="ＭＳ Ｐゴシック" pitchFamily="34" charset="-128"/>
                </a:defRPr>
              </a:lvl1pPr>
              <a:lvl2pPr marL="742950" indent="-285750">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pPr algn="ctr">
                <a:lnSpc>
                  <a:spcPct val="150000"/>
                </a:lnSpc>
              </a:pPr>
              <a:r>
                <a:rPr lang="en-US" altLang="zh-CN" sz="800" dirty="0">
                  <a:solidFill>
                    <a:schemeClr val="tx1">
                      <a:lumMod val="85000"/>
                      <a:lumOff val="15000"/>
                    </a:schemeClr>
                  </a:solidFill>
                  <a:latin typeface="Georgia" panose="02040502050405020303" pitchFamily="18" charset="0"/>
                  <a:ea typeface="微软雅黑" pitchFamily="34" charset="-122"/>
                  <a:sym typeface="News Gothic MT"/>
                </a:rPr>
                <a:t>Click UPLAN module</a:t>
              </a:r>
            </a:p>
          </p:txBody>
        </p:sp>
        <p:sp>
          <p:nvSpPr>
            <p:cNvPr id="56" name="矩形 55"/>
            <p:cNvSpPr/>
            <p:nvPr/>
          </p:nvSpPr>
          <p:spPr>
            <a:xfrm>
              <a:off x="972681" y="3300087"/>
              <a:ext cx="796963" cy="437727"/>
            </a:xfrm>
            <a:prstGeom prst="rect">
              <a:avLst/>
            </a:prstGeom>
          </p:spPr>
          <p:txBody>
            <a:bodyPr wrap="none">
              <a:spAutoFit/>
            </a:bodyPr>
            <a:lstStyle/>
            <a:p>
              <a:pPr algn="ctr">
                <a:defRPr/>
              </a:pPr>
              <a:r>
                <a:rPr lang="en-US" altLang="zh-CN" sz="1000" dirty="0">
                  <a:solidFill>
                    <a:schemeClr val="tx1">
                      <a:lumMod val="85000"/>
                      <a:lumOff val="15000"/>
                    </a:schemeClr>
                  </a:solidFill>
                  <a:latin typeface="Georgia" panose="02040502050405020303" pitchFamily="18" charset="0"/>
                  <a:ea typeface="微软雅黑" pitchFamily="34" charset="-122"/>
                  <a:sym typeface="News Gothic MT" charset="0"/>
                </a:rPr>
                <a:t>STEP 2</a:t>
              </a:r>
              <a:endParaRPr lang="zh-CN" altLang="en-US" sz="1000" dirty="0">
                <a:solidFill>
                  <a:schemeClr val="tx1">
                    <a:lumMod val="85000"/>
                    <a:lumOff val="15000"/>
                  </a:schemeClr>
                </a:solidFill>
                <a:latin typeface="Georgia" panose="02040502050405020303" pitchFamily="18" charset="0"/>
                <a:ea typeface="微软雅黑" pitchFamily="34" charset="-122"/>
              </a:endParaRPr>
            </a:p>
          </p:txBody>
        </p:sp>
      </p:grpSp>
      <p:grpSp>
        <p:nvGrpSpPr>
          <p:cNvPr id="66" name="组合 65"/>
          <p:cNvGrpSpPr>
            <a:grpSpLocks/>
          </p:cNvGrpSpPr>
          <p:nvPr/>
        </p:nvGrpSpPr>
        <p:grpSpPr bwMode="auto">
          <a:xfrm>
            <a:off x="3491880" y="4422635"/>
            <a:ext cx="1641271" cy="423458"/>
            <a:chOff x="273100" y="3300087"/>
            <a:chExt cx="2196127" cy="752587"/>
          </a:xfrm>
        </p:grpSpPr>
        <p:sp>
          <p:nvSpPr>
            <p:cNvPr id="53267" name="矩形 66"/>
            <p:cNvSpPr>
              <a:spLocks noChangeArrowheads="1"/>
            </p:cNvSpPr>
            <p:nvPr/>
          </p:nvSpPr>
          <p:spPr bwMode="auto">
            <a:xfrm>
              <a:off x="273100" y="3560380"/>
              <a:ext cx="2196127" cy="49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Verdana" pitchFamily="34" charset="0"/>
                  <a:ea typeface="宋体" pitchFamily="2" charset="-122"/>
                  <a:sym typeface="ＭＳ Ｐゴシック" pitchFamily="34" charset="-128"/>
                </a:defRPr>
              </a:lvl1pPr>
              <a:lvl2pPr marL="742950" indent="-285750">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pPr algn="ctr">
                <a:lnSpc>
                  <a:spcPct val="150000"/>
                </a:lnSpc>
              </a:pPr>
              <a:r>
                <a:rPr lang="en-US" altLang="zh-CN" sz="800" dirty="0">
                  <a:solidFill>
                    <a:schemeClr val="tx1">
                      <a:lumMod val="85000"/>
                      <a:lumOff val="15000"/>
                    </a:schemeClr>
                  </a:solidFill>
                  <a:latin typeface="Georgia" panose="02040502050405020303" pitchFamily="18" charset="0"/>
                  <a:ea typeface="微软雅黑" pitchFamily="34" charset="-122"/>
                  <a:sym typeface="News Gothic MT"/>
                </a:rPr>
                <a:t>Claim the coupon</a:t>
              </a:r>
            </a:p>
          </p:txBody>
        </p:sp>
        <p:sp>
          <p:nvSpPr>
            <p:cNvPr id="68" name="矩形 67"/>
            <p:cNvSpPr/>
            <p:nvPr/>
          </p:nvSpPr>
          <p:spPr>
            <a:xfrm>
              <a:off x="973067" y="3300087"/>
              <a:ext cx="796195" cy="437594"/>
            </a:xfrm>
            <a:prstGeom prst="rect">
              <a:avLst/>
            </a:prstGeom>
          </p:spPr>
          <p:txBody>
            <a:bodyPr wrap="none">
              <a:spAutoFit/>
            </a:bodyPr>
            <a:lstStyle/>
            <a:p>
              <a:pPr algn="ctr">
                <a:defRPr/>
              </a:pPr>
              <a:r>
                <a:rPr lang="en-US" altLang="zh-CN" sz="1000" dirty="0">
                  <a:solidFill>
                    <a:schemeClr val="tx1">
                      <a:lumMod val="85000"/>
                      <a:lumOff val="15000"/>
                    </a:schemeClr>
                  </a:solidFill>
                  <a:latin typeface="Georgia" panose="02040502050405020303" pitchFamily="18" charset="0"/>
                  <a:ea typeface="微软雅黑" pitchFamily="34" charset="-122"/>
                  <a:sym typeface="News Gothic MT" charset="0"/>
                </a:rPr>
                <a:t>STEP 3</a:t>
              </a:r>
              <a:endParaRPr lang="zh-CN" altLang="en-US" sz="1000" dirty="0">
                <a:solidFill>
                  <a:schemeClr val="tx1">
                    <a:lumMod val="85000"/>
                    <a:lumOff val="15000"/>
                  </a:schemeClr>
                </a:solidFill>
                <a:latin typeface="Georgia" panose="02040502050405020303" pitchFamily="18" charset="0"/>
                <a:ea typeface="微软雅黑" pitchFamily="34" charset="-122"/>
              </a:endParaRPr>
            </a:p>
          </p:txBody>
        </p:sp>
      </p:grpSp>
      <p:grpSp>
        <p:nvGrpSpPr>
          <p:cNvPr id="69" name="组合 68"/>
          <p:cNvGrpSpPr>
            <a:grpSpLocks/>
          </p:cNvGrpSpPr>
          <p:nvPr/>
        </p:nvGrpSpPr>
        <p:grpSpPr bwMode="auto">
          <a:xfrm>
            <a:off x="7324797" y="4422635"/>
            <a:ext cx="1639691" cy="608124"/>
            <a:chOff x="273100" y="3300087"/>
            <a:chExt cx="2196127" cy="1080783"/>
          </a:xfrm>
        </p:grpSpPr>
        <p:sp>
          <p:nvSpPr>
            <p:cNvPr id="53265" name="矩形 69"/>
            <p:cNvSpPr>
              <a:spLocks noChangeArrowheads="1"/>
            </p:cNvSpPr>
            <p:nvPr/>
          </p:nvSpPr>
          <p:spPr bwMode="auto">
            <a:xfrm>
              <a:off x="273100" y="3560380"/>
              <a:ext cx="2196127" cy="820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Verdana" pitchFamily="34" charset="0"/>
                  <a:ea typeface="宋体" pitchFamily="2" charset="-122"/>
                  <a:sym typeface="ＭＳ Ｐゴシック" pitchFamily="34" charset="-128"/>
                </a:defRPr>
              </a:lvl1pPr>
              <a:lvl2pPr marL="742950" indent="-285750">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pPr algn="ctr">
                <a:lnSpc>
                  <a:spcPct val="150000"/>
                </a:lnSpc>
              </a:pPr>
              <a:r>
                <a:rPr lang="en-US" altLang="zh-CN" sz="800" dirty="0">
                  <a:solidFill>
                    <a:schemeClr val="tx1">
                      <a:lumMod val="85000"/>
                      <a:lumOff val="15000"/>
                    </a:schemeClr>
                  </a:solidFill>
                  <a:latin typeface="Georgia" panose="02040502050405020303" pitchFamily="18" charset="0"/>
                  <a:ea typeface="微软雅黑" pitchFamily="34" charset="-122"/>
                  <a:sym typeface="News Gothic MT"/>
                </a:rPr>
                <a:t>Present payment QR Code including discount Info.</a:t>
              </a:r>
            </a:p>
          </p:txBody>
        </p:sp>
        <p:sp>
          <p:nvSpPr>
            <p:cNvPr id="71" name="矩形 70"/>
            <p:cNvSpPr/>
            <p:nvPr/>
          </p:nvSpPr>
          <p:spPr>
            <a:xfrm>
              <a:off x="972682" y="3300087"/>
              <a:ext cx="796963" cy="437594"/>
            </a:xfrm>
            <a:prstGeom prst="rect">
              <a:avLst/>
            </a:prstGeom>
          </p:spPr>
          <p:txBody>
            <a:bodyPr wrap="none">
              <a:spAutoFit/>
            </a:bodyPr>
            <a:lstStyle/>
            <a:p>
              <a:pPr algn="ctr">
                <a:defRPr/>
              </a:pPr>
              <a:r>
                <a:rPr lang="en-US" altLang="zh-CN" sz="1000" dirty="0">
                  <a:solidFill>
                    <a:schemeClr val="tx1">
                      <a:lumMod val="85000"/>
                      <a:lumOff val="15000"/>
                    </a:schemeClr>
                  </a:solidFill>
                  <a:latin typeface="Georgia" panose="02040502050405020303" pitchFamily="18" charset="0"/>
                  <a:ea typeface="微软雅黑" pitchFamily="34" charset="-122"/>
                  <a:sym typeface="News Gothic MT" charset="0"/>
                </a:rPr>
                <a:t>STEP 5</a:t>
              </a:r>
              <a:endParaRPr lang="zh-CN" altLang="en-US" sz="1000" dirty="0">
                <a:solidFill>
                  <a:schemeClr val="tx1">
                    <a:lumMod val="85000"/>
                    <a:lumOff val="15000"/>
                  </a:schemeClr>
                </a:solidFill>
                <a:latin typeface="Georgia" panose="02040502050405020303" pitchFamily="18" charset="0"/>
                <a:ea typeface="微软雅黑" pitchFamily="34" charset="-122"/>
              </a:endParaRPr>
            </a:p>
          </p:txBody>
        </p:sp>
      </p:gr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19672" y="1635646"/>
            <a:ext cx="1486672" cy="2642973"/>
          </a:xfrm>
          <a:prstGeom prst="rect">
            <a:avLst/>
          </a:prstGeom>
          <a:ln>
            <a:solidFill>
              <a:schemeClr val="bg1">
                <a:lumMod val="85000"/>
              </a:schemeClr>
            </a:solidFill>
          </a:ln>
        </p:spPr>
      </p:pic>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18542" y="1635646"/>
            <a:ext cx="1485506" cy="2640899"/>
          </a:xfrm>
          <a:prstGeom prst="rect">
            <a:avLst/>
          </a:prstGeom>
          <a:ln>
            <a:solidFill>
              <a:schemeClr val="bg1">
                <a:lumMod val="85000"/>
              </a:schemeClr>
            </a:solidFill>
          </a:ln>
        </p:spPr>
      </p:pic>
      <p:pic>
        <p:nvPicPr>
          <p:cNvPr id="4" name="图片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62758" y="1635646"/>
            <a:ext cx="1485506" cy="2640899"/>
          </a:xfrm>
          <a:prstGeom prst="rect">
            <a:avLst/>
          </a:prstGeom>
          <a:ln>
            <a:solidFill>
              <a:schemeClr val="bg1">
                <a:lumMod val="85000"/>
              </a:schemeClr>
            </a:solidFill>
          </a:ln>
        </p:spPr>
      </p:pic>
      <p:pic>
        <p:nvPicPr>
          <p:cNvPr id="34" name="图片 1"/>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02888" y="1637720"/>
            <a:ext cx="1483508" cy="2640899"/>
          </a:xfrm>
          <a:prstGeom prst="rect">
            <a:avLst/>
          </a:prstGeom>
          <a:noFill/>
          <a:ln w="9525">
            <a:solidFill>
              <a:schemeClr val="bg2">
                <a:lumMod val="90000"/>
              </a:schemeClr>
            </a:solidFill>
            <a:miter lim="800000"/>
            <a:headEnd/>
            <a:tailEnd/>
          </a:ln>
          <a:extLst>
            <a:ext uri="{909E8E84-426E-40DD-AFC4-6F175D3DCCD1}">
              <a14:hiddenFill xmlns:a14="http://schemas.microsoft.com/office/drawing/2010/main">
                <a:solidFill>
                  <a:srgbClr val="FFFFFF"/>
                </a:solidFill>
              </a14:hiddenFill>
            </a:ext>
          </a:extLst>
        </p:spPr>
      </p:pic>
      <p:sp>
        <p:nvSpPr>
          <p:cNvPr id="5" name="燕尾形箭头 4"/>
          <p:cNvSpPr/>
          <p:nvPr/>
        </p:nvSpPr>
        <p:spPr>
          <a:xfrm>
            <a:off x="1259632" y="2910467"/>
            <a:ext cx="288032" cy="127254"/>
          </a:xfrm>
          <a:prstGeom prst="notchedRightArrow">
            <a:avLst/>
          </a:prstGeom>
          <a:solidFill>
            <a:schemeClr val="tx2">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ln>
                <a:solidFill>
                  <a:schemeClr val="bg1"/>
                </a:solidFill>
              </a:ln>
              <a:solidFill>
                <a:schemeClr val="bg2"/>
              </a:solidFill>
              <a:latin typeface="Georgia" panose="02040502050405020303" pitchFamily="18" charset="0"/>
            </a:endParaRPr>
          </a:p>
        </p:txBody>
      </p:sp>
      <p:sp>
        <p:nvSpPr>
          <p:cNvPr id="39" name="燕尾形箭头 38"/>
          <p:cNvSpPr/>
          <p:nvPr/>
        </p:nvSpPr>
        <p:spPr>
          <a:xfrm>
            <a:off x="3164360" y="2927229"/>
            <a:ext cx="288032" cy="127254"/>
          </a:xfrm>
          <a:prstGeom prst="notchedRightArrow">
            <a:avLst/>
          </a:prstGeom>
          <a:solidFill>
            <a:schemeClr val="tx2">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ln>
                <a:solidFill>
                  <a:schemeClr val="bg1"/>
                </a:solidFill>
              </a:ln>
              <a:solidFill>
                <a:schemeClr val="bg2"/>
              </a:solidFill>
              <a:latin typeface="Georgia" panose="02040502050405020303" pitchFamily="18" charset="0"/>
            </a:endParaRPr>
          </a:p>
        </p:txBody>
      </p:sp>
      <p:sp>
        <p:nvSpPr>
          <p:cNvPr id="40" name="燕尾形箭头 39"/>
          <p:cNvSpPr/>
          <p:nvPr/>
        </p:nvSpPr>
        <p:spPr>
          <a:xfrm>
            <a:off x="5076056" y="2927229"/>
            <a:ext cx="288032" cy="127254"/>
          </a:xfrm>
          <a:prstGeom prst="notchedRightArrow">
            <a:avLst/>
          </a:prstGeom>
          <a:solidFill>
            <a:schemeClr val="tx2">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ln>
                <a:solidFill>
                  <a:schemeClr val="bg1"/>
                </a:solidFill>
              </a:ln>
              <a:solidFill>
                <a:schemeClr val="bg2"/>
              </a:solidFill>
              <a:latin typeface="Georgia" panose="02040502050405020303" pitchFamily="18" charset="0"/>
            </a:endParaRPr>
          </a:p>
        </p:txBody>
      </p:sp>
      <p:sp>
        <p:nvSpPr>
          <p:cNvPr id="41" name="燕尾形箭头 40"/>
          <p:cNvSpPr/>
          <p:nvPr/>
        </p:nvSpPr>
        <p:spPr>
          <a:xfrm>
            <a:off x="7024872" y="2927229"/>
            <a:ext cx="288032" cy="127254"/>
          </a:xfrm>
          <a:prstGeom prst="notchedRightArrow">
            <a:avLst/>
          </a:prstGeom>
          <a:solidFill>
            <a:schemeClr val="tx2">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ln>
                <a:solidFill>
                  <a:schemeClr val="bg1"/>
                </a:solidFill>
              </a:ln>
              <a:solidFill>
                <a:schemeClr val="bg2"/>
              </a:solidFill>
              <a:latin typeface="Georgia" panose="02040502050405020303" pitchFamily="18" charset="0"/>
            </a:endParaRPr>
          </a:p>
        </p:txBody>
      </p:sp>
      <p:grpSp>
        <p:nvGrpSpPr>
          <p:cNvPr id="42" name="组合 41"/>
          <p:cNvGrpSpPr>
            <a:grpSpLocks/>
          </p:cNvGrpSpPr>
          <p:nvPr/>
        </p:nvGrpSpPr>
        <p:grpSpPr bwMode="auto">
          <a:xfrm>
            <a:off x="5436096" y="4422635"/>
            <a:ext cx="1641271" cy="423458"/>
            <a:chOff x="273100" y="3300087"/>
            <a:chExt cx="2196127" cy="752587"/>
          </a:xfrm>
        </p:grpSpPr>
        <p:sp>
          <p:nvSpPr>
            <p:cNvPr id="50" name="矩形 66"/>
            <p:cNvSpPr>
              <a:spLocks noChangeArrowheads="1"/>
            </p:cNvSpPr>
            <p:nvPr/>
          </p:nvSpPr>
          <p:spPr bwMode="auto">
            <a:xfrm>
              <a:off x="273100" y="3560380"/>
              <a:ext cx="2196127" cy="49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Verdana" pitchFamily="34" charset="0"/>
                  <a:ea typeface="宋体" pitchFamily="2" charset="-122"/>
                  <a:sym typeface="ＭＳ Ｐゴシック" pitchFamily="34" charset="-128"/>
                </a:defRPr>
              </a:lvl1pPr>
              <a:lvl2pPr marL="742950" indent="-285750">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pPr algn="ctr">
                <a:lnSpc>
                  <a:spcPct val="150000"/>
                </a:lnSpc>
              </a:pPr>
              <a:r>
                <a:rPr lang="en-US" altLang="zh-CN" sz="800" dirty="0">
                  <a:solidFill>
                    <a:schemeClr val="tx1">
                      <a:lumMod val="85000"/>
                      <a:lumOff val="15000"/>
                    </a:schemeClr>
                  </a:solidFill>
                  <a:latin typeface="Georgia" panose="02040502050405020303" pitchFamily="18" charset="0"/>
                  <a:ea typeface="微软雅黑" pitchFamily="34" charset="-122"/>
                  <a:sym typeface="News Gothic MT"/>
                </a:rPr>
                <a:t>Click Pay by QR Code</a:t>
              </a:r>
            </a:p>
          </p:txBody>
        </p:sp>
        <p:sp>
          <p:nvSpPr>
            <p:cNvPr id="51" name="矩形 50"/>
            <p:cNvSpPr/>
            <p:nvPr/>
          </p:nvSpPr>
          <p:spPr>
            <a:xfrm>
              <a:off x="973067" y="3300087"/>
              <a:ext cx="796195" cy="437594"/>
            </a:xfrm>
            <a:prstGeom prst="rect">
              <a:avLst/>
            </a:prstGeom>
          </p:spPr>
          <p:txBody>
            <a:bodyPr wrap="none">
              <a:spAutoFit/>
            </a:bodyPr>
            <a:lstStyle/>
            <a:p>
              <a:pPr algn="ctr">
                <a:defRPr/>
              </a:pPr>
              <a:r>
                <a:rPr lang="en-US" altLang="zh-CN" sz="1000" dirty="0">
                  <a:solidFill>
                    <a:schemeClr val="tx1">
                      <a:lumMod val="85000"/>
                      <a:lumOff val="15000"/>
                    </a:schemeClr>
                  </a:solidFill>
                  <a:latin typeface="Georgia" panose="02040502050405020303" pitchFamily="18" charset="0"/>
                  <a:ea typeface="微软雅黑" pitchFamily="34" charset="-122"/>
                  <a:sym typeface="News Gothic MT" charset="0"/>
                </a:rPr>
                <a:t>STEP 4</a:t>
              </a:r>
              <a:endParaRPr lang="zh-CN" altLang="en-US" sz="1000" dirty="0">
                <a:solidFill>
                  <a:schemeClr val="tx1">
                    <a:lumMod val="85000"/>
                    <a:lumOff val="15000"/>
                  </a:schemeClr>
                </a:solidFill>
                <a:latin typeface="Georgia" panose="02040502050405020303" pitchFamily="18" charset="0"/>
                <a:ea typeface="微软雅黑" pitchFamily="34" charset="-122"/>
              </a:endParaRPr>
            </a:p>
          </p:txBody>
        </p:sp>
      </p:grpSp>
      <p:sp>
        <p:nvSpPr>
          <p:cNvPr id="6" name="TextBox 5"/>
          <p:cNvSpPr txBox="1"/>
          <p:nvPr/>
        </p:nvSpPr>
        <p:spPr>
          <a:xfrm>
            <a:off x="1619672" y="3198499"/>
            <a:ext cx="378311" cy="307777"/>
          </a:xfrm>
          <a:prstGeom prst="rect">
            <a:avLst/>
          </a:prstGeom>
          <a:ln>
            <a:solidFill>
              <a:srgbClr val="FF0000"/>
            </a:solidFill>
          </a:ln>
        </p:spPr>
        <p:txBody>
          <a:bodyPr wrap="square" rtlCol="0">
            <a:spAutoFit/>
          </a:bodyPr>
          <a:lstStyle/>
          <a:p>
            <a:endParaRPr lang="en-US" sz="1400" dirty="0">
              <a:solidFill>
                <a:srgbClr val="FF0000"/>
              </a:solidFill>
              <a:latin typeface="Georgia" panose="02040502050405020303" pitchFamily="18" charset="0"/>
              <a:ea typeface="黑体" pitchFamily="49" charset="-122"/>
            </a:endParaRPr>
          </a:p>
        </p:txBody>
      </p:sp>
      <p:sp>
        <p:nvSpPr>
          <p:cNvPr id="33"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smtClean="0">
                <a:latin typeface="Georgia" pitchFamily="18" charset="0"/>
                <a:ea typeface="黑体" pitchFamily="49" charset="-122"/>
              </a:rPr>
              <a:t>Services For Issuer/Cardholder</a:t>
            </a:r>
            <a:endParaRPr lang="zh-CN" altLang="en-US" sz="1800" b="1" dirty="0">
              <a:latin typeface="Georgia" pitchFamily="18" charset="0"/>
              <a:ea typeface="黑体" pitchFamily="49" charset="-122"/>
            </a:endParaRPr>
          </a:p>
        </p:txBody>
      </p:sp>
    </p:spTree>
    <p:extLst>
      <p:ext uri="{BB962C8B-B14F-4D97-AF65-F5344CB8AC3E}">
        <p14:creationId xmlns:p14="http://schemas.microsoft.com/office/powerpoint/2010/main" val="6363576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750"/>
                                        <p:tgtEl>
                                          <p:spTgt spid="21"/>
                                        </p:tgtEl>
                                      </p:cBhvr>
                                    </p:animEffect>
                                  </p:childTnLst>
                                </p:cTn>
                              </p:par>
                            </p:childTnLst>
                          </p:cTn>
                        </p:par>
                        <p:par>
                          <p:cTn id="8" fill="hold" nodeType="afterGroup">
                            <p:stCondLst>
                              <p:cond delay="750"/>
                            </p:stCondLst>
                            <p:childTnLst>
                              <p:par>
                                <p:cTn id="9" presetID="10" presetClass="entr" presetSubtype="0"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750"/>
                                        <p:tgtEl>
                                          <p:spTgt spid="47"/>
                                        </p:tgtEl>
                                      </p:cBhvr>
                                    </p:animEffect>
                                  </p:childTnLst>
                                </p:cTn>
                              </p:par>
                            </p:childTnLst>
                          </p:cTn>
                        </p:par>
                        <p:par>
                          <p:cTn id="12" fill="hold" nodeType="afterGroup">
                            <p:stCondLst>
                              <p:cond delay="1500"/>
                            </p:stCondLst>
                            <p:childTnLst>
                              <p:par>
                                <p:cTn id="13" presetID="10" presetClass="entr" presetSubtype="0" fill="hold" nodeType="after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fade">
                                      <p:cBhvr>
                                        <p:cTn id="15" dur="750"/>
                                        <p:tgtEl>
                                          <p:spTgt spid="54"/>
                                        </p:tgtEl>
                                      </p:cBhvr>
                                    </p:animEffect>
                                  </p:childTnLst>
                                </p:cTn>
                              </p:par>
                            </p:childTnLst>
                          </p:cTn>
                        </p:par>
                        <p:par>
                          <p:cTn id="16" fill="hold" nodeType="afterGroup">
                            <p:stCondLst>
                              <p:cond delay="2250"/>
                            </p:stCondLst>
                            <p:childTnLst>
                              <p:par>
                                <p:cTn id="17" presetID="10" presetClass="entr" presetSubtype="0" fill="hold" nodeType="afterEffect">
                                  <p:stCondLst>
                                    <p:cond delay="0"/>
                                  </p:stCondLst>
                                  <p:childTnLst>
                                    <p:set>
                                      <p:cBhvr>
                                        <p:cTn id="18" dur="1" fill="hold">
                                          <p:stCondLst>
                                            <p:cond delay="0"/>
                                          </p:stCondLst>
                                        </p:cTn>
                                        <p:tgtEl>
                                          <p:spTgt spid="66"/>
                                        </p:tgtEl>
                                        <p:attrNameLst>
                                          <p:attrName>style.visibility</p:attrName>
                                        </p:attrNameLst>
                                      </p:cBhvr>
                                      <p:to>
                                        <p:strVal val="visible"/>
                                      </p:to>
                                    </p:set>
                                    <p:animEffect transition="in" filter="fade">
                                      <p:cBhvr>
                                        <p:cTn id="19" dur="750"/>
                                        <p:tgtEl>
                                          <p:spTgt spid="66"/>
                                        </p:tgtEl>
                                      </p:cBhvr>
                                    </p:animEffect>
                                  </p:childTnLst>
                                </p:cTn>
                              </p:par>
                            </p:childTnLst>
                          </p:cTn>
                        </p:par>
                        <p:par>
                          <p:cTn id="20" fill="hold" nodeType="afterGroup">
                            <p:stCondLst>
                              <p:cond delay="3000"/>
                            </p:stCondLst>
                            <p:childTnLst>
                              <p:par>
                                <p:cTn id="21" presetID="10" presetClass="entr" presetSubtype="0" fill="hold" nodeType="after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fade">
                                      <p:cBhvr>
                                        <p:cTn id="23" dur="750"/>
                                        <p:tgtEl>
                                          <p:spTgt spid="69"/>
                                        </p:tgtEl>
                                      </p:cBhvr>
                                    </p:animEffect>
                                  </p:childTnLst>
                                </p:cTn>
                              </p:par>
                            </p:childTnLst>
                          </p:cTn>
                        </p:par>
                        <p:par>
                          <p:cTn id="24" fill="hold">
                            <p:stCondLst>
                              <p:cond delay="3750"/>
                            </p:stCondLst>
                            <p:childTnLst>
                              <p:par>
                                <p:cTn id="25" presetID="10" presetClass="entr" presetSubtype="0" fill="hold" nodeType="after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7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580470" y="1464979"/>
            <a:ext cx="2304257" cy="2906971"/>
            <a:chOff x="6716878" y="1542095"/>
            <a:chExt cx="2304257" cy="3045879"/>
          </a:xfrm>
        </p:grpSpPr>
        <p:sp>
          <p:nvSpPr>
            <p:cNvPr id="18" name="AutoShape 4">
              <a:extLst/>
            </p:cNvPr>
            <p:cNvSpPr>
              <a:spLocks noChangeArrowheads="1"/>
            </p:cNvSpPr>
            <p:nvPr/>
          </p:nvSpPr>
          <p:spPr bwMode="auto">
            <a:xfrm>
              <a:off x="6716878" y="1542095"/>
              <a:ext cx="2239385" cy="3045879"/>
            </a:xfrm>
            <a:prstGeom prst="roundRect">
              <a:avLst>
                <a:gd name="adj" fmla="val 4690"/>
              </a:avLst>
            </a:prstGeom>
            <a:noFill/>
            <a:ln w="19050">
              <a:solidFill>
                <a:srgbClr val="6094C8"/>
              </a:solidFill>
              <a:round/>
              <a:headEnd/>
              <a:tailEnd/>
            </a:ln>
            <a:effectLst/>
            <a:extLst>
              <a:ext uri="{909E8E84-426E-40DD-AFC4-6F175D3DCCD1}">
                <a14:hiddenFill xmlns:a14="http://schemas.microsoft.com/office/drawing/2010/main">
                  <a:solidFill>
                    <a:srgbClr val="F1D08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defTabSz="914259">
                <a:defRPr/>
              </a:pPr>
              <a:endParaRPr lang="zh-CN" altLang="en-US" kern="0">
                <a:solidFill>
                  <a:srgbClr val="0C2E84"/>
                </a:solidFill>
                <a:latin typeface="Arial" panose="020B0604020202020204" pitchFamily="34" charset="0"/>
              </a:endParaRPr>
            </a:p>
          </p:txBody>
        </p:sp>
        <p:sp>
          <p:nvSpPr>
            <p:cNvPr id="54284" name="Text Box 13"/>
            <p:cNvSpPr txBox="1">
              <a:spLocks noChangeArrowheads="1"/>
            </p:cNvSpPr>
            <p:nvPr/>
          </p:nvSpPr>
          <p:spPr bwMode="gray">
            <a:xfrm>
              <a:off x="7503773" y="1743853"/>
              <a:ext cx="13651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chemeClr val="tx1"/>
                  </a:solidFill>
                  <a:latin typeface="Verdana" pitchFamily="34" charset="0"/>
                  <a:ea typeface="宋体" pitchFamily="2" charset="-122"/>
                  <a:sym typeface="ＭＳ Ｐゴシック" pitchFamily="34" charset="-128"/>
                </a:defRPr>
              </a:lvl1pPr>
              <a:lvl2pPr marL="742950" indent="-285750">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r>
                <a:rPr lang="en-US" altLang="zh-CN" sz="1600" b="1" dirty="0" smtClean="0">
                  <a:solidFill>
                    <a:schemeClr val="tx1">
                      <a:lumMod val="75000"/>
                      <a:lumOff val="25000"/>
                    </a:schemeClr>
                  </a:solidFill>
                  <a:latin typeface="Georgia" panose="02040502050405020303" pitchFamily="18" charset="0"/>
                  <a:ea typeface="黑体" pitchFamily="49" charset="-122"/>
                </a:rPr>
                <a:t>Gateway</a:t>
              </a:r>
              <a:endParaRPr lang="en-US" altLang="zh-CN" sz="1600" b="1" dirty="0">
                <a:solidFill>
                  <a:schemeClr val="tx1">
                    <a:lumMod val="75000"/>
                    <a:lumOff val="25000"/>
                  </a:schemeClr>
                </a:solidFill>
                <a:latin typeface="Georgia" panose="02040502050405020303" pitchFamily="18" charset="0"/>
                <a:ea typeface="黑体" pitchFamily="49" charset="-122"/>
              </a:endParaRPr>
            </a:p>
            <a:p>
              <a:r>
                <a:rPr lang="en-US" altLang="zh-CN" sz="1600" b="1" dirty="0">
                  <a:solidFill>
                    <a:schemeClr val="tx1">
                      <a:lumMod val="75000"/>
                      <a:lumOff val="25000"/>
                    </a:schemeClr>
                  </a:solidFill>
                  <a:latin typeface="Georgia" panose="02040502050405020303" pitchFamily="18" charset="0"/>
                  <a:ea typeface="黑体" pitchFamily="49" charset="-122"/>
                </a:rPr>
                <a:t>Platform</a:t>
              </a:r>
            </a:p>
          </p:txBody>
        </p:sp>
        <p:sp>
          <p:nvSpPr>
            <p:cNvPr id="54276" name="Text Box 21"/>
            <p:cNvSpPr txBox="1">
              <a:spLocks noChangeArrowheads="1"/>
            </p:cNvSpPr>
            <p:nvPr/>
          </p:nvSpPr>
          <p:spPr bwMode="auto">
            <a:xfrm>
              <a:off x="6735853" y="2627462"/>
              <a:ext cx="2285282" cy="1857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6" tIns="45713" rIns="91426" bIns="45713">
              <a:spAutoFit/>
            </a:bodyPr>
            <a:lstStyle>
              <a:lvl1pPr marL="192088" indent="-192088">
                <a:defRPr sz="1400">
                  <a:solidFill>
                    <a:schemeClr val="tx1"/>
                  </a:solidFill>
                  <a:latin typeface="Verdana" pitchFamily="34" charset="0"/>
                  <a:ea typeface="宋体" pitchFamily="2" charset="-122"/>
                  <a:sym typeface="ＭＳ Ｐゴシック" pitchFamily="34" charset="-128"/>
                </a:defRPr>
              </a:lvl1pPr>
              <a:lvl2pPr marL="742950" indent="-285750">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pPr marL="285750" indent="-285750">
                <a:lnSpc>
                  <a:spcPct val="130000"/>
                </a:lnSpc>
                <a:buFont typeface="Wingdings" panose="05000000000000000000" pitchFamily="2" charset="2"/>
                <a:buChar char="p"/>
              </a:pPr>
              <a:r>
                <a:rPr lang="en-US" altLang="zh-CN" dirty="0" smtClean="0">
                  <a:latin typeface="Georgia" pitchFamily="18" charset="0"/>
                  <a:ea typeface="微软雅黑" pitchFamily="34" charset="-122"/>
                </a:rPr>
                <a:t>No SYS. development</a:t>
              </a:r>
            </a:p>
            <a:p>
              <a:pPr marL="285750" indent="-285750">
                <a:lnSpc>
                  <a:spcPct val="130000"/>
                </a:lnSpc>
                <a:buFont typeface="Wingdings" panose="05000000000000000000" pitchFamily="2" charset="2"/>
                <a:buChar char="p"/>
              </a:pPr>
              <a:r>
                <a:rPr lang="en-US" altLang="zh-CN" dirty="0">
                  <a:latin typeface="Georgia" pitchFamily="18" charset="0"/>
                  <a:ea typeface="微软雅黑" pitchFamily="34" charset="-122"/>
                </a:rPr>
                <a:t>N</a:t>
              </a:r>
              <a:r>
                <a:rPr lang="en-US" altLang="zh-CN" dirty="0" smtClean="0">
                  <a:latin typeface="Georgia" pitchFamily="18" charset="0"/>
                  <a:ea typeface="微软雅黑" pitchFamily="34" charset="-122"/>
                </a:rPr>
                <a:t>o </a:t>
              </a:r>
              <a:r>
                <a:rPr lang="en-US" altLang="zh-CN" dirty="0">
                  <a:latin typeface="Georgia" pitchFamily="18" charset="0"/>
                  <a:ea typeface="微软雅黑" pitchFamily="34" charset="-122"/>
                </a:rPr>
                <a:t>service </a:t>
              </a:r>
              <a:r>
                <a:rPr lang="en-US" altLang="zh-CN" dirty="0" smtClean="0">
                  <a:latin typeface="Georgia" pitchFamily="18" charset="0"/>
                  <a:ea typeface="微软雅黑" pitchFamily="34" charset="-122"/>
                </a:rPr>
                <a:t>fee</a:t>
              </a:r>
            </a:p>
            <a:p>
              <a:pPr marL="285750" indent="-285750">
                <a:lnSpc>
                  <a:spcPct val="130000"/>
                </a:lnSpc>
                <a:buFont typeface="Wingdings" panose="05000000000000000000" pitchFamily="2" charset="2"/>
                <a:buChar char="p"/>
              </a:pPr>
              <a:r>
                <a:rPr lang="en-US" altLang="zh-CN" dirty="0">
                  <a:latin typeface="Georgia" pitchFamily="18" charset="0"/>
                  <a:ea typeface="微软雅黑" pitchFamily="34" charset="-122"/>
                </a:rPr>
                <a:t>S</a:t>
              </a:r>
              <a:r>
                <a:rPr lang="en-US" altLang="zh-CN" dirty="0" smtClean="0">
                  <a:latin typeface="Georgia" pitchFamily="18" charset="0"/>
                  <a:ea typeface="微软雅黑" pitchFamily="34" charset="-122"/>
                </a:rPr>
                <a:t>horter </a:t>
              </a:r>
              <a:r>
                <a:rPr lang="en-US" altLang="zh-CN" dirty="0">
                  <a:latin typeface="Georgia" pitchFamily="18" charset="0"/>
                  <a:ea typeface="微软雅黑" pitchFamily="34" charset="-122"/>
                </a:rPr>
                <a:t>time to </a:t>
              </a:r>
              <a:r>
                <a:rPr lang="en-US" altLang="zh-CN" dirty="0" smtClean="0">
                  <a:latin typeface="Georgia" pitchFamily="18" charset="0"/>
                  <a:ea typeface="微软雅黑" pitchFamily="34" charset="-122"/>
                </a:rPr>
                <a:t>market</a:t>
              </a:r>
            </a:p>
            <a:p>
              <a:pPr marL="285750" indent="-285750">
                <a:lnSpc>
                  <a:spcPct val="130000"/>
                </a:lnSpc>
                <a:buFont typeface="Wingdings" panose="05000000000000000000" pitchFamily="2" charset="2"/>
                <a:buChar char="p"/>
              </a:pPr>
              <a:r>
                <a:rPr lang="en-US" altLang="zh-CN" dirty="0" smtClean="0">
                  <a:latin typeface="Georgia" pitchFamily="18" charset="0"/>
                  <a:ea typeface="微软雅黑" pitchFamily="34" charset="-122"/>
                </a:rPr>
                <a:t>No </a:t>
              </a:r>
              <a:r>
                <a:rPr lang="en-US" altLang="zh-CN" dirty="0">
                  <a:latin typeface="Georgia" pitchFamily="18" charset="0"/>
                  <a:ea typeface="微软雅黑" pitchFamily="34" charset="-122"/>
                </a:rPr>
                <a:t>certification </a:t>
              </a:r>
              <a:r>
                <a:rPr lang="en-US" altLang="zh-CN" dirty="0" smtClean="0">
                  <a:latin typeface="Georgia" pitchFamily="18" charset="0"/>
                  <a:ea typeface="微软雅黑" pitchFamily="34" charset="-122"/>
                </a:rPr>
                <a:t>test</a:t>
              </a:r>
            </a:p>
            <a:p>
              <a:pPr marL="285750" indent="-285750">
                <a:lnSpc>
                  <a:spcPct val="130000"/>
                </a:lnSpc>
                <a:buFont typeface="Wingdings" panose="05000000000000000000" pitchFamily="2" charset="2"/>
                <a:buChar char="p"/>
              </a:pPr>
              <a:r>
                <a:rPr lang="en-US" altLang="zh-CN" dirty="0">
                  <a:latin typeface="Georgia" pitchFamily="18" charset="0"/>
                  <a:ea typeface="微软雅黑" pitchFamily="34" charset="-122"/>
                </a:rPr>
                <a:t>S</a:t>
              </a:r>
              <a:r>
                <a:rPr lang="en-US" altLang="zh-CN" dirty="0" smtClean="0">
                  <a:latin typeface="Georgia" pitchFamily="18" charset="0"/>
                  <a:ea typeface="微软雅黑" pitchFamily="34" charset="-122"/>
                </a:rPr>
                <a:t>ecure solution</a:t>
              </a:r>
              <a:endParaRPr lang="fr-FR" altLang="zh-CN" dirty="0">
                <a:latin typeface="Georgia" pitchFamily="18" charset="0"/>
                <a:ea typeface="微软雅黑" pitchFamily="34" charset="-122"/>
              </a:endParaRPr>
            </a:p>
            <a:p>
              <a:pPr marL="285750" indent="-285750">
                <a:lnSpc>
                  <a:spcPct val="130000"/>
                </a:lnSpc>
                <a:buFont typeface="Wingdings" panose="05000000000000000000" pitchFamily="2" charset="2"/>
                <a:buChar char="p"/>
              </a:pPr>
              <a:r>
                <a:rPr lang="fr-FR" altLang="zh-CN" dirty="0" smtClean="0">
                  <a:latin typeface="Georgia" pitchFamily="18" charset="0"/>
                  <a:ea typeface="微软雅黑" pitchFamily="34" charset="-122"/>
                </a:rPr>
                <a:t>Merchant APP</a:t>
              </a:r>
              <a:endParaRPr lang="en-US" altLang="zh-CN" dirty="0" smtClean="0">
                <a:latin typeface="Georgia" pitchFamily="18" charset="0"/>
                <a:ea typeface="微软雅黑" pitchFamily="34" charset="-122"/>
              </a:endParaRPr>
            </a:p>
          </p:txBody>
        </p:sp>
        <p:pic>
          <p:nvPicPr>
            <p:cNvPr id="5427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7579" y="1707654"/>
              <a:ext cx="676748" cy="65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标题 1"/>
          <p:cNvSpPr txBox="1">
            <a:spLocks/>
          </p:cNvSpPr>
          <p:nvPr/>
        </p:nvSpPr>
        <p:spPr>
          <a:xfrm>
            <a:off x="267801" y="123478"/>
            <a:ext cx="7416825" cy="1246310"/>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smtClean="0">
                <a:latin typeface="Georgia" pitchFamily="18" charset="0"/>
                <a:ea typeface="黑体" pitchFamily="49" charset="-122"/>
              </a:rPr>
              <a:t>Services For Acquirer/Merchant</a:t>
            </a:r>
            <a:endParaRPr lang="zh-CN" altLang="en-US" sz="1800" b="1" dirty="0">
              <a:latin typeface="Georgia" pitchFamily="18" charset="0"/>
              <a:ea typeface="黑体" pitchFamily="49" charset="-122"/>
            </a:endParaRPr>
          </a:p>
        </p:txBody>
      </p:sp>
      <p:sp>
        <p:nvSpPr>
          <p:cNvPr id="11" name="矩形 13"/>
          <p:cNvSpPr>
            <a:spLocks noChangeArrowheads="1"/>
          </p:cNvSpPr>
          <p:nvPr/>
        </p:nvSpPr>
        <p:spPr bwMode="auto">
          <a:xfrm>
            <a:off x="395296" y="695325"/>
            <a:ext cx="8424560" cy="553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spAutoFit/>
          </a:bodyPr>
          <a:lstStyle>
            <a:lvl1pPr marL="342900" indent="-342900">
              <a:defRPr sz="1400">
                <a:solidFill>
                  <a:schemeClr val="tx1"/>
                </a:solidFill>
                <a:latin typeface="Verdana" pitchFamily="34" charset="0"/>
                <a:ea typeface="宋体" pitchFamily="2" charset="-122"/>
                <a:sym typeface="ＭＳ Ｐゴシック" pitchFamily="34" charset="-128"/>
              </a:defRPr>
            </a:lvl1pPr>
            <a:lvl2pPr>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pPr marL="0" lvl="1">
              <a:buSzPct val="100000"/>
            </a:pPr>
            <a:r>
              <a:rPr lang="en-US" altLang="zh-CN" sz="1500" b="1" dirty="0" smtClean="0">
                <a:solidFill>
                  <a:srgbClr val="C00000"/>
                </a:solidFill>
                <a:latin typeface="Georgia" panose="02040502050405020303" pitchFamily="18" charset="0"/>
                <a:ea typeface="微软雅黑" pitchFamily="34" charset="-122"/>
                <a:cs typeface="Arial" pitchFamily="34" charset="0"/>
              </a:rPr>
              <a:t>QR Code Merchant Gateway Service Platform to provide </a:t>
            </a:r>
            <a:r>
              <a:rPr lang="en-US" altLang="zh-CN" sz="1500" b="1" dirty="0">
                <a:solidFill>
                  <a:srgbClr val="C00000"/>
                </a:solidFill>
                <a:latin typeface="Georgia" panose="02040502050405020303" pitchFamily="18" charset="0"/>
                <a:ea typeface="微软雅黑" pitchFamily="34" charset="-122"/>
                <a:cs typeface="Arial" pitchFamily="34" charset="0"/>
              </a:rPr>
              <a:t>W</a:t>
            </a:r>
            <a:r>
              <a:rPr lang="en-US" altLang="zh-CN" sz="1500" b="1" dirty="0" smtClean="0">
                <a:solidFill>
                  <a:srgbClr val="C00000"/>
                </a:solidFill>
                <a:latin typeface="Georgia" panose="02040502050405020303" pitchFamily="18" charset="0"/>
                <a:ea typeface="微软雅黑" pitchFamily="34" charset="-122"/>
                <a:cs typeface="Arial" pitchFamily="34" charset="0"/>
              </a:rPr>
              <a:t>eb-based Portal </a:t>
            </a:r>
            <a:r>
              <a:rPr lang="en-US" altLang="zh-CN" sz="1500" b="1" dirty="0">
                <a:solidFill>
                  <a:srgbClr val="C00000"/>
                </a:solidFill>
                <a:latin typeface="Georgia" panose="02040502050405020303" pitchFamily="18" charset="0"/>
                <a:ea typeface="微软雅黑" pitchFamily="34" charset="-122"/>
                <a:cs typeface="Arial" pitchFamily="34" charset="0"/>
              </a:rPr>
              <a:t>for merchant management </a:t>
            </a:r>
            <a:r>
              <a:rPr lang="en-US" altLang="zh-CN" sz="1500" b="1" dirty="0" smtClean="0">
                <a:solidFill>
                  <a:srgbClr val="C00000"/>
                </a:solidFill>
                <a:latin typeface="Georgia" panose="02040502050405020303" pitchFamily="18" charset="0"/>
                <a:ea typeface="微软雅黑" pitchFamily="34" charset="-122"/>
                <a:cs typeface="Arial" pitchFamily="34" charset="0"/>
              </a:rPr>
              <a:t>and Merchant APP</a:t>
            </a:r>
          </a:p>
        </p:txBody>
      </p:sp>
      <p:pic>
        <p:nvPicPr>
          <p:cNvPr id="1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9552" y="1648142"/>
            <a:ext cx="1388010" cy="2385004"/>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pic>
        <p:nvPicPr>
          <p:cNvPr id="13"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76179" y="1648141"/>
            <a:ext cx="1383854" cy="2385003"/>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pic>
        <p:nvPicPr>
          <p:cNvPr id="14"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32040" y="1648141"/>
            <a:ext cx="1423241" cy="2385003"/>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15" name="TextBox 14"/>
          <p:cNvSpPr txBox="1"/>
          <p:nvPr/>
        </p:nvSpPr>
        <p:spPr>
          <a:xfrm>
            <a:off x="742432" y="4155926"/>
            <a:ext cx="949248" cy="461665"/>
          </a:xfrm>
          <a:prstGeom prst="rect">
            <a:avLst/>
          </a:prstGeom>
          <a:noFill/>
        </p:spPr>
        <p:txBody>
          <a:bodyPr wrap="square" rtlCol="0">
            <a:spAutoFit/>
          </a:bodyPr>
          <a:lstStyle/>
          <a:p>
            <a:pPr algn="ctr"/>
            <a:r>
              <a:rPr lang="en-US" altLang="zh-CN" sz="1200" b="1" dirty="0">
                <a:solidFill>
                  <a:srgbClr val="3B689F"/>
                </a:solidFill>
                <a:latin typeface="Georgia" panose="02040502050405020303" pitchFamily="18" charset="0"/>
                <a:cs typeface="+mn-ea"/>
              </a:rPr>
              <a:t>Static </a:t>
            </a:r>
          </a:p>
          <a:p>
            <a:pPr algn="ctr"/>
            <a:r>
              <a:rPr lang="en-US" altLang="zh-CN" sz="1200" b="1" dirty="0">
                <a:solidFill>
                  <a:srgbClr val="3B689F"/>
                </a:solidFill>
                <a:latin typeface="Georgia" panose="02040502050405020303" pitchFamily="18" charset="0"/>
                <a:cs typeface="+mn-ea"/>
              </a:rPr>
              <a:t>QRC</a:t>
            </a:r>
          </a:p>
        </p:txBody>
      </p:sp>
      <p:sp>
        <p:nvSpPr>
          <p:cNvPr id="16" name="TextBox 15"/>
          <p:cNvSpPr txBox="1"/>
          <p:nvPr/>
        </p:nvSpPr>
        <p:spPr>
          <a:xfrm>
            <a:off x="3504136" y="4155926"/>
            <a:ext cx="1283888" cy="461665"/>
          </a:xfrm>
          <a:prstGeom prst="rect">
            <a:avLst/>
          </a:prstGeom>
          <a:noFill/>
        </p:spPr>
        <p:txBody>
          <a:bodyPr wrap="square" rtlCol="0">
            <a:spAutoFit/>
          </a:bodyPr>
          <a:lstStyle>
            <a:defPPr>
              <a:defRPr lang="en-US"/>
            </a:defPPr>
            <a:lvl1pPr algn="ctr">
              <a:defRPr sz="1200" b="1">
                <a:solidFill>
                  <a:schemeClr val="tx1">
                    <a:lumMod val="65000"/>
                    <a:lumOff val="35000"/>
                  </a:schemeClr>
                </a:solidFill>
                <a:cs typeface="+mn-ea"/>
              </a:defRPr>
            </a:lvl1pPr>
          </a:lstStyle>
          <a:p>
            <a:r>
              <a:rPr lang="en-US" altLang="zh-CN" dirty="0">
                <a:solidFill>
                  <a:srgbClr val="3B689F"/>
                </a:solidFill>
                <a:latin typeface="Georgia" panose="02040502050405020303" pitchFamily="18" charset="0"/>
              </a:rPr>
              <a:t>Transaction</a:t>
            </a:r>
          </a:p>
          <a:p>
            <a:r>
              <a:rPr lang="en-US" altLang="zh-CN" dirty="0">
                <a:solidFill>
                  <a:srgbClr val="3B689F"/>
                </a:solidFill>
                <a:latin typeface="Georgia" panose="02040502050405020303" pitchFamily="18" charset="0"/>
              </a:rPr>
              <a:t>Inquiry</a:t>
            </a:r>
            <a:endParaRPr lang="zh-CN" altLang="en-US" dirty="0">
              <a:solidFill>
                <a:srgbClr val="3B689F"/>
              </a:solidFill>
              <a:latin typeface="Georgia" panose="02040502050405020303" pitchFamily="18" charset="0"/>
            </a:endParaRPr>
          </a:p>
        </p:txBody>
      </p:sp>
      <p:sp>
        <p:nvSpPr>
          <p:cNvPr id="17" name="TextBox 16"/>
          <p:cNvSpPr txBox="1"/>
          <p:nvPr/>
        </p:nvSpPr>
        <p:spPr>
          <a:xfrm>
            <a:off x="4839816" y="4157667"/>
            <a:ext cx="1676400" cy="461665"/>
          </a:xfrm>
          <a:prstGeom prst="rect">
            <a:avLst/>
          </a:prstGeom>
          <a:noFill/>
        </p:spPr>
        <p:txBody>
          <a:bodyPr wrap="square" rtlCol="0">
            <a:spAutoFit/>
          </a:bodyPr>
          <a:lstStyle>
            <a:defPPr>
              <a:defRPr lang="en-US"/>
            </a:defPPr>
            <a:lvl1pPr algn="ctr">
              <a:defRPr sz="1200" b="1">
                <a:solidFill>
                  <a:srgbClr val="3B689F"/>
                </a:solidFill>
                <a:cs typeface="+mn-ea"/>
              </a:defRPr>
            </a:lvl1pPr>
          </a:lstStyle>
          <a:p>
            <a:r>
              <a:rPr lang="en-US" altLang="zh-CN" dirty="0" smtClean="0">
                <a:latin typeface="Georgia" panose="02040502050405020303" pitchFamily="18" charset="0"/>
              </a:rPr>
              <a:t>Cancellation </a:t>
            </a:r>
            <a:r>
              <a:rPr lang="en-US" altLang="zh-CN" dirty="0">
                <a:latin typeface="Georgia" panose="02040502050405020303" pitchFamily="18" charset="0"/>
              </a:rPr>
              <a:t>&amp; Refund</a:t>
            </a:r>
            <a:endParaRPr lang="zh-CN" altLang="en-US" dirty="0">
              <a:latin typeface="Georgia" panose="02040502050405020303" pitchFamily="18" charset="0"/>
            </a:endParaRPr>
          </a:p>
        </p:txBody>
      </p:sp>
      <p:pic>
        <p:nvPicPr>
          <p:cNvPr id="19" name="Picture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23706" y="1648141"/>
            <a:ext cx="1376273" cy="2385004"/>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20" name="TextBox 19"/>
          <p:cNvSpPr txBox="1"/>
          <p:nvPr/>
        </p:nvSpPr>
        <p:spPr>
          <a:xfrm>
            <a:off x="2123728" y="4155926"/>
            <a:ext cx="949248" cy="461665"/>
          </a:xfrm>
          <a:prstGeom prst="rect">
            <a:avLst/>
          </a:prstGeom>
          <a:noFill/>
        </p:spPr>
        <p:txBody>
          <a:bodyPr wrap="square" rtlCol="0">
            <a:spAutoFit/>
          </a:bodyPr>
          <a:lstStyle>
            <a:defPPr>
              <a:defRPr lang="en-US"/>
            </a:defPPr>
            <a:lvl1pPr algn="ctr">
              <a:defRPr sz="1200" b="1">
                <a:solidFill>
                  <a:srgbClr val="3B689F"/>
                </a:solidFill>
                <a:cs typeface="+mn-ea"/>
              </a:defRPr>
            </a:lvl1pPr>
          </a:lstStyle>
          <a:p>
            <a:r>
              <a:rPr lang="en-US" altLang="zh-CN" dirty="0">
                <a:latin typeface="Georgia" panose="02040502050405020303" pitchFamily="18" charset="0"/>
              </a:rPr>
              <a:t>Dynamic</a:t>
            </a:r>
          </a:p>
          <a:p>
            <a:r>
              <a:rPr lang="en-US" altLang="zh-CN" dirty="0">
                <a:latin typeface="Georgia" panose="02040502050405020303" pitchFamily="18" charset="0"/>
              </a:rPr>
              <a:t>QRC</a:t>
            </a:r>
          </a:p>
        </p:txBody>
      </p:sp>
    </p:spTree>
    <p:extLst>
      <p:ext uri="{BB962C8B-B14F-4D97-AF65-F5344CB8AC3E}">
        <p14:creationId xmlns:p14="http://schemas.microsoft.com/office/powerpoint/2010/main" val="38982973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23119" t="30565" r="24624" b="39243"/>
          <a:stretch/>
        </p:blipFill>
        <p:spPr>
          <a:xfrm>
            <a:off x="2483768" y="915566"/>
            <a:ext cx="4176464" cy="135589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218" name="Picture 2" descr="C:\Users\zhengzuyi\Desktop\138730896.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8144" y="3075926"/>
            <a:ext cx="1080000" cy="108000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9219" name="Picture 3" descr="C:\Users\zhengzuyi\Desktop\171305976.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47984" y="3075926"/>
            <a:ext cx="1080000" cy="108000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22" name="Picture 8" descr="C:\Users\zhengzuyi\Desktop\__ (1).png"/>
          <p:cNvPicPr>
            <a:picLocks noChangeAspect="1" noChangeArrowheads="1"/>
          </p:cNvPicPr>
          <p:nvPr/>
        </p:nvPicPr>
        <p:blipFill>
          <a:blip r:embed="rId6">
            <a:biLevel thresh="75000"/>
            <a:extLst>
              <a:ext uri="{28A0092B-C50C-407E-A947-70E740481C1C}">
                <a14:useLocalDpi xmlns:a14="http://schemas.microsoft.com/office/drawing/2010/main" val="0"/>
              </a:ext>
            </a:extLst>
          </a:blip>
          <a:srcRect/>
          <a:stretch>
            <a:fillRect/>
          </a:stretch>
        </p:blipFill>
        <p:spPr bwMode="auto">
          <a:xfrm>
            <a:off x="6844861" y="874748"/>
            <a:ext cx="1399547" cy="1399547"/>
          </a:xfrm>
          <a:prstGeom prst="rect">
            <a:avLst/>
          </a:prstGeom>
          <a:noFill/>
          <a:extLst/>
        </p:spPr>
      </p:pic>
      <p:graphicFrame>
        <p:nvGraphicFramePr>
          <p:cNvPr id="9" name="图示 8"/>
          <p:cNvGraphicFramePr/>
          <p:nvPr>
            <p:extLst>
              <p:ext uri="{D42A27DB-BD31-4B8C-83A1-F6EECF244321}">
                <p14:modId xmlns:p14="http://schemas.microsoft.com/office/powerpoint/2010/main" val="1406134730"/>
              </p:ext>
            </p:extLst>
          </p:nvPr>
        </p:nvGraphicFramePr>
        <p:xfrm>
          <a:off x="6417792" y="3003798"/>
          <a:ext cx="2304256" cy="139202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9" name="TextBox 28"/>
          <p:cNvSpPr txBox="1"/>
          <p:nvPr/>
        </p:nvSpPr>
        <p:spPr>
          <a:xfrm>
            <a:off x="6948264" y="2274295"/>
            <a:ext cx="1231427" cy="338554"/>
          </a:xfrm>
          <a:prstGeom prst="rect">
            <a:avLst/>
          </a:prstGeom>
        </p:spPr>
        <p:txBody>
          <a:bodyPr wrap="none" rtlCol="0">
            <a:spAutoFit/>
          </a:bodyPr>
          <a:lstStyle/>
          <a:p>
            <a:r>
              <a:rPr lang="en-US" altLang="zh-CN" sz="1600" b="1" dirty="0" smtClean="0">
                <a:latin typeface="Georgia" panose="02040502050405020303" pitchFamily="18" charset="0"/>
                <a:ea typeface="黑体" pitchFamily="49" charset="-122"/>
              </a:rPr>
              <a:t>Acquirers</a:t>
            </a:r>
          </a:p>
        </p:txBody>
      </p:sp>
      <p:sp>
        <p:nvSpPr>
          <p:cNvPr id="12" name="TextBox 28"/>
          <p:cNvSpPr txBox="1"/>
          <p:nvPr/>
        </p:nvSpPr>
        <p:spPr>
          <a:xfrm>
            <a:off x="1166415" y="2274295"/>
            <a:ext cx="957313" cy="338554"/>
          </a:xfrm>
          <a:prstGeom prst="rect">
            <a:avLst/>
          </a:prstGeom>
        </p:spPr>
        <p:txBody>
          <a:bodyPr wrap="none" rtlCol="0">
            <a:spAutoFit/>
          </a:bodyPr>
          <a:lstStyle/>
          <a:p>
            <a:r>
              <a:rPr lang="en-US" altLang="zh-CN" sz="1600" b="1" dirty="0" smtClean="0">
                <a:latin typeface="Georgia" panose="02040502050405020303" pitchFamily="18" charset="0"/>
                <a:ea typeface="黑体" pitchFamily="49" charset="-122"/>
              </a:rPr>
              <a:t>Issuers</a:t>
            </a:r>
          </a:p>
        </p:txBody>
      </p:sp>
      <p:graphicFrame>
        <p:nvGraphicFramePr>
          <p:cNvPr id="14" name="图示 13"/>
          <p:cNvGraphicFramePr/>
          <p:nvPr>
            <p:extLst>
              <p:ext uri="{D42A27DB-BD31-4B8C-83A1-F6EECF244321}">
                <p14:modId xmlns:p14="http://schemas.microsoft.com/office/powerpoint/2010/main" val="3092350039"/>
              </p:ext>
            </p:extLst>
          </p:nvPr>
        </p:nvGraphicFramePr>
        <p:xfrm>
          <a:off x="481748" y="3003798"/>
          <a:ext cx="2304256" cy="139202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5" name="标题 1"/>
          <p:cNvSpPr txBox="1">
            <a:spLocks/>
          </p:cNvSpPr>
          <p:nvPr/>
        </p:nvSpPr>
        <p:spPr>
          <a:xfrm>
            <a:off x="267801" y="123477"/>
            <a:ext cx="7416825" cy="910395"/>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smtClean="0">
                <a:latin typeface="Georgia" pitchFamily="18" charset="0"/>
                <a:ea typeface="黑体" pitchFamily="49" charset="-122"/>
              </a:rPr>
              <a:t>Flexible Implementation</a:t>
            </a:r>
            <a:endParaRPr lang="en-US" altLang="zh-CN" b="1" dirty="0">
              <a:latin typeface="Georgia" pitchFamily="18" charset="0"/>
              <a:ea typeface="黑体" pitchFamily="49" charset="-122"/>
            </a:endParaRPr>
          </a:p>
        </p:txBody>
      </p:sp>
      <p:pic>
        <p:nvPicPr>
          <p:cNvPr id="3" name="图片 2"/>
          <p:cNvPicPr>
            <a:picLocks noChangeAspect="1"/>
          </p:cNvPicPr>
          <p:nvPr/>
        </p:nvPicPr>
        <p:blipFill rotWithShape="1">
          <a:blip r:embed="rId17">
            <a:extLst>
              <a:ext uri="{28A0092B-C50C-407E-A947-70E740481C1C}">
                <a14:useLocalDpi xmlns:a14="http://schemas.microsoft.com/office/drawing/2010/main" val="0"/>
              </a:ext>
            </a:extLst>
          </a:blip>
          <a:srcRect b="11147"/>
          <a:stretch/>
        </p:blipFill>
        <p:spPr>
          <a:xfrm>
            <a:off x="755576" y="706918"/>
            <a:ext cx="1766800" cy="1603845"/>
          </a:xfrm>
          <a:prstGeom prst="rect">
            <a:avLst/>
          </a:prstGeom>
        </p:spPr>
      </p:pic>
    </p:spTree>
    <p:extLst>
      <p:ext uri="{BB962C8B-B14F-4D97-AF65-F5344CB8AC3E}">
        <p14:creationId xmlns:p14="http://schemas.microsoft.com/office/powerpoint/2010/main" val="30174978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361549"/>
            <a:ext cx="9144000" cy="1080120"/>
          </a:xfrm>
          <a:prstGeom prst="rect">
            <a:avLst/>
          </a:prstGeom>
          <a:gradFill>
            <a:gsLst>
              <a:gs pos="100000">
                <a:schemeClr val="bg1"/>
              </a:gs>
              <a:gs pos="50000">
                <a:schemeClr val="bg1">
                  <a:lumMod val="85000"/>
                </a:schemeClr>
              </a:gs>
              <a:gs pos="100000">
                <a:schemeClr val="accent1">
                  <a:shade val="100000"/>
                  <a:satMod val="11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1361549"/>
            <a:ext cx="1691680" cy="3480197"/>
            <a:chOff x="0" y="1563638"/>
            <a:chExt cx="1691680" cy="3480197"/>
          </a:xfrm>
        </p:grpSpPr>
        <p:sp>
          <p:nvSpPr>
            <p:cNvPr id="3" name="矩形 2"/>
            <p:cNvSpPr/>
            <p:nvPr/>
          </p:nvSpPr>
          <p:spPr>
            <a:xfrm>
              <a:off x="0" y="1563638"/>
              <a:ext cx="1547664" cy="2088232"/>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5" name="文本框 4"/>
            <p:cNvSpPr txBox="1"/>
            <p:nvPr/>
          </p:nvSpPr>
          <p:spPr>
            <a:xfrm>
              <a:off x="455444" y="2427734"/>
              <a:ext cx="1236236" cy="2616101"/>
            </a:xfrm>
            <a:prstGeom prst="rect">
              <a:avLst/>
            </a:prstGeom>
            <a:noFill/>
          </p:spPr>
          <p:txBody>
            <a:bodyPr wrap="none" rtlCol="0">
              <a:spAutoFit/>
            </a:bodyPr>
            <a:lstStyle>
              <a:defPPr>
                <a:defRPr lang="zh-CN"/>
              </a:defPPr>
              <a:lvl1pPr>
                <a:defRPr sz="2400">
                  <a:solidFill>
                    <a:schemeClr val="bg1"/>
                  </a:solidFill>
                  <a:latin typeface="微软雅黑" panose="020B0503020204020204" pitchFamily="34" charset="-122"/>
                  <a:ea typeface="微软雅黑" panose="020B0503020204020204" pitchFamily="34" charset="-122"/>
                </a:defRPr>
              </a:lvl1pPr>
            </a:lstStyle>
            <a:p>
              <a:r>
                <a:rPr lang="en-US" altLang="zh-CN" sz="8200" dirty="0">
                  <a:latin typeface="黑体" pitchFamily="49" charset="-122"/>
                  <a:ea typeface="黑体" pitchFamily="49" charset="-122"/>
                </a:rPr>
                <a:t>03</a:t>
              </a:r>
            </a:p>
            <a:p>
              <a:endParaRPr lang="zh-CN" altLang="en-US" sz="8200" dirty="0">
                <a:latin typeface="黑体" pitchFamily="49" charset="-122"/>
                <a:ea typeface="黑体" pitchFamily="49" charset="-122"/>
              </a:endParaRPr>
            </a:p>
          </p:txBody>
        </p:sp>
      </p:grpSp>
      <p:sp>
        <p:nvSpPr>
          <p:cNvPr id="7" name="文本框 6"/>
          <p:cNvSpPr txBox="1"/>
          <p:nvPr/>
        </p:nvSpPr>
        <p:spPr>
          <a:xfrm>
            <a:off x="1691680" y="3195654"/>
            <a:ext cx="7452320" cy="384208"/>
          </a:xfrm>
          <a:prstGeom prst="rect">
            <a:avLst/>
          </a:prstGeom>
        </p:spPr>
        <p:txBody>
          <a:bodyPr wrap="square" rtlCol="0">
            <a:spAutoFit/>
          </a:bodyPr>
          <a:lstStyle/>
          <a:p>
            <a:pPr>
              <a:lnSpc>
                <a:spcPts val="1800"/>
              </a:lnSpc>
            </a:pPr>
            <a:r>
              <a:rPr lang="en-US" altLang="zh-CN" sz="4000" b="1" dirty="0" smtClean="0">
                <a:solidFill>
                  <a:srgbClr val="2E5C9E"/>
                </a:solidFill>
                <a:latin typeface="Georgia" pitchFamily="18" charset="0"/>
                <a:ea typeface="微软雅黑" panose="020B0503020204020204" pitchFamily="34" charset="-122"/>
                <a:cs typeface="Arial" pitchFamily="34" charset="0"/>
              </a:rPr>
              <a:t>How To Cooperate?</a:t>
            </a:r>
            <a:endParaRPr lang="sv-SE" altLang="zh-CN" sz="4000" b="1" dirty="0">
              <a:solidFill>
                <a:srgbClr val="2E5C9E"/>
              </a:solidFill>
              <a:latin typeface="Georgia" pitchFamily="18" charset="0"/>
              <a:ea typeface="微软雅黑" panose="020B0503020204020204" pitchFamily="34" charset="-122"/>
              <a:cs typeface="Arial" pitchFamily="34" charset="0"/>
            </a:endParaRPr>
          </a:p>
        </p:txBody>
      </p:sp>
    </p:spTree>
    <p:extLst>
      <p:ext uri="{BB962C8B-B14F-4D97-AF65-F5344CB8AC3E}">
        <p14:creationId xmlns:p14="http://schemas.microsoft.com/office/powerpoint/2010/main" val="26766023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How to Work </a:t>
            </a:r>
            <a:r>
              <a:rPr lang="en-US" altLang="zh-CN" b="1" dirty="0" smtClean="0">
                <a:latin typeface="Georgia" pitchFamily="18" charset="0"/>
                <a:ea typeface="黑体" pitchFamily="49" charset="-122"/>
              </a:rPr>
              <a:t>for QR Code Acquirer</a:t>
            </a:r>
            <a:endParaRPr lang="zh-CN" altLang="en-US" b="1" dirty="0">
              <a:latin typeface="Georgia" pitchFamily="18" charset="0"/>
              <a:ea typeface="黑体" pitchFamily="49" charset="-122"/>
            </a:endParaRPr>
          </a:p>
        </p:txBody>
      </p:sp>
      <p:grpSp>
        <p:nvGrpSpPr>
          <p:cNvPr id="2" name="组合 1">
            <a:extLst>
              <a:ext uri="{FF2B5EF4-FFF2-40B4-BE49-F238E27FC236}">
                <a16:creationId xmlns:a16="http://schemas.microsoft.com/office/drawing/2014/main" id="{AED66C33-9BD7-43F8-8908-F17601666767}"/>
              </a:ext>
            </a:extLst>
          </p:cNvPr>
          <p:cNvGrpSpPr/>
          <p:nvPr/>
        </p:nvGrpSpPr>
        <p:grpSpPr>
          <a:xfrm>
            <a:off x="467544" y="1103978"/>
            <a:ext cx="5508272" cy="3780000"/>
            <a:chOff x="1192899" y="1131590"/>
            <a:chExt cx="3806619" cy="3780000"/>
          </a:xfrm>
        </p:grpSpPr>
        <p:sp>
          <p:nvSpPr>
            <p:cNvPr id="4" name="流程图: 数据 3">
              <a:extLst>
                <a:ext uri="{FF2B5EF4-FFF2-40B4-BE49-F238E27FC236}">
                  <a16:creationId xmlns:a16="http://schemas.microsoft.com/office/drawing/2014/main" id="{69BEC95B-CAEE-4DE9-B0B2-27807D573DE1}"/>
                </a:ext>
              </a:extLst>
            </p:cNvPr>
            <p:cNvSpPr/>
            <p:nvPr/>
          </p:nvSpPr>
          <p:spPr>
            <a:xfrm>
              <a:off x="1192899" y="1131590"/>
              <a:ext cx="2114684" cy="3780000"/>
            </a:xfrm>
            <a:prstGeom prst="parallelogram">
              <a:avLst/>
            </a:prstGeom>
            <a:solidFill>
              <a:srgbClr val="DE1B23"/>
            </a:solidFill>
            <a:ln>
              <a:solidFill>
                <a:schemeClr val="bg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20904" tIns="1561298" rIns="120904" bIns="841102" numCol="1" spcCol="1270" anchor="t" anchorCtr="1">
              <a:noAutofit/>
            </a:bodyPr>
            <a:lstStyle/>
            <a:p>
              <a:pPr marL="0" lvl="0" indent="0" algn="l" defTabSz="755650" rtl="0">
                <a:lnSpc>
                  <a:spcPct val="90000"/>
                </a:lnSpc>
                <a:spcBef>
                  <a:spcPct val="0"/>
                </a:spcBef>
                <a:spcAft>
                  <a:spcPct val="35000"/>
                </a:spcAft>
                <a:buNone/>
              </a:pPr>
              <a:endParaRPr lang="en-US" sz="1700" b="1" kern="1200" dirty="0"/>
            </a:p>
            <a:p>
              <a:pPr marL="0" lvl="0" indent="0" defTabSz="755650" rtl="0">
                <a:lnSpc>
                  <a:spcPct val="90000"/>
                </a:lnSpc>
                <a:spcBef>
                  <a:spcPct val="0"/>
                </a:spcBef>
                <a:spcAft>
                  <a:spcPct val="35000"/>
                </a:spcAft>
                <a:buNone/>
              </a:pPr>
              <a:r>
                <a:rPr lang="en-US" sz="1700" b="1" kern="1200" dirty="0">
                  <a:latin typeface="Georgia" panose="02040502050405020303" pitchFamily="18" charset="0"/>
                </a:rPr>
                <a:t>    </a:t>
              </a:r>
              <a:endParaRPr lang="zh-CN" sz="1300" kern="1200" dirty="0">
                <a:latin typeface="Georgia" panose="02040502050405020303" pitchFamily="18" charset="0"/>
              </a:endParaRPr>
            </a:p>
          </p:txBody>
        </p:sp>
        <p:sp>
          <p:nvSpPr>
            <p:cNvPr id="5" name="椭圆 4">
              <a:extLst>
                <a:ext uri="{FF2B5EF4-FFF2-40B4-BE49-F238E27FC236}">
                  <a16:creationId xmlns:a16="http://schemas.microsoft.com/office/drawing/2014/main" id="{2DCA826A-9AA1-4E01-9827-E478FF63EED5}"/>
                </a:ext>
              </a:extLst>
            </p:cNvPr>
            <p:cNvSpPr/>
            <p:nvPr/>
          </p:nvSpPr>
          <p:spPr>
            <a:xfrm>
              <a:off x="1740290" y="1289806"/>
              <a:ext cx="1243931" cy="1800000"/>
            </a:xfrm>
            <a:prstGeom prst="ellipse">
              <a:avLst/>
            </a:prstGeom>
            <a:blipFill>
              <a:blip r:embed="rId3" cstate="print">
                <a:extLst>
                  <a:ext uri="{28A0092B-C50C-407E-A947-70E740481C1C}">
                    <a14:useLocalDpi xmlns:a14="http://schemas.microsoft.com/office/drawing/2010/main" val="0"/>
                  </a:ext>
                </a:extLst>
              </a:blip>
              <a:srcRect/>
              <a:stretch>
                <a:fillRect l="-30000" r="-30000"/>
              </a:stretch>
            </a:blipFill>
            <a:ln>
              <a:solidFill>
                <a:schemeClr val="bg1">
                  <a:lumMod val="85000"/>
                </a:schemeClr>
              </a:solidFill>
            </a:ln>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sp>
        <p:sp>
          <p:nvSpPr>
            <p:cNvPr id="6" name="平行四边形 5">
              <a:extLst>
                <a:ext uri="{FF2B5EF4-FFF2-40B4-BE49-F238E27FC236}">
                  <a16:creationId xmlns:a16="http://schemas.microsoft.com/office/drawing/2014/main" id="{EE9ABB3A-319D-4791-BC1D-171E86D46070}"/>
                </a:ext>
              </a:extLst>
            </p:cNvPr>
            <p:cNvSpPr/>
            <p:nvPr/>
          </p:nvSpPr>
          <p:spPr>
            <a:xfrm>
              <a:off x="2884834" y="1131590"/>
              <a:ext cx="2114684" cy="3780000"/>
            </a:xfrm>
            <a:prstGeom prst="parallelogram">
              <a:avLst/>
            </a:prstGeom>
            <a:solidFill>
              <a:srgbClr val="12315E"/>
            </a:solidFill>
            <a:ln>
              <a:solidFill>
                <a:schemeClr val="bg1"/>
              </a:solidFill>
            </a:ln>
          </p:spPr>
          <p:style>
            <a:lnRef idx="2">
              <a:schemeClr val="lt1">
                <a:hueOff val="0"/>
                <a:satOff val="0"/>
                <a:lumOff val="0"/>
                <a:alphaOff val="0"/>
              </a:schemeClr>
            </a:lnRef>
            <a:fillRef idx="1">
              <a:scrgbClr r="0" g="0" b="0"/>
            </a:fillRef>
            <a:effectRef idx="0">
              <a:schemeClr val="accent2">
                <a:hueOff val="-661686"/>
                <a:satOff val="746"/>
                <a:lumOff val="1765"/>
                <a:alphaOff val="0"/>
              </a:schemeClr>
            </a:effectRef>
            <a:fontRef idx="minor">
              <a:schemeClr val="lt1"/>
            </a:fontRef>
          </p:style>
          <p:txBody>
            <a:bodyPr spcFirstLastPara="0" vert="horz" wrap="square" lIns="120904" tIns="1561298" rIns="120904" bIns="841102" numCol="1" spcCol="1270" anchor="t" anchorCtr="1">
              <a:noAutofit/>
            </a:bodyPr>
            <a:lstStyle/>
            <a:p>
              <a:pPr marL="0" lvl="0" indent="0" defTabSz="755650" rtl="0">
                <a:lnSpc>
                  <a:spcPct val="90000"/>
                </a:lnSpc>
                <a:spcBef>
                  <a:spcPct val="0"/>
                </a:spcBef>
                <a:spcAft>
                  <a:spcPct val="35000"/>
                </a:spcAft>
                <a:buNone/>
              </a:pPr>
              <a:endParaRPr lang="zh-CN" sz="1300" kern="1200" dirty="0">
                <a:latin typeface="Georgia" pitchFamily="18" charset="0"/>
              </a:endParaRPr>
            </a:p>
          </p:txBody>
        </p:sp>
        <p:sp>
          <p:nvSpPr>
            <p:cNvPr id="7" name="椭圆 6">
              <a:extLst>
                <a:ext uri="{FF2B5EF4-FFF2-40B4-BE49-F238E27FC236}">
                  <a16:creationId xmlns:a16="http://schemas.microsoft.com/office/drawing/2014/main" id="{A555CB06-1F50-4B2A-BDF2-63742309787F}"/>
                </a:ext>
              </a:extLst>
            </p:cNvPr>
            <p:cNvSpPr/>
            <p:nvPr/>
          </p:nvSpPr>
          <p:spPr>
            <a:xfrm>
              <a:off x="3432225" y="1289806"/>
              <a:ext cx="1243931" cy="1800000"/>
            </a:xfrm>
            <a:prstGeom prst="ellipse">
              <a:avLst/>
            </a:prstGeom>
            <a:blipFill>
              <a:blip r:embed="rId4">
                <a:extLst>
                  <a:ext uri="{28A0092B-C50C-407E-A947-70E740481C1C}">
                    <a14:useLocalDpi xmlns:a14="http://schemas.microsoft.com/office/drawing/2010/main" val="0"/>
                  </a:ext>
                </a:extLst>
              </a:blip>
              <a:srcRect/>
              <a:stretch>
                <a:fillRect t="-16000" b="-16000"/>
              </a:stretch>
            </a:blipFill>
            <a:ln>
              <a:solidFill>
                <a:schemeClr val="bg1">
                  <a:lumMod val="85000"/>
                </a:schemeClr>
              </a:solidFill>
            </a:ln>
          </p:spPr>
          <p:style>
            <a:lnRef idx="2">
              <a:schemeClr val="lt1">
                <a:hueOff val="0"/>
                <a:satOff val="0"/>
                <a:lumOff val="0"/>
                <a:alphaOff val="0"/>
              </a:schemeClr>
            </a:lnRef>
            <a:fillRef idx="1">
              <a:scrgbClr r="0" g="0" b="0"/>
            </a:fillRef>
            <a:effectRef idx="0">
              <a:schemeClr val="accent2">
                <a:tint val="50000"/>
                <a:hueOff val="-910617"/>
                <a:satOff val="6123"/>
                <a:lumOff val="721"/>
                <a:alphaOff val="0"/>
              </a:schemeClr>
            </a:effectRef>
            <a:fontRef idx="minor">
              <a:schemeClr val="lt1">
                <a:hueOff val="0"/>
                <a:satOff val="0"/>
                <a:lumOff val="0"/>
                <a:alphaOff val="0"/>
              </a:schemeClr>
            </a:fontRef>
          </p:style>
        </p:sp>
      </p:grpSp>
      <p:sp>
        <p:nvSpPr>
          <p:cNvPr id="8" name="平行四边形 7">
            <a:extLst>
              <a:ext uri="{FF2B5EF4-FFF2-40B4-BE49-F238E27FC236}">
                <a16:creationId xmlns:a16="http://schemas.microsoft.com/office/drawing/2014/main" id="{EE9ABB3A-319D-4791-BC1D-171E86D46070}"/>
              </a:ext>
            </a:extLst>
          </p:cNvPr>
          <p:cNvSpPr/>
          <p:nvPr/>
        </p:nvSpPr>
        <p:spPr>
          <a:xfrm>
            <a:off x="5364088" y="1103978"/>
            <a:ext cx="3060000" cy="3780000"/>
          </a:xfrm>
          <a:prstGeom prst="parallelogram">
            <a:avLst/>
          </a:prstGeom>
          <a:solidFill>
            <a:schemeClr val="accent6">
              <a:lumMod val="75000"/>
            </a:schemeClr>
          </a:solidFill>
        </p:spPr>
        <p:style>
          <a:lnRef idx="2">
            <a:schemeClr val="lt1">
              <a:hueOff val="0"/>
              <a:satOff val="0"/>
              <a:lumOff val="0"/>
              <a:alphaOff val="0"/>
            </a:schemeClr>
          </a:lnRef>
          <a:fillRef idx="1">
            <a:scrgbClr r="0" g="0" b="0"/>
          </a:fillRef>
          <a:effectRef idx="0">
            <a:schemeClr val="accent2">
              <a:hueOff val="-661686"/>
              <a:satOff val="746"/>
              <a:lumOff val="1765"/>
              <a:alphaOff val="0"/>
            </a:schemeClr>
          </a:effectRef>
          <a:fontRef idx="minor">
            <a:schemeClr val="lt1"/>
          </a:fontRef>
        </p:style>
        <p:txBody>
          <a:bodyPr spcFirstLastPara="0" vert="horz" wrap="square" lIns="120904" tIns="1561298" rIns="120904" bIns="841102" numCol="1" spcCol="1270" anchor="t" anchorCtr="1">
            <a:noAutofit/>
          </a:bodyPr>
          <a:lstStyle/>
          <a:p>
            <a:pPr marL="0" lvl="0" indent="0" defTabSz="755650" rtl="0">
              <a:lnSpc>
                <a:spcPct val="90000"/>
              </a:lnSpc>
              <a:spcBef>
                <a:spcPct val="0"/>
              </a:spcBef>
              <a:spcAft>
                <a:spcPct val="35000"/>
              </a:spcAft>
              <a:buNone/>
            </a:pPr>
            <a:endParaRPr lang="zh-CN" sz="1300" kern="1200" dirty="0">
              <a:latin typeface="Georgia" pitchFamily="18" charset="0"/>
            </a:endParaRPr>
          </a:p>
        </p:txBody>
      </p:sp>
      <p:sp>
        <p:nvSpPr>
          <p:cNvPr id="9" name="椭圆 8">
            <a:extLst>
              <a:ext uri="{FF2B5EF4-FFF2-40B4-BE49-F238E27FC236}">
                <a16:creationId xmlns:a16="http://schemas.microsoft.com/office/drawing/2014/main" id="{A555CB06-1F50-4B2A-BDF2-63742309787F}"/>
              </a:ext>
            </a:extLst>
          </p:cNvPr>
          <p:cNvSpPr/>
          <p:nvPr/>
        </p:nvSpPr>
        <p:spPr>
          <a:xfrm>
            <a:off x="6201312" y="1262194"/>
            <a:ext cx="1799999" cy="1800000"/>
          </a:xfrm>
          <a:prstGeom prst="ellipse">
            <a:avLst/>
          </a:prstGeom>
          <a:blipFill>
            <a:blip r:embed="rId4">
              <a:extLst>
                <a:ext uri="{28A0092B-C50C-407E-A947-70E740481C1C}">
                  <a14:useLocalDpi xmlns:a14="http://schemas.microsoft.com/office/drawing/2010/main" val="0"/>
                </a:ext>
              </a:extLst>
            </a:blip>
            <a:srcRect/>
            <a:stretch>
              <a:fillRect t="-16000" b="-16000"/>
            </a:stretch>
          </a:blipFill>
          <a:ln>
            <a:solidFill>
              <a:schemeClr val="bg1">
                <a:lumMod val="85000"/>
              </a:schemeClr>
            </a:solidFill>
          </a:ln>
        </p:spPr>
        <p:style>
          <a:lnRef idx="2">
            <a:schemeClr val="lt1">
              <a:hueOff val="0"/>
              <a:satOff val="0"/>
              <a:lumOff val="0"/>
              <a:alphaOff val="0"/>
            </a:schemeClr>
          </a:lnRef>
          <a:fillRef idx="1">
            <a:scrgbClr r="0" g="0" b="0"/>
          </a:fillRef>
          <a:effectRef idx="0">
            <a:schemeClr val="accent2">
              <a:tint val="50000"/>
              <a:hueOff val="-910617"/>
              <a:satOff val="6123"/>
              <a:lumOff val="721"/>
              <a:alphaOff val="0"/>
            </a:schemeClr>
          </a:effectRef>
          <a:fontRef idx="minor">
            <a:schemeClr val="lt1">
              <a:hueOff val="0"/>
              <a:satOff val="0"/>
              <a:lumOff val="0"/>
              <a:alphaOff val="0"/>
            </a:schemeClr>
          </a:fontRef>
        </p:style>
      </p:sp>
      <p:pic>
        <p:nvPicPr>
          <p:cNvPr id="3" name="图片 2"/>
          <p:cNvPicPr>
            <a:picLocks/>
          </p:cNvPicPr>
          <p:nvPr/>
        </p:nvPicPr>
        <p:blipFill rotWithShape="1">
          <a:blip r:embed="rId5" cstate="print">
            <a:extLst>
              <a:ext uri="{28A0092B-C50C-407E-A947-70E740481C1C}">
                <a14:useLocalDpi xmlns:a14="http://schemas.microsoft.com/office/drawing/2010/main" val="0"/>
              </a:ext>
            </a:extLst>
          </a:blip>
          <a:srcRect r="37656"/>
          <a:stretch/>
        </p:blipFill>
        <p:spPr>
          <a:xfrm>
            <a:off x="6201311" y="1262194"/>
            <a:ext cx="1800000" cy="1800000"/>
          </a:xfrm>
          <a:prstGeom prst="flowChartConnector">
            <a:avLst/>
          </a:prstGeom>
        </p:spPr>
      </p:pic>
      <p:sp>
        <p:nvSpPr>
          <p:cNvPr id="10" name="TextBox 9"/>
          <p:cNvSpPr txBox="1"/>
          <p:nvPr/>
        </p:nvSpPr>
        <p:spPr>
          <a:xfrm>
            <a:off x="3203848" y="3305249"/>
            <a:ext cx="2088232" cy="1384995"/>
          </a:xfrm>
          <a:prstGeom prst="rect">
            <a:avLst/>
          </a:prstGeom>
        </p:spPr>
        <p:txBody>
          <a:bodyPr wrap="square" rtlCol="0">
            <a:spAutoFit/>
          </a:bodyPr>
          <a:lstStyle/>
          <a:p>
            <a:pPr algn="ctr"/>
            <a:r>
              <a:rPr lang="en-US" altLang="zh-CN" sz="2400" b="1" dirty="0" smtClean="0">
                <a:solidFill>
                  <a:schemeClr val="bg1"/>
                </a:solidFill>
                <a:latin typeface="Georgia" panose="02040502050405020303" pitchFamily="18" charset="0"/>
                <a:ea typeface="黑体" pitchFamily="49" charset="-122"/>
              </a:rPr>
              <a:t>TPSP</a:t>
            </a:r>
          </a:p>
          <a:p>
            <a:pPr algn="ctr"/>
            <a:endParaRPr lang="en-US" altLang="zh-CN" sz="2400" b="1" dirty="0" smtClean="0">
              <a:solidFill>
                <a:schemeClr val="bg1"/>
              </a:solidFill>
              <a:latin typeface="Georgia" panose="02040502050405020303" pitchFamily="18" charset="0"/>
              <a:ea typeface="黑体" pitchFamily="49" charset="-122"/>
            </a:endParaRPr>
          </a:p>
          <a:p>
            <a:pPr algn="ctr"/>
            <a:r>
              <a:rPr lang="en-US" altLang="zh-CN" sz="1200" dirty="0" smtClean="0">
                <a:solidFill>
                  <a:schemeClr val="bg1"/>
                </a:solidFill>
                <a:latin typeface="Georgia" panose="02040502050405020303" pitchFamily="18" charset="0"/>
                <a:ea typeface="黑体" pitchFamily="49" charset="-122"/>
              </a:rPr>
              <a:t>Cooperate with UPI existing acquirer for </a:t>
            </a:r>
            <a:r>
              <a:rPr lang="en-US" altLang="zh-CN" sz="1200" b="1" u="sng" dirty="0" smtClean="0">
                <a:solidFill>
                  <a:schemeClr val="bg1"/>
                </a:solidFill>
                <a:latin typeface="Georgia" panose="02040502050405020303" pitchFamily="18" charset="0"/>
                <a:ea typeface="黑体" pitchFamily="49" charset="-122"/>
              </a:rPr>
              <a:t>system</a:t>
            </a:r>
            <a:r>
              <a:rPr lang="en-US" altLang="zh-CN" sz="1200" dirty="0" smtClean="0">
                <a:solidFill>
                  <a:schemeClr val="bg1"/>
                </a:solidFill>
                <a:latin typeface="Georgia" panose="02040502050405020303" pitchFamily="18" charset="0"/>
                <a:ea typeface="黑体" pitchFamily="49" charset="-122"/>
              </a:rPr>
              <a:t> or </a:t>
            </a:r>
            <a:r>
              <a:rPr lang="en-US" altLang="zh-CN" sz="1200" b="1" u="sng" dirty="0" smtClean="0">
                <a:solidFill>
                  <a:schemeClr val="bg1"/>
                </a:solidFill>
                <a:latin typeface="Georgia" panose="02040502050405020303" pitchFamily="18" charset="0"/>
                <a:ea typeface="黑体" pitchFamily="49" charset="-122"/>
              </a:rPr>
              <a:t>terminal</a:t>
            </a:r>
            <a:r>
              <a:rPr lang="en-US" altLang="zh-CN" sz="1200" dirty="0" smtClean="0">
                <a:solidFill>
                  <a:schemeClr val="bg1"/>
                </a:solidFill>
                <a:latin typeface="Georgia" panose="02040502050405020303" pitchFamily="18" charset="0"/>
                <a:ea typeface="黑体" pitchFamily="49" charset="-122"/>
              </a:rPr>
              <a:t> work</a:t>
            </a:r>
          </a:p>
        </p:txBody>
      </p:sp>
      <p:sp>
        <p:nvSpPr>
          <p:cNvPr id="12" name="TextBox 11"/>
          <p:cNvSpPr txBox="1"/>
          <p:nvPr/>
        </p:nvSpPr>
        <p:spPr>
          <a:xfrm>
            <a:off x="1024621" y="3305249"/>
            <a:ext cx="1603163" cy="1215717"/>
          </a:xfrm>
          <a:prstGeom prst="rect">
            <a:avLst/>
          </a:prstGeom>
        </p:spPr>
        <p:txBody>
          <a:bodyPr wrap="square" rtlCol="0">
            <a:spAutoFit/>
          </a:bodyPr>
          <a:lstStyle/>
          <a:p>
            <a:pPr algn="ctr"/>
            <a:r>
              <a:rPr lang="en-US" altLang="zh-CN" sz="2000" b="1" dirty="0" smtClean="0">
                <a:solidFill>
                  <a:schemeClr val="bg1"/>
                </a:solidFill>
                <a:latin typeface="Georgia" panose="02040502050405020303" pitchFamily="18" charset="0"/>
                <a:ea typeface="黑体" pitchFamily="49" charset="-122"/>
              </a:rPr>
              <a:t>QR Code</a:t>
            </a:r>
          </a:p>
          <a:p>
            <a:pPr algn="ctr"/>
            <a:r>
              <a:rPr lang="en-US" altLang="zh-CN" sz="2000" b="1" dirty="0" smtClean="0">
                <a:solidFill>
                  <a:schemeClr val="bg1"/>
                </a:solidFill>
                <a:latin typeface="Georgia" panose="02040502050405020303" pitchFamily="18" charset="0"/>
                <a:ea typeface="黑体" pitchFamily="49" charset="-122"/>
              </a:rPr>
              <a:t>Acquirer</a:t>
            </a:r>
          </a:p>
          <a:p>
            <a:pPr algn="ctr"/>
            <a:endParaRPr lang="en-US" altLang="zh-CN" sz="900" b="1" dirty="0" smtClean="0">
              <a:solidFill>
                <a:schemeClr val="bg1"/>
              </a:solidFill>
              <a:latin typeface="Georgia" panose="02040502050405020303" pitchFamily="18" charset="0"/>
              <a:ea typeface="黑体" pitchFamily="49" charset="-122"/>
            </a:endParaRPr>
          </a:p>
          <a:p>
            <a:pPr algn="ctr"/>
            <a:r>
              <a:rPr lang="en-US" altLang="zh-CN" sz="1200" dirty="0" smtClean="0">
                <a:solidFill>
                  <a:schemeClr val="bg1"/>
                </a:solidFill>
                <a:latin typeface="Georgia" panose="02040502050405020303" pitchFamily="18" charset="0"/>
                <a:ea typeface="黑体" pitchFamily="49" charset="-122"/>
              </a:rPr>
              <a:t>Apply UPI QR Code acquiring license</a:t>
            </a:r>
            <a:endParaRPr lang="zh-CN" altLang="en-US" sz="1200" dirty="0" smtClean="0">
              <a:solidFill>
                <a:schemeClr val="bg1"/>
              </a:solidFill>
              <a:latin typeface="Georgia" panose="02040502050405020303" pitchFamily="18" charset="0"/>
              <a:ea typeface="黑体" pitchFamily="49" charset="-122"/>
            </a:endParaRPr>
          </a:p>
        </p:txBody>
      </p:sp>
      <p:sp>
        <p:nvSpPr>
          <p:cNvPr id="15" name="TextBox 14"/>
          <p:cNvSpPr txBox="1"/>
          <p:nvPr/>
        </p:nvSpPr>
        <p:spPr>
          <a:xfrm>
            <a:off x="5940152" y="3305249"/>
            <a:ext cx="1603163" cy="1215717"/>
          </a:xfrm>
          <a:prstGeom prst="rect">
            <a:avLst/>
          </a:prstGeom>
        </p:spPr>
        <p:txBody>
          <a:bodyPr wrap="square" rtlCol="0">
            <a:spAutoFit/>
          </a:bodyPr>
          <a:lstStyle/>
          <a:p>
            <a:pPr algn="ctr"/>
            <a:r>
              <a:rPr lang="en-US" altLang="zh-CN" sz="2000" b="1" dirty="0" smtClean="0">
                <a:solidFill>
                  <a:schemeClr val="bg1"/>
                </a:solidFill>
                <a:latin typeface="Georgia" panose="02040502050405020303" pitchFamily="18" charset="0"/>
                <a:ea typeface="黑体" pitchFamily="49" charset="-122"/>
              </a:rPr>
              <a:t>Payment</a:t>
            </a:r>
          </a:p>
          <a:p>
            <a:pPr algn="ctr"/>
            <a:r>
              <a:rPr lang="en-US" altLang="zh-CN" sz="2000" b="1" dirty="0" smtClean="0">
                <a:solidFill>
                  <a:schemeClr val="bg1"/>
                </a:solidFill>
                <a:latin typeface="Georgia" panose="02040502050405020303" pitchFamily="18" charset="0"/>
                <a:ea typeface="黑体" pitchFamily="49" charset="-122"/>
              </a:rPr>
              <a:t>Facilitator</a:t>
            </a:r>
          </a:p>
          <a:p>
            <a:pPr algn="ctr"/>
            <a:endParaRPr lang="en-US" altLang="zh-CN" sz="900" b="1" dirty="0" smtClean="0">
              <a:solidFill>
                <a:schemeClr val="bg1"/>
              </a:solidFill>
              <a:latin typeface="Georgia" panose="02040502050405020303" pitchFamily="18" charset="0"/>
              <a:ea typeface="黑体" pitchFamily="49" charset="-122"/>
            </a:endParaRPr>
          </a:p>
          <a:p>
            <a:pPr algn="ctr"/>
            <a:r>
              <a:rPr lang="en-US" altLang="zh-CN" sz="1200" dirty="0" smtClean="0">
                <a:solidFill>
                  <a:schemeClr val="bg1"/>
                </a:solidFill>
                <a:latin typeface="Georgia" panose="02040502050405020303" pitchFamily="18" charset="0"/>
                <a:ea typeface="黑体" pitchFamily="49" charset="-122"/>
              </a:rPr>
              <a:t>Endorsed by UPI existing acquirer</a:t>
            </a:r>
            <a:endParaRPr lang="zh-CN" altLang="en-US" sz="1200" dirty="0" smtClean="0">
              <a:solidFill>
                <a:schemeClr val="bg1"/>
              </a:solidFill>
              <a:latin typeface="Georgia" panose="02040502050405020303" pitchFamily="18" charset="0"/>
              <a:ea typeface="黑体" pitchFamily="49" charset="-122"/>
            </a:endParaRPr>
          </a:p>
        </p:txBody>
      </p:sp>
    </p:spTree>
    <p:extLst>
      <p:ext uri="{BB962C8B-B14F-4D97-AF65-F5344CB8AC3E}">
        <p14:creationId xmlns:p14="http://schemas.microsoft.com/office/powerpoint/2010/main" val="24702013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3563888" y="3305249"/>
            <a:ext cx="1603163" cy="1215717"/>
          </a:xfrm>
          <a:prstGeom prst="rect">
            <a:avLst/>
          </a:prstGeom>
        </p:spPr>
        <p:txBody>
          <a:bodyPr wrap="square" rtlCol="0">
            <a:spAutoFit/>
          </a:bodyPr>
          <a:lstStyle/>
          <a:p>
            <a:pPr algn="ctr"/>
            <a:r>
              <a:rPr lang="en-US" altLang="zh-CN" sz="2000" b="1" dirty="0" smtClean="0">
                <a:solidFill>
                  <a:schemeClr val="bg1"/>
                </a:solidFill>
                <a:latin typeface="Georgia" panose="02040502050405020303" pitchFamily="18" charset="0"/>
                <a:ea typeface="黑体" pitchFamily="49" charset="-122"/>
              </a:rPr>
              <a:t>QR Code</a:t>
            </a:r>
          </a:p>
          <a:p>
            <a:pPr algn="ctr"/>
            <a:r>
              <a:rPr lang="en-US" altLang="zh-CN" sz="2000" b="1" dirty="0" smtClean="0">
                <a:solidFill>
                  <a:schemeClr val="bg1"/>
                </a:solidFill>
                <a:latin typeface="Georgia" panose="02040502050405020303" pitchFamily="18" charset="0"/>
                <a:ea typeface="黑体" pitchFamily="49" charset="-122"/>
              </a:rPr>
              <a:t>Acquirer</a:t>
            </a:r>
          </a:p>
          <a:p>
            <a:pPr algn="ctr"/>
            <a:endParaRPr lang="en-US" altLang="zh-CN" sz="900" b="1" dirty="0" smtClean="0">
              <a:solidFill>
                <a:schemeClr val="bg1"/>
              </a:solidFill>
              <a:latin typeface="Georgia" panose="02040502050405020303" pitchFamily="18" charset="0"/>
              <a:ea typeface="黑体" pitchFamily="49" charset="-122"/>
            </a:endParaRPr>
          </a:p>
          <a:p>
            <a:pPr algn="ctr"/>
            <a:r>
              <a:rPr lang="en-US" altLang="zh-CN" sz="1200" dirty="0" smtClean="0">
                <a:solidFill>
                  <a:schemeClr val="bg1"/>
                </a:solidFill>
                <a:latin typeface="Georgia" panose="02040502050405020303" pitchFamily="18" charset="0"/>
                <a:ea typeface="黑体" pitchFamily="49" charset="-122"/>
              </a:rPr>
              <a:t>Apply UPI QR Code acquiring license</a:t>
            </a:r>
            <a:endParaRPr lang="zh-CN" altLang="en-US" sz="1200" dirty="0" smtClean="0">
              <a:solidFill>
                <a:schemeClr val="bg1"/>
              </a:solidFill>
              <a:latin typeface="Georgia" panose="02040502050405020303" pitchFamily="18" charset="0"/>
              <a:ea typeface="黑体" pitchFamily="49" charset="-122"/>
            </a:endParaRPr>
          </a:p>
        </p:txBody>
      </p:sp>
      <p:sp>
        <p:nvSpPr>
          <p:cNvPr id="15" name="TextBox 14"/>
          <p:cNvSpPr txBox="1"/>
          <p:nvPr/>
        </p:nvSpPr>
        <p:spPr>
          <a:xfrm>
            <a:off x="5993173" y="3305249"/>
            <a:ext cx="1603163" cy="1215717"/>
          </a:xfrm>
          <a:prstGeom prst="rect">
            <a:avLst/>
          </a:prstGeom>
        </p:spPr>
        <p:txBody>
          <a:bodyPr wrap="square" rtlCol="0">
            <a:spAutoFit/>
          </a:bodyPr>
          <a:lstStyle/>
          <a:p>
            <a:pPr algn="ctr"/>
            <a:r>
              <a:rPr lang="en-US" altLang="zh-CN" sz="2000" b="1" dirty="0" smtClean="0">
                <a:solidFill>
                  <a:schemeClr val="bg1"/>
                </a:solidFill>
                <a:latin typeface="Georgia" panose="02040502050405020303" pitchFamily="18" charset="0"/>
                <a:ea typeface="黑体" pitchFamily="49" charset="-122"/>
              </a:rPr>
              <a:t>Payment</a:t>
            </a:r>
          </a:p>
          <a:p>
            <a:pPr algn="ctr"/>
            <a:r>
              <a:rPr lang="en-US" altLang="zh-CN" sz="2000" b="1" dirty="0" smtClean="0">
                <a:solidFill>
                  <a:schemeClr val="bg1"/>
                </a:solidFill>
                <a:latin typeface="Georgia" panose="02040502050405020303" pitchFamily="18" charset="0"/>
                <a:ea typeface="黑体" pitchFamily="49" charset="-122"/>
              </a:rPr>
              <a:t>Facilitator</a:t>
            </a:r>
          </a:p>
          <a:p>
            <a:pPr algn="ctr"/>
            <a:endParaRPr lang="en-US" altLang="zh-CN" sz="900" b="1" dirty="0" smtClean="0">
              <a:solidFill>
                <a:schemeClr val="bg1"/>
              </a:solidFill>
              <a:latin typeface="Georgia" panose="02040502050405020303" pitchFamily="18" charset="0"/>
              <a:ea typeface="黑体" pitchFamily="49" charset="-122"/>
            </a:endParaRPr>
          </a:p>
          <a:p>
            <a:pPr algn="ctr"/>
            <a:r>
              <a:rPr lang="en-US" altLang="zh-CN" sz="1200" dirty="0" smtClean="0">
                <a:solidFill>
                  <a:schemeClr val="bg1"/>
                </a:solidFill>
                <a:latin typeface="Georgia" panose="02040502050405020303" pitchFamily="18" charset="0"/>
                <a:ea typeface="黑体" pitchFamily="49" charset="-122"/>
              </a:rPr>
              <a:t>Endorsed by UPI existing acquirer</a:t>
            </a:r>
            <a:endParaRPr lang="zh-CN" altLang="en-US" sz="1200" dirty="0" smtClean="0">
              <a:solidFill>
                <a:schemeClr val="bg1"/>
              </a:solidFill>
              <a:latin typeface="Georgia" panose="02040502050405020303" pitchFamily="18" charset="0"/>
              <a:ea typeface="黑体" pitchFamily="49" charset="-122"/>
            </a:endParaRPr>
          </a:p>
        </p:txBody>
      </p:sp>
      <p:graphicFrame>
        <p:nvGraphicFramePr>
          <p:cNvPr id="11" name="图示 10"/>
          <p:cNvGraphicFramePr/>
          <p:nvPr>
            <p:extLst>
              <p:ext uri="{D42A27DB-BD31-4B8C-83A1-F6EECF244321}">
                <p14:modId xmlns:p14="http://schemas.microsoft.com/office/powerpoint/2010/main" val="3272926587"/>
              </p:ext>
            </p:extLst>
          </p:nvPr>
        </p:nvGraphicFramePr>
        <p:xfrm>
          <a:off x="0" y="2427734"/>
          <a:ext cx="9144000" cy="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上箭头 12"/>
          <p:cNvSpPr/>
          <p:nvPr/>
        </p:nvSpPr>
        <p:spPr>
          <a:xfrm>
            <a:off x="899592" y="2211710"/>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16" name="TextBox 15"/>
          <p:cNvSpPr txBox="1"/>
          <p:nvPr/>
        </p:nvSpPr>
        <p:spPr>
          <a:xfrm>
            <a:off x="-36512" y="1688490"/>
            <a:ext cx="2071952" cy="523220"/>
          </a:xfrm>
          <a:prstGeom prst="rect">
            <a:avLst/>
          </a:prstGeom>
        </p:spPr>
        <p:txBody>
          <a:bodyPr wrap="square" rtlCol="0">
            <a:spAutoFit/>
          </a:bodyPr>
          <a:lstStyle/>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Membership</a:t>
            </a:r>
          </a:p>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Application</a:t>
            </a:r>
            <a:endParaRPr lang="zh-CN" altLang="en-US"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endParaRPr>
          </a:p>
        </p:txBody>
      </p:sp>
      <p:sp>
        <p:nvSpPr>
          <p:cNvPr id="18" name="上箭头 17"/>
          <p:cNvSpPr/>
          <p:nvPr/>
        </p:nvSpPr>
        <p:spPr>
          <a:xfrm rot="10800000">
            <a:off x="1763689" y="2499742"/>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19" name="TextBox 18"/>
          <p:cNvSpPr txBox="1"/>
          <p:nvPr/>
        </p:nvSpPr>
        <p:spPr>
          <a:xfrm>
            <a:off x="539552" y="2698688"/>
            <a:ext cx="2620152" cy="1277273"/>
          </a:xfrm>
          <a:prstGeom prst="rect">
            <a:avLst/>
          </a:prstGeom>
        </p:spPr>
        <p:txBody>
          <a:bodyPr wrap="square" rtlCol="0">
            <a:spAutoFit/>
          </a:bodyPr>
          <a:lstStyle/>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Documents Obtain</a:t>
            </a:r>
          </a:p>
          <a:p>
            <a:pPr marL="285750" indent="-285750">
              <a:spcBef>
                <a:spcPts val="600"/>
              </a:spcBef>
              <a:buFont typeface="Wingdings" panose="05000000000000000000" pitchFamily="2" charset="2"/>
              <a:buChar char="p"/>
            </a:pPr>
            <a:r>
              <a:rPr lang="en-US" altLang="zh-CN" sz="1100" dirty="0" smtClean="0">
                <a:solidFill>
                  <a:schemeClr val="tx1">
                    <a:lumMod val="95000"/>
                    <a:lumOff val="5000"/>
                  </a:schemeClr>
                </a:solidFill>
                <a:latin typeface="Georgia" panose="02040502050405020303" pitchFamily="18" charset="0"/>
                <a:ea typeface="黑体" pitchFamily="49" charset="-122"/>
              </a:rPr>
              <a:t>QR Code Encoding Spec.</a:t>
            </a:r>
          </a:p>
          <a:p>
            <a:pPr marL="285750" indent="-285750">
              <a:buFont typeface="Wingdings" panose="05000000000000000000" pitchFamily="2" charset="2"/>
              <a:buChar char="p"/>
            </a:pPr>
            <a:r>
              <a:rPr lang="en-US" altLang="zh-CN" sz="1100" dirty="0" smtClean="0">
                <a:solidFill>
                  <a:schemeClr val="tx1">
                    <a:lumMod val="95000"/>
                    <a:lumOff val="5000"/>
                  </a:schemeClr>
                </a:solidFill>
                <a:latin typeface="Georgia" panose="02040502050405020303" pitchFamily="18" charset="0"/>
                <a:ea typeface="黑体" pitchFamily="49" charset="-122"/>
              </a:rPr>
              <a:t>Technical Spec. of Online Message</a:t>
            </a:r>
          </a:p>
          <a:p>
            <a:pPr marL="285750" indent="-285750">
              <a:buFont typeface="Wingdings" panose="05000000000000000000" pitchFamily="2" charset="2"/>
              <a:buChar char="p"/>
            </a:pPr>
            <a:r>
              <a:rPr lang="en-US" altLang="zh-CN" sz="1100" dirty="0" smtClean="0">
                <a:solidFill>
                  <a:schemeClr val="tx1">
                    <a:lumMod val="95000"/>
                    <a:lumOff val="5000"/>
                  </a:schemeClr>
                </a:solidFill>
                <a:latin typeface="Georgia" panose="02040502050405020303" pitchFamily="18" charset="0"/>
                <a:ea typeface="黑体" pitchFamily="49" charset="-122"/>
              </a:rPr>
              <a:t>Implementation Guide</a:t>
            </a:r>
          </a:p>
          <a:p>
            <a:pPr marL="285750" indent="-285750">
              <a:buFont typeface="Wingdings" panose="05000000000000000000" pitchFamily="2" charset="2"/>
              <a:buChar char="p"/>
            </a:pPr>
            <a:r>
              <a:rPr lang="en-US" altLang="zh-CN" sz="1100" dirty="0" smtClean="0">
                <a:solidFill>
                  <a:schemeClr val="tx1">
                    <a:lumMod val="95000"/>
                    <a:lumOff val="5000"/>
                  </a:schemeClr>
                </a:solidFill>
                <a:latin typeface="Georgia" panose="02040502050405020303" pitchFamily="18" charset="0"/>
                <a:ea typeface="黑体" pitchFamily="49" charset="-122"/>
              </a:rPr>
              <a:t>Test Case</a:t>
            </a:r>
          </a:p>
          <a:p>
            <a:pPr marL="285750" indent="-285750" algn="ctr">
              <a:buFont typeface="Wingdings" panose="05000000000000000000" pitchFamily="2" charset="2"/>
              <a:buChar char="p"/>
            </a:pPr>
            <a:endPar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endParaRPr>
          </a:p>
        </p:txBody>
      </p:sp>
      <p:sp>
        <p:nvSpPr>
          <p:cNvPr id="20" name="上箭头 19"/>
          <p:cNvSpPr/>
          <p:nvPr/>
        </p:nvSpPr>
        <p:spPr>
          <a:xfrm>
            <a:off x="3347864" y="2211710"/>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21" name="TextBox 20"/>
          <p:cNvSpPr txBox="1"/>
          <p:nvPr/>
        </p:nvSpPr>
        <p:spPr>
          <a:xfrm>
            <a:off x="2411760" y="1688490"/>
            <a:ext cx="2071952" cy="523220"/>
          </a:xfrm>
          <a:prstGeom prst="rect">
            <a:avLst/>
          </a:prstGeom>
        </p:spPr>
        <p:txBody>
          <a:bodyPr wrap="square" rtlCol="0">
            <a:spAutoFit/>
          </a:bodyPr>
          <a:lstStyle/>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System Development</a:t>
            </a:r>
          </a:p>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&amp; Modification</a:t>
            </a:r>
            <a:endParaRPr lang="zh-CN" altLang="en-US"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endParaRPr>
          </a:p>
        </p:txBody>
      </p:sp>
      <p:sp>
        <p:nvSpPr>
          <p:cNvPr id="22" name="上箭头 21"/>
          <p:cNvSpPr/>
          <p:nvPr/>
        </p:nvSpPr>
        <p:spPr>
          <a:xfrm rot="10800000">
            <a:off x="4572000" y="2499742"/>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23" name="TextBox 22"/>
          <p:cNvSpPr txBox="1"/>
          <p:nvPr/>
        </p:nvSpPr>
        <p:spPr>
          <a:xfrm>
            <a:off x="3320000" y="2715766"/>
            <a:ext cx="2620152" cy="1107996"/>
          </a:xfrm>
          <a:prstGeom prst="rect">
            <a:avLst/>
          </a:prstGeom>
        </p:spPr>
        <p:txBody>
          <a:bodyPr wrap="square" rtlCol="0">
            <a:spAutoFit/>
          </a:bodyPr>
          <a:lstStyle/>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Communication &amp; Connection</a:t>
            </a:r>
          </a:p>
          <a:p>
            <a:pPr marL="285750" indent="-285750">
              <a:spcBef>
                <a:spcPts val="600"/>
              </a:spcBef>
              <a:buFont typeface="Wingdings" panose="05000000000000000000" pitchFamily="2" charset="2"/>
              <a:buChar char="p"/>
            </a:pPr>
            <a:r>
              <a:rPr lang="en-US" altLang="zh-CN" sz="1100" dirty="0">
                <a:solidFill>
                  <a:schemeClr val="tx1">
                    <a:lumMod val="95000"/>
                    <a:lumOff val="5000"/>
                  </a:schemeClr>
                </a:solidFill>
                <a:latin typeface="Georgia" panose="02040502050405020303" pitchFamily="18" charset="0"/>
                <a:ea typeface="黑体" pitchFamily="49" charset="-122"/>
              </a:rPr>
              <a:t>Leased Line: ISO 8583</a:t>
            </a:r>
          </a:p>
          <a:p>
            <a:pPr marL="285750" indent="-285750">
              <a:buFont typeface="Wingdings" panose="05000000000000000000" pitchFamily="2" charset="2"/>
              <a:buChar char="p"/>
            </a:pPr>
            <a:r>
              <a:rPr lang="en-US" altLang="zh-CN" sz="1100" dirty="0">
                <a:solidFill>
                  <a:schemeClr val="tx1">
                    <a:lumMod val="95000"/>
                    <a:lumOff val="5000"/>
                  </a:schemeClr>
                </a:solidFill>
                <a:latin typeface="Georgia" panose="02040502050405020303" pitchFamily="18" charset="0"/>
                <a:ea typeface="黑体" pitchFamily="49" charset="-122"/>
              </a:rPr>
              <a:t>URL Access: JSON message</a:t>
            </a:r>
          </a:p>
          <a:p>
            <a:pPr marL="285750" indent="-285750">
              <a:buFont typeface="Wingdings" panose="05000000000000000000" pitchFamily="2" charset="2"/>
              <a:buChar char="p"/>
            </a:pPr>
            <a:r>
              <a:rPr lang="en-US" altLang="zh-CN" sz="1100" dirty="0">
                <a:solidFill>
                  <a:schemeClr val="tx1">
                    <a:lumMod val="95000"/>
                    <a:lumOff val="5000"/>
                  </a:schemeClr>
                </a:solidFill>
                <a:latin typeface="Georgia" panose="02040502050405020303" pitchFamily="18" charset="0"/>
                <a:ea typeface="黑体" pitchFamily="49" charset="-122"/>
              </a:rPr>
              <a:t>Direct-Connection</a:t>
            </a:r>
          </a:p>
          <a:p>
            <a:pPr marL="285750" indent="-285750" algn="ctr">
              <a:buFont typeface="Wingdings" panose="05000000000000000000" pitchFamily="2" charset="2"/>
              <a:buChar char="p"/>
            </a:pPr>
            <a:endParaRPr lang="en-US" altLang="zh-CN" sz="1400" i="1"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endParaRPr>
          </a:p>
        </p:txBody>
      </p:sp>
      <p:sp>
        <p:nvSpPr>
          <p:cNvPr id="24" name="上箭头 23"/>
          <p:cNvSpPr/>
          <p:nvPr/>
        </p:nvSpPr>
        <p:spPr>
          <a:xfrm>
            <a:off x="5940152" y="2211710"/>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25" name="TextBox 24"/>
          <p:cNvSpPr txBox="1"/>
          <p:nvPr/>
        </p:nvSpPr>
        <p:spPr>
          <a:xfrm>
            <a:off x="4932040" y="1688490"/>
            <a:ext cx="2232248" cy="523220"/>
          </a:xfrm>
          <a:prstGeom prst="rect">
            <a:avLst/>
          </a:prstGeom>
        </p:spPr>
        <p:txBody>
          <a:bodyPr wrap="square" rtlCol="0">
            <a:spAutoFit/>
          </a:bodyPr>
          <a:lstStyle/>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Testing Environment Verification  </a:t>
            </a:r>
          </a:p>
        </p:txBody>
      </p:sp>
      <p:sp>
        <p:nvSpPr>
          <p:cNvPr id="26" name="上箭头 25"/>
          <p:cNvSpPr/>
          <p:nvPr/>
        </p:nvSpPr>
        <p:spPr>
          <a:xfrm rot="10800000">
            <a:off x="7164288" y="2499741"/>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27" name="TextBox 26"/>
          <p:cNvSpPr txBox="1"/>
          <p:nvPr/>
        </p:nvSpPr>
        <p:spPr>
          <a:xfrm>
            <a:off x="5940152" y="2715766"/>
            <a:ext cx="2620152" cy="523220"/>
          </a:xfrm>
          <a:prstGeom prst="rect">
            <a:avLst/>
          </a:prstGeom>
        </p:spPr>
        <p:txBody>
          <a:bodyPr wrap="square" rtlCol="0">
            <a:spAutoFit/>
          </a:bodyPr>
          <a:lstStyle/>
          <a:p>
            <a:pPr algn="ctr"/>
            <a:r>
              <a:rPr lang="en-US" altLang="zh-CN" sz="1400" dirty="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Production Environment Configuration</a:t>
            </a:r>
          </a:p>
        </p:txBody>
      </p:sp>
      <p:sp>
        <p:nvSpPr>
          <p:cNvPr id="28" name="上箭头 27"/>
          <p:cNvSpPr/>
          <p:nvPr/>
        </p:nvSpPr>
        <p:spPr>
          <a:xfrm>
            <a:off x="8316416" y="2211710"/>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29" name="TextBox 28"/>
          <p:cNvSpPr txBox="1"/>
          <p:nvPr/>
        </p:nvSpPr>
        <p:spPr>
          <a:xfrm>
            <a:off x="7236296" y="1688490"/>
            <a:ext cx="2232248" cy="523220"/>
          </a:xfrm>
          <a:prstGeom prst="rect">
            <a:avLst/>
          </a:prstGeom>
        </p:spPr>
        <p:txBody>
          <a:bodyPr wrap="square" rtlCol="0">
            <a:spAutoFit/>
          </a:bodyPr>
          <a:lstStyle/>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System &amp;</a:t>
            </a:r>
          </a:p>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Business Launch</a:t>
            </a:r>
          </a:p>
        </p:txBody>
      </p:sp>
      <p:sp>
        <p:nvSpPr>
          <p:cNvPr id="30"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How to Work </a:t>
            </a:r>
            <a:r>
              <a:rPr lang="en-US" altLang="zh-CN" b="1" dirty="0" smtClean="0">
                <a:latin typeface="Georgia" pitchFamily="18" charset="0"/>
                <a:ea typeface="黑体" pitchFamily="49" charset="-122"/>
              </a:rPr>
              <a:t>for QR Code Acquirer</a:t>
            </a:r>
            <a:endParaRPr lang="zh-CN" altLang="en-US" b="1" dirty="0">
              <a:latin typeface="Georgia" pitchFamily="18" charset="0"/>
              <a:ea typeface="黑体" pitchFamily="49" charset="-122"/>
            </a:endParaRPr>
          </a:p>
        </p:txBody>
      </p:sp>
    </p:spTree>
    <p:extLst>
      <p:ext uri="{BB962C8B-B14F-4D97-AF65-F5344CB8AC3E}">
        <p14:creationId xmlns:p14="http://schemas.microsoft.com/office/powerpoint/2010/main" val="25299806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755576" y="3305249"/>
            <a:ext cx="2088232" cy="1384995"/>
          </a:xfrm>
          <a:prstGeom prst="rect">
            <a:avLst/>
          </a:prstGeom>
        </p:spPr>
        <p:txBody>
          <a:bodyPr wrap="square" rtlCol="0">
            <a:spAutoFit/>
          </a:bodyPr>
          <a:lstStyle/>
          <a:p>
            <a:pPr algn="ctr"/>
            <a:r>
              <a:rPr lang="en-US" altLang="zh-CN" sz="2400" b="1" dirty="0" smtClean="0">
                <a:solidFill>
                  <a:schemeClr val="bg1"/>
                </a:solidFill>
                <a:latin typeface="Georgia" panose="02040502050405020303" pitchFamily="18" charset="0"/>
                <a:ea typeface="黑体" pitchFamily="49" charset="-122"/>
              </a:rPr>
              <a:t>TPSP</a:t>
            </a:r>
          </a:p>
          <a:p>
            <a:pPr algn="ctr"/>
            <a:endParaRPr lang="en-US" altLang="zh-CN" sz="2400" b="1" dirty="0" smtClean="0">
              <a:solidFill>
                <a:schemeClr val="bg1"/>
              </a:solidFill>
              <a:latin typeface="Georgia" panose="02040502050405020303" pitchFamily="18" charset="0"/>
              <a:ea typeface="黑体" pitchFamily="49" charset="-122"/>
            </a:endParaRPr>
          </a:p>
          <a:p>
            <a:pPr algn="ctr"/>
            <a:r>
              <a:rPr lang="en-US" altLang="zh-CN" sz="1200" dirty="0" smtClean="0">
                <a:solidFill>
                  <a:schemeClr val="bg1"/>
                </a:solidFill>
                <a:latin typeface="Georgia" panose="02040502050405020303" pitchFamily="18" charset="0"/>
                <a:ea typeface="黑体" pitchFamily="49" charset="-122"/>
              </a:rPr>
              <a:t>Cooperate with UPI existing acquirer for </a:t>
            </a:r>
            <a:r>
              <a:rPr lang="en-US" altLang="zh-CN" sz="1200" b="1" u="sng" dirty="0" smtClean="0">
                <a:solidFill>
                  <a:schemeClr val="bg1"/>
                </a:solidFill>
                <a:latin typeface="Georgia" panose="02040502050405020303" pitchFamily="18" charset="0"/>
                <a:ea typeface="黑体" pitchFamily="49" charset="-122"/>
              </a:rPr>
              <a:t>system</a:t>
            </a:r>
            <a:r>
              <a:rPr lang="en-US" altLang="zh-CN" sz="1200" dirty="0" smtClean="0">
                <a:solidFill>
                  <a:schemeClr val="bg1"/>
                </a:solidFill>
                <a:latin typeface="Georgia" panose="02040502050405020303" pitchFamily="18" charset="0"/>
                <a:ea typeface="黑体" pitchFamily="49" charset="-122"/>
              </a:rPr>
              <a:t> or </a:t>
            </a:r>
            <a:r>
              <a:rPr lang="en-US" altLang="zh-CN" sz="1200" b="1" u="sng" dirty="0" smtClean="0">
                <a:solidFill>
                  <a:schemeClr val="bg1"/>
                </a:solidFill>
                <a:latin typeface="Georgia" panose="02040502050405020303" pitchFamily="18" charset="0"/>
                <a:ea typeface="黑体" pitchFamily="49" charset="-122"/>
              </a:rPr>
              <a:t>terminal</a:t>
            </a:r>
            <a:r>
              <a:rPr lang="en-US" altLang="zh-CN" sz="1200" dirty="0" smtClean="0">
                <a:solidFill>
                  <a:schemeClr val="bg1"/>
                </a:solidFill>
                <a:latin typeface="Georgia" panose="02040502050405020303" pitchFamily="18" charset="0"/>
                <a:ea typeface="黑体" pitchFamily="49" charset="-122"/>
              </a:rPr>
              <a:t> work</a:t>
            </a:r>
          </a:p>
        </p:txBody>
      </p:sp>
      <p:sp>
        <p:nvSpPr>
          <p:cNvPr id="12" name="TextBox 11"/>
          <p:cNvSpPr txBox="1"/>
          <p:nvPr/>
        </p:nvSpPr>
        <p:spPr>
          <a:xfrm>
            <a:off x="3491880" y="3305249"/>
            <a:ext cx="1603163" cy="1215717"/>
          </a:xfrm>
          <a:prstGeom prst="rect">
            <a:avLst/>
          </a:prstGeom>
        </p:spPr>
        <p:txBody>
          <a:bodyPr wrap="square" rtlCol="0">
            <a:spAutoFit/>
          </a:bodyPr>
          <a:lstStyle/>
          <a:p>
            <a:pPr algn="ctr"/>
            <a:r>
              <a:rPr lang="en-US" altLang="zh-CN" sz="2000" b="1" dirty="0" smtClean="0">
                <a:solidFill>
                  <a:schemeClr val="bg1"/>
                </a:solidFill>
                <a:latin typeface="Georgia" panose="02040502050405020303" pitchFamily="18" charset="0"/>
                <a:ea typeface="黑体" pitchFamily="49" charset="-122"/>
              </a:rPr>
              <a:t>QR Code</a:t>
            </a:r>
          </a:p>
          <a:p>
            <a:pPr algn="ctr"/>
            <a:r>
              <a:rPr lang="en-US" altLang="zh-CN" sz="2000" b="1" dirty="0" smtClean="0">
                <a:solidFill>
                  <a:schemeClr val="bg1"/>
                </a:solidFill>
                <a:latin typeface="Georgia" panose="02040502050405020303" pitchFamily="18" charset="0"/>
                <a:ea typeface="黑体" pitchFamily="49" charset="-122"/>
              </a:rPr>
              <a:t>Acquirer</a:t>
            </a:r>
          </a:p>
          <a:p>
            <a:pPr algn="ctr"/>
            <a:endParaRPr lang="en-US" altLang="zh-CN" sz="900" b="1" dirty="0" smtClean="0">
              <a:solidFill>
                <a:schemeClr val="bg1"/>
              </a:solidFill>
              <a:latin typeface="Georgia" panose="02040502050405020303" pitchFamily="18" charset="0"/>
              <a:ea typeface="黑体" pitchFamily="49" charset="-122"/>
            </a:endParaRPr>
          </a:p>
          <a:p>
            <a:pPr algn="ctr"/>
            <a:r>
              <a:rPr lang="en-US" altLang="zh-CN" sz="1200" dirty="0" smtClean="0">
                <a:solidFill>
                  <a:schemeClr val="bg1"/>
                </a:solidFill>
                <a:latin typeface="Georgia" panose="02040502050405020303" pitchFamily="18" charset="0"/>
                <a:ea typeface="黑体" pitchFamily="49" charset="-122"/>
              </a:rPr>
              <a:t>Apply UPI QR Code acquiring license</a:t>
            </a:r>
            <a:endParaRPr lang="zh-CN" altLang="en-US" sz="1200" dirty="0" smtClean="0">
              <a:solidFill>
                <a:schemeClr val="bg1"/>
              </a:solidFill>
              <a:latin typeface="Georgia" panose="02040502050405020303" pitchFamily="18" charset="0"/>
              <a:ea typeface="黑体" pitchFamily="49" charset="-122"/>
            </a:endParaRPr>
          </a:p>
        </p:txBody>
      </p:sp>
      <p:sp>
        <p:nvSpPr>
          <p:cNvPr id="15" name="TextBox 14"/>
          <p:cNvSpPr txBox="1"/>
          <p:nvPr/>
        </p:nvSpPr>
        <p:spPr>
          <a:xfrm>
            <a:off x="5993173" y="3305249"/>
            <a:ext cx="1603163" cy="1215717"/>
          </a:xfrm>
          <a:prstGeom prst="rect">
            <a:avLst/>
          </a:prstGeom>
        </p:spPr>
        <p:txBody>
          <a:bodyPr wrap="square" rtlCol="0">
            <a:spAutoFit/>
          </a:bodyPr>
          <a:lstStyle/>
          <a:p>
            <a:pPr algn="ctr"/>
            <a:r>
              <a:rPr lang="en-US" altLang="zh-CN" sz="2000" b="1" dirty="0" smtClean="0">
                <a:solidFill>
                  <a:schemeClr val="bg1"/>
                </a:solidFill>
                <a:latin typeface="Georgia" panose="02040502050405020303" pitchFamily="18" charset="0"/>
                <a:ea typeface="黑体" pitchFamily="49" charset="-122"/>
              </a:rPr>
              <a:t>Payment</a:t>
            </a:r>
          </a:p>
          <a:p>
            <a:pPr algn="ctr"/>
            <a:r>
              <a:rPr lang="en-US" altLang="zh-CN" sz="2000" b="1" dirty="0" smtClean="0">
                <a:solidFill>
                  <a:schemeClr val="bg1"/>
                </a:solidFill>
                <a:latin typeface="Georgia" panose="02040502050405020303" pitchFamily="18" charset="0"/>
                <a:ea typeface="黑体" pitchFamily="49" charset="-122"/>
              </a:rPr>
              <a:t>Facilitator</a:t>
            </a:r>
          </a:p>
          <a:p>
            <a:pPr algn="ctr"/>
            <a:endParaRPr lang="en-US" altLang="zh-CN" sz="900" b="1" dirty="0" smtClean="0">
              <a:solidFill>
                <a:schemeClr val="bg1"/>
              </a:solidFill>
              <a:latin typeface="Georgia" panose="02040502050405020303" pitchFamily="18" charset="0"/>
              <a:ea typeface="黑体" pitchFamily="49" charset="-122"/>
            </a:endParaRPr>
          </a:p>
          <a:p>
            <a:pPr algn="ctr"/>
            <a:r>
              <a:rPr lang="en-US" altLang="zh-CN" sz="1200" dirty="0" smtClean="0">
                <a:solidFill>
                  <a:schemeClr val="bg1"/>
                </a:solidFill>
                <a:latin typeface="Georgia" panose="02040502050405020303" pitchFamily="18" charset="0"/>
                <a:ea typeface="黑体" pitchFamily="49" charset="-122"/>
              </a:rPr>
              <a:t>Endorsed by UPI existing acquirer</a:t>
            </a:r>
            <a:endParaRPr lang="zh-CN" altLang="en-US" sz="1200" dirty="0" smtClean="0">
              <a:solidFill>
                <a:schemeClr val="bg1"/>
              </a:solidFill>
              <a:latin typeface="Georgia" panose="02040502050405020303" pitchFamily="18" charset="0"/>
              <a:ea typeface="黑体" pitchFamily="49" charset="-122"/>
            </a:endParaRPr>
          </a:p>
        </p:txBody>
      </p:sp>
      <p:sp>
        <p:nvSpPr>
          <p:cNvPr id="14"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How to Work </a:t>
            </a:r>
            <a:r>
              <a:rPr lang="en-US" altLang="zh-CN" b="1" dirty="0" smtClean="0">
                <a:latin typeface="Georgia" pitchFamily="18" charset="0"/>
                <a:ea typeface="黑体" pitchFamily="49" charset="-122"/>
              </a:rPr>
              <a:t>for QR Code Issuer</a:t>
            </a:r>
            <a:endParaRPr lang="zh-CN" altLang="en-US" b="1" dirty="0">
              <a:latin typeface="Georgia" pitchFamily="18" charset="0"/>
              <a:ea typeface="黑体" pitchFamily="49" charset="-122"/>
            </a:endParaRPr>
          </a:p>
        </p:txBody>
      </p:sp>
      <p:graphicFrame>
        <p:nvGraphicFramePr>
          <p:cNvPr id="16" name="图示 15"/>
          <p:cNvGraphicFramePr/>
          <p:nvPr>
            <p:extLst>
              <p:ext uri="{D42A27DB-BD31-4B8C-83A1-F6EECF244321}">
                <p14:modId xmlns:p14="http://schemas.microsoft.com/office/powerpoint/2010/main" val="746439175"/>
              </p:ext>
            </p:extLst>
          </p:nvPr>
        </p:nvGraphicFramePr>
        <p:xfrm>
          <a:off x="395536" y="1203598"/>
          <a:ext cx="8496944" cy="3240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TextBox 16"/>
          <p:cNvSpPr txBox="1"/>
          <p:nvPr/>
        </p:nvSpPr>
        <p:spPr>
          <a:xfrm>
            <a:off x="467543" y="1347614"/>
            <a:ext cx="4627499" cy="1015663"/>
          </a:xfrm>
          <a:prstGeom prst="rect">
            <a:avLst/>
          </a:prstGeom>
        </p:spPr>
        <p:txBody>
          <a:bodyPr wrap="square" rtlCol="0">
            <a:spAutoFit/>
          </a:bodyPr>
          <a:lstStyle/>
          <a:p>
            <a:r>
              <a:rPr lang="en-US" altLang="zh-CN" sz="2000" b="1" dirty="0" smtClean="0">
                <a:solidFill>
                  <a:schemeClr val="bg1"/>
                </a:solidFill>
                <a:latin typeface="Georgia" panose="02040502050405020303" pitchFamily="18" charset="0"/>
                <a:ea typeface="黑体" pitchFamily="49" charset="-122"/>
              </a:rPr>
              <a:t>UnionPay Issuer</a:t>
            </a:r>
          </a:p>
          <a:p>
            <a:endParaRPr lang="en-US" altLang="zh-CN" sz="1200" b="1" dirty="0" smtClean="0">
              <a:solidFill>
                <a:schemeClr val="bg1"/>
              </a:solidFill>
              <a:latin typeface="Georgia" panose="02040502050405020303" pitchFamily="18" charset="0"/>
              <a:ea typeface="黑体" pitchFamily="49" charset="-122"/>
            </a:endParaRPr>
          </a:p>
          <a:p>
            <a:pPr marL="342900" indent="-342900">
              <a:buFont typeface="Wingdings" panose="05000000000000000000" pitchFamily="2" charset="2"/>
              <a:buChar char="p"/>
            </a:pPr>
            <a:r>
              <a:rPr lang="en-US" altLang="zh-CN" sz="1400" dirty="0" smtClean="0">
                <a:solidFill>
                  <a:schemeClr val="bg1"/>
                </a:solidFill>
                <a:latin typeface="Georgia" panose="02040502050405020303" pitchFamily="18" charset="0"/>
                <a:ea typeface="黑体" pitchFamily="49" charset="-122"/>
              </a:rPr>
              <a:t>Existing issuer apply for Wallet ID</a:t>
            </a:r>
          </a:p>
          <a:p>
            <a:pPr marL="342900" indent="-342900">
              <a:buFont typeface="Wingdings" panose="05000000000000000000" pitchFamily="2" charset="2"/>
              <a:buChar char="p"/>
            </a:pPr>
            <a:r>
              <a:rPr lang="en-US" altLang="zh-CN" sz="1400" dirty="0" smtClean="0">
                <a:solidFill>
                  <a:schemeClr val="bg1"/>
                </a:solidFill>
                <a:latin typeface="Georgia" panose="02040502050405020303" pitchFamily="18" charset="0"/>
                <a:ea typeface="黑体" pitchFamily="49" charset="-122"/>
              </a:rPr>
              <a:t>New issuer apply for Issuing </a:t>
            </a:r>
            <a:r>
              <a:rPr lang="en-US" altLang="zh-CN" sz="1400" dirty="0">
                <a:solidFill>
                  <a:schemeClr val="bg1"/>
                </a:solidFill>
                <a:latin typeface="Georgia" panose="02040502050405020303" pitchFamily="18" charset="0"/>
                <a:ea typeface="黑体" pitchFamily="49" charset="-122"/>
              </a:rPr>
              <a:t>L</a:t>
            </a:r>
            <a:r>
              <a:rPr lang="en-US" altLang="zh-CN" sz="1400" dirty="0" smtClean="0">
                <a:solidFill>
                  <a:schemeClr val="bg1"/>
                </a:solidFill>
                <a:latin typeface="Georgia" panose="02040502050405020303" pitchFamily="18" charset="0"/>
                <a:ea typeface="黑体" pitchFamily="49" charset="-122"/>
              </a:rPr>
              <a:t>icense and Wallet ID</a:t>
            </a:r>
            <a:endParaRPr lang="zh-CN" altLang="en-US" sz="1200" dirty="0" smtClean="0">
              <a:solidFill>
                <a:schemeClr val="bg1"/>
              </a:solidFill>
              <a:latin typeface="Georgia" panose="02040502050405020303" pitchFamily="18" charset="0"/>
              <a:ea typeface="黑体" pitchFamily="49" charset="-122"/>
            </a:endParaRPr>
          </a:p>
        </p:txBody>
      </p:sp>
      <p:sp>
        <p:nvSpPr>
          <p:cNvPr id="19" name="TextBox 18"/>
          <p:cNvSpPr txBox="1"/>
          <p:nvPr/>
        </p:nvSpPr>
        <p:spPr>
          <a:xfrm>
            <a:off x="3923928" y="3147814"/>
            <a:ext cx="4032448" cy="1046440"/>
          </a:xfrm>
          <a:prstGeom prst="rect">
            <a:avLst/>
          </a:prstGeom>
        </p:spPr>
        <p:txBody>
          <a:bodyPr wrap="square" rtlCol="0">
            <a:spAutoFit/>
          </a:bodyPr>
          <a:lstStyle/>
          <a:p>
            <a:r>
              <a:rPr lang="en-US" altLang="zh-CN" sz="2000" b="1" dirty="0" smtClean="0">
                <a:solidFill>
                  <a:schemeClr val="bg1"/>
                </a:solidFill>
                <a:latin typeface="Georgia" panose="02040502050405020303" pitchFamily="18" charset="0"/>
                <a:ea typeface="黑体" pitchFamily="49" charset="-122"/>
              </a:rPr>
              <a:t>Third-party APP Provider</a:t>
            </a:r>
            <a:endParaRPr lang="en-US" altLang="zh-CN" sz="2000" b="1" dirty="0">
              <a:solidFill>
                <a:schemeClr val="bg1"/>
              </a:solidFill>
              <a:latin typeface="Georgia" panose="02040502050405020303" pitchFamily="18" charset="0"/>
              <a:ea typeface="黑体" pitchFamily="49" charset="-122"/>
            </a:endParaRPr>
          </a:p>
          <a:p>
            <a:endParaRPr lang="en-US" altLang="zh-CN" sz="1400" b="1" dirty="0">
              <a:solidFill>
                <a:schemeClr val="bg1"/>
              </a:solidFill>
              <a:latin typeface="Georgia" panose="02040502050405020303" pitchFamily="18" charset="0"/>
              <a:ea typeface="黑体" pitchFamily="49" charset="-122"/>
            </a:endParaRPr>
          </a:p>
          <a:p>
            <a:pPr marL="342900" indent="-342900">
              <a:buFont typeface="Wingdings" panose="05000000000000000000" pitchFamily="2" charset="2"/>
              <a:buChar char="p"/>
            </a:pPr>
            <a:r>
              <a:rPr lang="en-US" altLang="zh-CN" sz="1400" dirty="0" smtClean="0">
                <a:solidFill>
                  <a:schemeClr val="bg1"/>
                </a:solidFill>
                <a:latin typeface="Georgia" panose="02040502050405020303" pitchFamily="18" charset="0"/>
                <a:ea typeface="黑体" pitchFamily="49" charset="-122"/>
              </a:rPr>
              <a:t>Endorsement from existing UnionPay Issuer</a:t>
            </a:r>
          </a:p>
          <a:p>
            <a:pPr marL="342900" indent="-342900">
              <a:buFont typeface="Wingdings" panose="05000000000000000000" pitchFamily="2" charset="2"/>
              <a:buChar char="p"/>
            </a:pPr>
            <a:r>
              <a:rPr lang="en-US" altLang="zh-CN" sz="1400" dirty="0" smtClean="0">
                <a:solidFill>
                  <a:schemeClr val="bg1"/>
                </a:solidFill>
                <a:latin typeface="Georgia" panose="02040502050405020303" pitchFamily="18" charset="0"/>
                <a:ea typeface="黑体" pitchFamily="49" charset="-122"/>
              </a:rPr>
              <a:t>Application of Wallet ID</a:t>
            </a:r>
            <a:endParaRPr lang="en-US" altLang="zh-CN" sz="1400" dirty="0">
              <a:solidFill>
                <a:schemeClr val="bg1"/>
              </a:solidFill>
              <a:latin typeface="Georgia" panose="02040502050405020303" pitchFamily="18" charset="0"/>
              <a:ea typeface="黑体" pitchFamily="49" charset="-122"/>
            </a:endParaRPr>
          </a:p>
        </p:txBody>
      </p:sp>
    </p:spTree>
    <p:extLst>
      <p:ext uri="{BB962C8B-B14F-4D97-AF65-F5344CB8AC3E}">
        <p14:creationId xmlns:p14="http://schemas.microsoft.com/office/powerpoint/2010/main" val="9292698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3563888" y="3305249"/>
            <a:ext cx="1603163" cy="1215717"/>
          </a:xfrm>
          <a:prstGeom prst="rect">
            <a:avLst/>
          </a:prstGeom>
        </p:spPr>
        <p:txBody>
          <a:bodyPr wrap="square" rtlCol="0">
            <a:spAutoFit/>
          </a:bodyPr>
          <a:lstStyle/>
          <a:p>
            <a:pPr algn="ctr"/>
            <a:r>
              <a:rPr lang="en-US" altLang="zh-CN" sz="2000" b="1" dirty="0" smtClean="0">
                <a:solidFill>
                  <a:schemeClr val="bg1"/>
                </a:solidFill>
                <a:latin typeface="Georgia" panose="02040502050405020303" pitchFamily="18" charset="0"/>
                <a:ea typeface="黑体" pitchFamily="49" charset="-122"/>
              </a:rPr>
              <a:t>QR Code</a:t>
            </a:r>
          </a:p>
          <a:p>
            <a:pPr algn="ctr"/>
            <a:r>
              <a:rPr lang="en-US" altLang="zh-CN" sz="2000" b="1" dirty="0" smtClean="0">
                <a:solidFill>
                  <a:schemeClr val="bg1"/>
                </a:solidFill>
                <a:latin typeface="Georgia" panose="02040502050405020303" pitchFamily="18" charset="0"/>
                <a:ea typeface="黑体" pitchFamily="49" charset="-122"/>
              </a:rPr>
              <a:t>Acquirer</a:t>
            </a:r>
          </a:p>
          <a:p>
            <a:pPr algn="ctr"/>
            <a:endParaRPr lang="en-US" altLang="zh-CN" sz="900" b="1" dirty="0" smtClean="0">
              <a:solidFill>
                <a:schemeClr val="bg1"/>
              </a:solidFill>
              <a:latin typeface="Georgia" panose="02040502050405020303" pitchFamily="18" charset="0"/>
              <a:ea typeface="黑体" pitchFamily="49" charset="-122"/>
            </a:endParaRPr>
          </a:p>
          <a:p>
            <a:pPr algn="ctr"/>
            <a:r>
              <a:rPr lang="en-US" altLang="zh-CN" sz="1200" dirty="0" smtClean="0">
                <a:solidFill>
                  <a:schemeClr val="bg1"/>
                </a:solidFill>
                <a:latin typeface="Georgia" panose="02040502050405020303" pitchFamily="18" charset="0"/>
                <a:ea typeface="黑体" pitchFamily="49" charset="-122"/>
              </a:rPr>
              <a:t>Apply UPI QR Code acquiring license</a:t>
            </a:r>
            <a:endParaRPr lang="zh-CN" altLang="en-US" sz="1200" dirty="0" smtClean="0">
              <a:solidFill>
                <a:schemeClr val="bg1"/>
              </a:solidFill>
              <a:latin typeface="Georgia" panose="02040502050405020303" pitchFamily="18" charset="0"/>
              <a:ea typeface="黑体" pitchFamily="49" charset="-122"/>
            </a:endParaRPr>
          </a:p>
        </p:txBody>
      </p:sp>
      <p:sp>
        <p:nvSpPr>
          <p:cNvPr id="15" name="TextBox 14"/>
          <p:cNvSpPr txBox="1"/>
          <p:nvPr/>
        </p:nvSpPr>
        <p:spPr>
          <a:xfrm>
            <a:off x="5993173" y="3305249"/>
            <a:ext cx="1603163" cy="1215717"/>
          </a:xfrm>
          <a:prstGeom prst="rect">
            <a:avLst/>
          </a:prstGeom>
        </p:spPr>
        <p:txBody>
          <a:bodyPr wrap="square" rtlCol="0">
            <a:spAutoFit/>
          </a:bodyPr>
          <a:lstStyle/>
          <a:p>
            <a:pPr algn="ctr"/>
            <a:r>
              <a:rPr lang="en-US" altLang="zh-CN" sz="2000" b="1" dirty="0" smtClean="0">
                <a:solidFill>
                  <a:schemeClr val="bg1"/>
                </a:solidFill>
                <a:latin typeface="Georgia" panose="02040502050405020303" pitchFamily="18" charset="0"/>
                <a:ea typeface="黑体" pitchFamily="49" charset="-122"/>
              </a:rPr>
              <a:t>Payment</a:t>
            </a:r>
          </a:p>
          <a:p>
            <a:pPr algn="ctr"/>
            <a:r>
              <a:rPr lang="en-US" altLang="zh-CN" sz="2000" b="1" dirty="0" smtClean="0">
                <a:solidFill>
                  <a:schemeClr val="bg1"/>
                </a:solidFill>
                <a:latin typeface="Georgia" panose="02040502050405020303" pitchFamily="18" charset="0"/>
                <a:ea typeface="黑体" pitchFamily="49" charset="-122"/>
              </a:rPr>
              <a:t>Facilitator</a:t>
            </a:r>
          </a:p>
          <a:p>
            <a:pPr algn="ctr"/>
            <a:endParaRPr lang="en-US" altLang="zh-CN" sz="900" b="1" dirty="0" smtClean="0">
              <a:solidFill>
                <a:schemeClr val="bg1"/>
              </a:solidFill>
              <a:latin typeface="Georgia" panose="02040502050405020303" pitchFamily="18" charset="0"/>
              <a:ea typeface="黑体" pitchFamily="49" charset="-122"/>
            </a:endParaRPr>
          </a:p>
          <a:p>
            <a:pPr algn="ctr"/>
            <a:r>
              <a:rPr lang="en-US" altLang="zh-CN" sz="1200" dirty="0" smtClean="0">
                <a:solidFill>
                  <a:schemeClr val="bg1"/>
                </a:solidFill>
                <a:latin typeface="Georgia" panose="02040502050405020303" pitchFamily="18" charset="0"/>
                <a:ea typeface="黑体" pitchFamily="49" charset="-122"/>
              </a:rPr>
              <a:t>Endorsed by UPI existing acquirer</a:t>
            </a:r>
            <a:endParaRPr lang="zh-CN" altLang="en-US" sz="1200" dirty="0" smtClean="0">
              <a:solidFill>
                <a:schemeClr val="bg1"/>
              </a:solidFill>
              <a:latin typeface="Georgia" panose="02040502050405020303" pitchFamily="18" charset="0"/>
              <a:ea typeface="黑体" pitchFamily="49" charset="-122"/>
            </a:endParaRPr>
          </a:p>
        </p:txBody>
      </p:sp>
      <p:graphicFrame>
        <p:nvGraphicFramePr>
          <p:cNvPr id="11" name="图示 10"/>
          <p:cNvGraphicFramePr/>
          <p:nvPr>
            <p:extLst>
              <p:ext uri="{D42A27DB-BD31-4B8C-83A1-F6EECF244321}">
                <p14:modId xmlns:p14="http://schemas.microsoft.com/office/powerpoint/2010/main" val="1888315006"/>
              </p:ext>
            </p:extLst>
          </p:nvPr>
        </p:nvGraphicFramePr>
        <p:xfrm>
          <a:off x="0" y="2427734"/>
          <a:ext cx="9144000" cy="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上箭头 12"/>
          <p:cNvSpPr/>
          <p:nvPr/>
        </p:nvSpPr>
        <p:spPr>
          <a:xfrm>
            <a:off x="899592" y="2211710"/>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16" name="TextBox 15"/>
          <p:cNvSpPr txBox="1"/>
          <p:nvPr/>
        </p:nvSpPr>
        <p:spPr>
          <a:xfrm>
            <a:off x="-36512" y="1688490"/>
            <a:ext cx="2071952" cy="523220"/>
          </a:xfrm>
          <a:prstGeom prst="rect">
            <a:avLst/>
          </a:prstGeom>
        </p:spPr>
        <p:txBody>
          <a:bodyPr wrap="square" rtlCol="0">
            <a:spAutoFit/>
          </a:bodyPr>
          <a:lstStyle/>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Membership/Wallet ID</a:t>
            </a:r>
          </a:p>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Application</a:t>
            </a:r>
            <a:endParaRPr lang="zh-CN" altLang="en-US"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endParaRPr>
          </a:p>
        </p:txBody>
      </p:sp>
      <p:sp>
        <p:nvSpPr>
          <p:cNvPr id="18" name="上箭头 17"/>
          <p:cNvSpPr/>
          <p:nvPr/>
        </p:nvSpPr>
        <p:spPr>
          <a:xfrm rot="10800000">
            <a:off x="1763689" y="2499742"/>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19" name="TextBox 18"/>
          <p:cNvSpPr txBox="1"/>
          <p:nvPr/>
        </p:nvSpPr>
        <p:spPr>
          <a:xfrm>
            <a:off x="539552" y="2698688"/>
            <a:ext cx="2620152" cy="1277273"/>
          </a:xfrm>
          <a:prstGeom prst="rect">
            <a:avLst/>
          </a:prstGeom>
        </p:spPr>
        <p:txBody>
          <a:bodyPr wrap="square" rtlCol="0">
            <a:spAutoFit/>
          </a:bodyPr>
          <a:lstStyle/>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Documents Obtain</a:t>
            </a:r>
          </a:p>
          <a:p>
            <a:pPr marL="285750" indent="-285750">
              <a:spcBef>
                <a:spcPts val="600"/>
              </a:spcBef>
              <a:buFont typeface="Wingdings" panose="05000000000000000000" pitchFamily="2" charset="2"/>
              <a:buChar char="p"/>
            </a:pPr>
            <a:r>
              <a:rPr lang="en-US" altLang="zh-CN" sz="1100" dirty="0" smtClean="0">
                <a:solidFill>
                  <a:schemeClr val="tx1">
                    <a:lumMod val="95000"/>
                    <a:lumOff val="5000"/>
                  </a:schemeClr>
                </a:solidFill>
                <a:latin typeface="Georgia" panose="02040502050405020303" pitchFamily="18" charset="0"/>
                <a:ea typeface="黑体" pitchFamily="49" charset="-122"/>
              </a:rPr>
              <a:t>QR Code Encoding Spec.</a:t>
            </a:r>
          </a:p>
          <a:p>
            <a:pPr marL="285750" indent="-285750">
              <a:buFont typeface="Wingdings" panose="05000000000000000000" pitchFamily="2" charset="2"/>
              <a:buChar char="p"/>
            </a:pPr>
            <a:r>
              <a:rPr lang="en-US" altLang="zh-CN" sz="1100" dirty="0" smtClean="0">
                <a:solidFill>
                  <a:schemeClr val="tx1">
                    <a:lumMod val="95000"/>
                    <a:lumOff val="5000"/>
                  </a:schemeClr>
                </a:solidFill>
                <a:latin typeface="Georgia" panose="02040502050405020303" pitchFamily="18" charset="0"/>
                <a:ea typeface="黑体" pitchFamily="49" charset="-122"/>
              </a:rPr>
              <a:t>Technical Spec. of Online Message</a:t>
            </a:r>
          </a:p>
          <a:p>
            <a:pPr marL="285750" indent="-285750">
              <a:buFont typeface="Wingdings" panose="05000000000000000000" pitchFamily="2" charset="2"/>
              <a:buChar char="p"/>
            </a:pPr>
            <a:r>
              <a:rPr lang="en-US" altLang="zh-CN" sz="1100" dirty="0" smtClean="0">
                <a:solidFill>
                  <a:schemeClr val="tx1">
                    <a:lumMod val="95000"/>
                    <a:lumOff val="5000"/>
                  </a:schemeClr>
                </a:solidFill>
                <a:latin typeface="Georgia" panose="02040502050405020303" pitchFamily="18" charset="0"/>
                <a:ea typeface="黑体" pitchFamily="49" charset="-122"/>
              </a:rPr>
              <a:t>Implementation Guide</a:t>
            </a:r>
          </a:p>
          <a:p>
            <a:pPr marL="285750" indent="-285750">
              <a:buFont typeface="Wingdings" panose="05000000000000000000" pitchFamily="2" charset="2"/>
              <a:buChar char="p"/>
            </a:pPr>
            <a:r>
              <a:rPr lang="en-US" altLang="zh-CN" sz="1100" dirty="0" smtClean="0">
                <a:solidFill>
                  <a:schemeClr val="tx1">
                    <a:lumMod val="95000"/>
                    <a:lumOff val="5000"/>
                  </a:schemeClr>
                </a:solidFill>
                <a:latin typeface="Georgia" panose="02040502050405020303" pitchFamily="18" charset="0"/>
                <a:ea typeface="黑体" pitchFamily="49" charset="-122"/>
              </a:rPr>
              <a:t>Test Case</a:t>
            </a:r>
          </a:p>
          <a:p>
            <a:pPr marL="285750" indent="-285750" algn="ctr">
              <a:buFont typeface="Wingdings" panose="05000000000000000000" pitchFamily="2" charset="2"/>
              <a:buChar char="p"/>
            </a:pPr>
            <a:endPar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endParaRPr>
          </a:p>
        </p:txBody>
      </p:sp>
      <p:sp>
        <p:nvSpPr>
          <p:cNvPr id="20" name="上箭头 19"/>
          <p:cNvSpPr/>
          <p:nvPr/>
        </p:nvSpPr>
        <p:spPr>
          <a:xfrm>
            <a:off x="3347864" y="2211710"/>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21" name="TextBox 20"/>
          <p:cNvSpPr txBox="1"/>
          <p:nvPr/>
        </p:nvSpPr>
        <p:spPr>
          <a:xfrm>
            <a:off x="2411760" y="1688490"/>
            <a:ext cx="2071952" cy="523220"/>
          </a:xfrm>
          <a:prstGeom prst="rect">
            <a:avLst/>
          </a:prstGeom>
        </p:spPr>
        <p:txBody>
          <a:bodyPr wrap="square" rtlCol="0">
            <a:spAutoFit/>
          </a:bodyPr>
          <a:lstStyle/>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System Development</a:t>
            </a:r>
          </a:p>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&amp; Modification</a:t>
            </a:r>
            <a:endParaRPr lang="zh-CN" altLang="en-US"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endParaRPr>
          </a:p>
        </p:txBody>
      </p:sp>
      <p:sp>
        <p:nvSpPr>
          <p:cNvPr id="22" name="上箭头 21"/>
          <p:cNvSpPr/>
          <p:nvPr/>
        </p:nvSpPr>
        <p:spPr>
          <a:xfrm rot="10800000">
            <a:off x="4572000" y="2499742"/>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23" name="TextBox 22"/>
          <p:cNvSpPr txBox="1"/>
          <p:nvPr/>
        </p:nvSpPr>
        <p:spPr>
          <a:xfrm>
            <a:off x="3320000" y="2715766"/>
            <a:ext cx="2620152" cy="938719"/>
          </a:xfrm>
          <a:prstGeom prst="rect">
            <a:avLst/>
          </a:prstGeom>
        </p:spPr>
        <p:txBody>
          <a:bodyPr wrap="square" rtlCol="0">
            <a:spAutoFit/>
          </a:bodyPr>
          <a:lstStyle/>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Communication &amp; Connection</a:t>
            </a:r>
          </a:p>
          <a:p>
            <a:pPr marL="285750" indent="-285750">
              <a:spcBef>
                <a:spcPts val="600"/>
              </a:spcBef>
              <a:buFont typeface="Wingdings" panose="05000000000000000000" pitchFamily="2" charset="2"/>
              <a:buChar char="p"/>
            </a:pPr>
            <a:r>
              <a:rPr lang="en-US" altLang="zh-CN" sz="1100" dirty="0" smtClean="0">
                <a:solidFill>
                  <a:schemeClr val="tx1">
                    <a:lumMod val="95000"/>
                    <a:lumOff val="5000"/>
                  </a:schemeClr>
                </a:solidFill>
                <a:latin typeface="Georgia" panose="02040502050405020303" pitchFamily="18" charset="0"/>
                <a:ea typeface="黑体" pitchFamily="49" charset="-122"/>
              </a:rPr>
              <a:t>For Issuer: </a:t>
            </a:r>
            <a:r>
              <a:rPr lang="en-US" altLang="zh-CN" sz="1100" dirty="0">
                <a:solidFill>
                  <a:schemeClr val="tx1">
                    <a:lumMod val="95000"/>
                    <a:lumOff val="5000"/>
                  </a:schemeClr>
                </a:solidFill>
                <a:latin typeface="Georgia" panose="02040502050405020303" pitchFamily="18" charset="0"/>
                <a:ea typeface="黑体" pitchFamily="49" charset="-122"/>
              </a:rPr>
              <a:t>ISO 8583</a:t>
            </a:r>
          </a:p>
          <a:p>
            <a:pPr marL="285750" indent="-285750">
              <a:buFont typeface="Wingdings" panose="05000000000000000000" pitchFamily="2" charset="2"/>
              <a:buChar char="p"/>
            </a:pPr>
            <a:r>
              <a:rPr lang="en-US" altLang="zh-CN" sz="1100" dirty="0" smtClean="0">
                <a:solidFill>
                  <a:schemeClr val="tx1">
                    <a:lumMod val="95000"/>
                    <a:lumOff val="5000"/>
                  </a:schemeClr>
                </a:solidFill>
                <a:latin typeface="Georgia" panose="02040502050405020303" pitchFamily="18" charset="0"/>
                <a:ea typeface="黑体" pitchFamily="49" charset="-122"/>
              </a:rPr>
              <a:t>For APP Provider: </a:t>
            </a:r>
            <a:r>
              <a:rPr lang="en-US" altLang="zh-CN" sz="1100" dirty="0">
                <a:solidFill>
                  <a:schemeClr val="tx1">
                    <a:lumMod val="95000"/>
                    <a:lumOff val="5000"/>
                  </a:schemeClr>
                </a:solidFill>
                <a:latin typeface="Georgia" panose="02040502050405020303" pitchFamily="18" charset="0"/>
                <a:ea typeface="黑体" pitchFamily="49" charset="-122"/>
              </a:rPr>
              <a:t>JSON message</a:t>
            </a:r>
          </a:p>
          <a:p>
            <a:pPr algn="ctr"/>
            <a:endParaRPr lang="en-US" altLang="zh-CN" sz="1400" i="1"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endParaRPr>
          </a:p>
        </p:txBody>
      </p:sp>
      <p:sp>
        <p:nvSpPr>
          <p:cNvPr id="24" name="上箭头 23"/>
          <p:cNvSpPr/>
          <p:nvPr/>
        </p:nvSpPr>
        <p:spPr>
          <a:xfrm>
            <a:off x="5940152" y="2211710"/>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25" name="TextBox 24"/>
          <p:cNvSpPr txBox="1"/>
          <p:nvPr/>
        </p:nvSpPr>
        <p:spPr>
          <a:xfrm>
            <a:off x="4932040" y="1688490"/>
            <a:ext cx="2232248" cy="523220"/>
          </a:xfrm>
          <a:prstGeom prst="rect">
            <a:avLst/>
          </a:prstGeom>
        </p:spPr>
        <p:txBody>
          <a:bodyPr wrap="square" rtlCol="0">
            <a:spAutoFit/>
          </a:bodyPr>
          <a:lstStyle/>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Testing Environment Verification  </a:t>
            </a:r>
          </a:p>
        </p:txBody>
      </p:sp>
      <p:sp>
        <p:nvSpPr>
          <p:cNvPr id="26" name="上箭头 25"/>
          <p:cNvSpPr/>
          <p:nvPr/>
        </p:nvSpPr>
        <p:spPr>
          <a:xfrm rot="10800000">
            <a:off x="7164288" y="2499741"/>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27" name="TextBox 26"/>
          <p:cNvSpPr txBox="1"/>
          <p:nvPr/>
        </p:nvSpPr>
        <p:spPr>
          <a:xfrm>
            <a:off x="5940152" y="2715766"/>
            <a:ext cx="2620152" cy="523220"/>
          </a:xfrm>
          <a:prstGeom prst="rect">
            <a:avLst/>
          </a:prstGeom>
        </p:spPr>
        <p:txBody>
          <a:bodyPr wrap="square" rtlCol="0">
            <a:spAutoFit/>
          </a:bodyPr>
          <a:lstStyle/>
          <a:p>
            <a:pPr algn="ctr"/>
            <a:r>
              <a:rPr lang="en-US" altLang="zh-CN" sz="1400" dirty="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Production Environment Configuration</a:t>
            </a:r>
          </a:p>
        </p:txBody>
      </p:sp>
      <p:sp>
        <p:nvSpPr>
          <p:cNvPr id="28" name="上箭头 27"/>
          <p:cNvSpPr/>
          <p:nvPr/>
        </p:nvSpPr>
        <p:spPr>
          <a:xfrm>
            <a:off x="8316416" y="2211710"/>
            <a:ext cx="144016" cy="216024"/>
          </a:xfrm>
          <a:prstGeom prst="up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5400000" scaled="1"/>
            <a:tileRect/>
          </a:gradFill>
        </p:spPr>
        <p:txBody>
          <a:bodyPr wrap="square" lIns="0" tIns="0" rIns="0" bIns="0" rtlCol="0" anchor="ctr"/>
          <a:lstStyle/>
          <a:p>
            <a:pPr algn="ctr"/>
            <a:endParaRPr lang="zh-CN" altLang="en-US"/>
          </a:p>
        </p:txBody>
      </p:sp>
      <p:sp>
        <p:nvSpPr>
          <p:cNvPr id="29" name="TextBox 28"/>
          <p:cNvSpPr txBox="1"/>
          <p:nvPr/>
        </p:nvSpPr>
        <p:spPr>
          <a:xfrm>
            <a:off x="7236296" y="1688490"/>
            <a:ext cx="2232248" cy="523220"/>
          </a:xfrm>
          <a:prstGeom prst="rect">
            <a:avLst/>
          </a:prstGeom>
        </p:spPr>
        <p:txBody>
          <a:bodyPr wrap="square" rtlCol="0">
            <a:spAutoFit/>
          </a:bodyPr>
          <a:lstStyle/>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System &amp;</a:t>
            </a:r>
          </a:p>
          <a:p>
            <a:pPr algn="ctr"/>
            <a:r>
              <a:rPr lang="en-US" altLang="zh-CN" sz="1400" dirty="0" smtClean="0">
                <a:ln>
                  <a:solidFill>
                    <a:schemeClr val="tx1">
                      <a:lumMod val="85000"/>
                      <a:lumOff val="15000"/>
                    </a:schemeClr>
                  </a:solidFill>
                </a:ln>
                <a:solidFill>
                  <a:schemeClr val="tx1">
                    <a:lumMod val="65000"/>
                    <a:lumOff val="35000"/>
                  </a:schemeClr>
                </a:solidFill>
                <a:latin typeface="Georgia" panose="02040502050405020303" pitchFamily="18" charset="0"/>
                <a:ea typeface="黑体" pitchFamily="49" charset="-122"/>
              </a:rPr>
              <a:t>Business Launch</a:t>
            </a:r>
          </a:p>
        </p:txBody>
      </p:sp>
      <p:sp>
        <p:nvSpPr>
          <p:cNvPr id="30"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How to Work </a:t>
            </a:r>
            <a:r>
              <a:rPr lang="en-US" altLang="zh-CN" b="1" dirty="0" smtClean="0">
                <a:latin typeface="Georgia" pitchFamily="18" charset="0"/>
                <a:ea typeface="黑体" pitchFamily="49" charset="-122"/>
              </a:rPr>
              <a:t>for QR Code Issuer</a:t>
            </a:r>
            <a:endParaRPr lang="zh-CN" altLang="en-US" b="1" dirty="0">
              <a:latin typeface="Georgia" pitchFamily="18" charset="0"/>
              <a:ea typeface="黑体" pitchFamily="49" charset="-122"/>
            </a:endParaRPr>
          </a:p>
        </p:txBody>
      </p:sp>
    </p:spTree>
    <p:extLst>
      <p:ext uri="{BB962C8B-B14F-4D97-AF65-F5344CB8AC3E}">
        <p14:creationId xmlns:p14="http://schemas.microsoft.com/office/powerpoint/2010/main" val="37237878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361549"/>
            <a:ext cx="9144000" cy="1080120"/>
          </a:xfrm>
          <a:prstGeom prst="rect">
            <a:avLst/>
          </a:prstGeom>
          <a:gradFill>
            <a:gsLst>
              <a:gs pos="100000">
                <a:schemeClr val="bg1"/>
              </a:gs>
              <a:gs pos="50000">
                <a:schemeClr val="bg1">
                  <a:lumMod val="85000"/>
                </a:schemeClr>
              </a:gs>
              <a:gs pos="100000">
                <a:schemeClr val="accent1">
                  <a:shade val="100000"/>
                  <a:satMod val="11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1361549"/>
            <a:ext cx="1691680" cy="3480197"/>
            <a:chOff x="0" y="1563638"/>
            <a:chExt cx="1691680" cy="3480197"/>
          </a:xfrm>
        </p:grpSpPr>
        <p:sp>
          <p:nvSpPr>
            <p:cNvPr id="3" name="矩形 2"/>
            <p:cNvSpPr/>
            <p:nvPr/>
          </p:nvSpPr>
          <p:spPr>
            <a:xfrm>
              <a:off x="0" y="1563638"/>
              <a:ext cx="1547664" cy="2088232"/>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5" name="文本框 4"/>
            <p:cNvSpPr txBox="1"/>
            <p:nvPr/>
          </p:nvSpPr>
          <p:spPr>
            <a:xfrm>
              <a:off x="455444" y="2427734"/>
              <a:ext cx="1236236" cy="2616101"/>
            </a:xfrm>
            <a:prstGeom prst="rect">
              <a:avLst/>
            </a:prstGeom>
            <a:noFill/>
          </p:spPr>
          <p:txBody>
            <a:bodyPr wrap="none" rtlCol="0">
              <a:spAutoFit/>
            </a:bodyPr>
            <a:lstStyle>
              <a:defPPr>
                <a:defRPr lang="zh-CN"/>
              </a:defPPr>
              <a:lvl1pPr>
                <a:defRPr sz="2400">
                  <a:solidFill>
                    <a:schemeClr val="bg1"/>
                  </a:solidFill>
                  <a:latin typeface="微软雅黑" panose="020B0503020204020204" pitchFamily="34" charset="-122"/>
                  <a:ea typeface="微软雅黑" panose="020B0503020204020204" pitchFamily="34" charset="-122"/>
                </a:defRPr>
              </a:lvl1pPr>
            </a:lstStyle>
            <a:p>
              <a:r>
                <a:rPr lang="en-US" altLang="zh-CN" sz="8200" dirty="0" smtClean="0">
                  <a:latin typeface="黑体" pitchFamily="49" charset="-122"/>
                  <a:ea typeface="黑体" pitchFamily="49" charset="-122"/>
                </a:rPr>
                <a:t>04</a:t>
              </a:r>
              <a:endParaRPr lang="en-US" altLang="zh-CN" sz="8200" dirty="0">
                <a:latin typeface="黑体" pitchFamily="49" charset="-122"/>
                <a:ea typeface="黑体" pitchFamily="49" charset="-122"/>
              </a:endParaRPr>
            </a:p>
            <a:p>
              <a:endParaRPr lang="zh-CN" altLang="en-US" sz="8200" dirty="0">
                <a:latin typeface="黑体" pitchFamily="49" charset="-122"/>
                <a:ea typeface="黑体" pitchFamily="49" charset="-122"/>
              </a:endParaRPr>
            </a:p>
          </p:txBody>
        </p:sp>
      </p:grpSp>
      <p:sp>
        <p:nvSpPr>
          <p:cNvPr id="7" name="文本框 6"/>
          <p:cNvSpPr txBox="1"/>
          <p:nvPr/>
        </p:nvSpPr>
        <p:spPr>
          <a:xfrm>
            <a:off x="1691680" y="3195654"/>
            <a:ext cx="7452320" cy="384208"/>
          </a:xfrm>
          <a:prstGeom prst="rect">
            <a:avLst/>
          </a:prstGeom>
        </p:spPr>
        <p:txBody>
          <a:bodyPr wrap="square" rtlCol="0">
            <a:spAutoFit/>
          </a:bodyPr>
          <a:lstStyle/>
          <a:p>
            <a:pPr>
              <a:lnSpc>
                <a:spcPts val="1800"/>
              </a:lnSpc>
            </a:pPr>
            <a:r>
              <a:rPr lang="en-US" altLang="zh-CN" sz="4000" b="1" dirty="0" smtClean="0">
                <a:solidFill>
                  <a:srgbClr val="2E5C9E"/>
                </a:solidFill>
                <a:latin typeface="Georgia" pitchFamily="18" charset="0"/>
                <a:ea typeface="微软雅黑" panose="020B0503020204020204" pitchFamily="34" charset="-122"/>
                <a:cs typeface="Arial" pitchFamily="34" charset="0"/>
              </a:rPr>
              <a:t>UPI QR Code Status Quo</a:t>
            </a:r>
            <a:endParaRPr lang="sv-SE" altLang="zh-CN" sz="4000" b="1" dirty="0">
              <a:solidFill>
                <a:srgbClr val="2E5C9E"/>
              </a:solidFill>
              <a:latin typeface="Georgia" pitchFamily="18" charset="0"/>
              <a:ea typeface="微软雅黑" panose="020B0503020204020204" pitchFamily="34" charset="-122"/>
              <a:cs typeface="Arial" pitchFamily="34" charset="0"/>
            </a:endParaRPr>
          </a:p>
        </p:txBody>
      </p:sp>
    </p:spTree>
    <p:extLst>
      <p:ext uri="{BB962C8B-B14F-4D97-AF65-F5344CB8AC3E}">
        <p14:creationId xmlns:p14="http://schemas.microsoft.com/office/powerpoint/2010/main" val="146542377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13792" y="629522"/>
            <a:ext cx="8262664" cy="523220"/>
          </a:xfrm>
          <a:prstGeom prst="rect">
            <a:avLst/>
          </a:prstGeom>
        </p:spPr>
        <p:txBody>
          <a:bodyPr wrap="square">
            <a:spAutoFit/>
          </a:bodyPr>
          <a:lstStyle/>
          <a:p>
            <a:pPr algn="just"/>
            <a:r>
              <a:rPr lang="en-US" altLang="zh-CN" sz="1400" b="1" dirty="0">
                <a:solidFill>
                  <a:srgbClr val="C00000"/>
                </a:solidFill>
                <a:latin typeface="Georgia" pitchFamily="18" charset="0"/>
              </a:rPr>
              <a:t>A unified mobile payment traffic portal </a:t>
            </a:r>
            <a:r>
              <a:rPr lang="en-US" altLang="zh-CN" sz="1400" b="1" dirty="0" smtClean="0">
                <a:solidFill>
                  <a:srgbClr val="C00000"/>
                </a:solidFill>
                <a:latin typeface="Georgia" pitchFamily="18" charset="0"/>
              </a:rPr>
              <a:t>consolidate </a:t>
            </a:r>
            <a:r>
              <a:rPr lang="en-US" altLang="zh-CN" sz="1400" b="1" dirty="0">
                <a:solidFill>
                  <a:srgbClr val="C00000"/>
                </a:solidFill>
                <a:latin typeface="Georgia" pitchFamily="18" charset="0"/>
              </a:rPr>
              <a:t>resources and channels of UnionPay and </a:t>
            </a:r>
            <a:r>
              <a:rPr lang="en-US" altLang="zh-CN" sz="1400" b="1" dirty="0" smtClean="0">
                <a:solidFill>
                  <a:srgbClr val="C00000"/>
                </a:solidFill>
                <a:latin typeface="Georgia" pitchFamily="18" charset="0"/>
              </a:rPr>
              <a:t>major commercial banks </a:t>
            </a:r>
            <a:r>
              <a:rPr lang="en-US" altLang="zh-CN" sz="1400" b="1" dirty="0">
                <a:solidFill>
                  <a:srgbClr val="C00000"/>
                </a:solidFill>
                <a:latin typeface="Georgia" pitchFamily="18" charset="0"/>
              </a:rPr>
              <a:t>of mainland China</a:t>
            </a:r>
            <a:endParaRPr lang="zh-CN" altLang="en-US" sz="1400" b="1" dirty="0">
              <a:solidFill>
                <a:srgbClr val="C00000"/>
              </a:solidFill>
              <a:latin typeface="Georgia" pitchFamily="18" charset="0"/>
            </a:endParaRPr>
          </a:p>
        </p:txBody>
      </p:sp>
      <p:sp>
        <p:nvSpPr>
          <p:cNvPr id="4" name="矩形 3"/>
          <p:cNvSpPr/>
          <p:nvPr/>
        </p:nvSpPr>
        <p:spPr>
          <a:xfrm>
            <a:off x="2267744" y="1419622"/>
            <a:ext cx="6264696" cy="3349635"/>
          </a:xfrm>
          <a:prstGeom prst="rect">
            <a:avLst/>
          </a:prstGeom>
        </p:spPr>
        <p:txBody>
          <a:bodyPr wrap="square">
            <a:spAutoFit/>
          </a:bodyPr>
          <a:lstStyle/>
          <a:p>
            <a:pPr marL="285750" indent="-285750">
              <a:buFont typeface="Wingdings" panose="05000000000000000000" pitchFamily="2" charset="2"/>
              <a:buChar char="p"/>
            </a:pPr>
            <a:r>
              <a:rPr lang="en-US" altLang="zh-CN" sz="1600" b="1" dirty="0" smtClean="0">
                <a:latin typeface="Georgia" pitchFamily="18" charset="0"/>
                <a:ea typeface="微软雅黑" pitchFamily="34" charset="-122"/>
              </a:rPr>
              <a:t>Wallet Product of </a:t>
            </a:r>
            <a:r>
              <a:rPr lang="en-US" altLang="zh-CN" sz="1600" b="1" dirty="0">
                <a:latin typeface="Georgia" pitchFamily="18" charset="0"/>
                <a:ea typeface="微软雅黑" pitchFamily="34" charset="-122"/>
              </a:rPr>
              <a:t>B</a:t>
            </a:r>
            <a:r>
              <a:rPr lang="en-US" altLang="zh-CN" sz="1600" b="1" dirty="0" smtClean="0">
                <a:latin typeface="Georgia" pitchFamily="18" charset="0"/>
                <a:ea typeface="微软雅黑" pitchFamily="34" charset="-122"/>
              </a:rPr>
              <a:t>anking </a:t>
            </a:r>
            <a:r>
              <a:rPr lang="en-US" altLang="zh-CN" sz="1600" b="1" dirty="0">
                <a:latin typeface="Georgia" pitchFamily="18" charset="0"/>
                <a:ea typeface="微软雅黑" pitchFamily="34" charset="-122"/>
              </a:rPr>
              <a:t>I</a:t>
            </a:r>
            <a:r>
              <a:rPr lang="en-US" altLang="zh-CN" sz="1600" b="1" dirty="0" smtClean="0">
                <a:latin typeface="Georgia" pitchFamily="18" charset="0"/>
                <a:ea typeface="微软雅黑" pitchFamily="34" charset="-122"/>
              </a:rPr>
              <a:t>ndustry</a:t>
            </a:r>
            <a:endParaRPr lang="en-US" altLang="zh-CN" sz="1600" b="1" dirty="0" smtClean="0">
              <a:latin typeface="Georgia" pitchFamily="18" charset="0"/>
            </a:endParaRPr>
          </a:p>
          <a:p>
            <a:pPr marL="628650" lvl="1" indent="-171450">
              <a:spcBef>
                <a:spcPts val="600"/>
              </a:spcBef>
              <a:buFont typeface="Wingdings" panose="05000000000000000000" pitchFamily="2" charset="2"/>
              <a:buChar char="u"/>
            </a:pPr>
            <a:r>
              <a:rPr lang="en-US" altLang="zh-CN" sz="1200" dirty="0" smtClean="0">
                <a:latin typeface="Georgia" pitchFamily="18" charset="0"/>
                <a:ea typeface="微软雅黑" pitchFamily="34" charset="-122"/>
              </a:rPr>
              <a:t>Registered accounts </a:t>
            </a:r>
            <a:r>
              <a:rPr lang="en-US" altLang="zh-CN" sz="1200" dirty="0">
                <a:latin typeface="Georgia" pitchFamily="18" charset="0"/>
                <a:ea typeface="微软雅黑" pitchFamily="34" charset="-122"/>
              </a:rPr>
              <a:t>– </a:t>
            </a:r>
            <a:r>
              <a:rPr lang="en-US" altLang="zh-CN" sz="1200" b="1" dirty="0" smtClean="0">
                <a:latin typeface="Georgia" pitchFamily="18" charset="0"/>
                <a:ea typeface="微软雅黑" pitchFamily="34" charset="-122"/>
              </a:rPr>
              <a:t>20</a:t>
            </a:r>
            <a:r>
              <a:rPr lang="en-US" altLang="zh-CN" sz="1200" b="1" dirty="0" smtClean="0">
                <a:latin typeface="Georgia" pitchFamily="18" charset="0"/>
                <a:ea typeface="微软雅黑" pitchFamily="34" charset="-122"/>
              </a:rPr>
              <a:t>0 </a:t>
            </a:r>
            <a:r>
              <a:rPr lang="en-US" altLang="zh-CN" sz="1200" b="1" dirty="0" smtClean="0">
                <a:latin typeface="Georgia" pitchFamily="18" charset="0"/>
                <a:ea typeface="微软雅黑" pitchFamily="34" charset="-122"/>
              </a:rPr>
              <a:t>M+</a:t>
            </a:r>
          </a:p>
          <a:p>
            <a:pPr marL="628650" lvl="1" indent="-171450">
              <a:spcBef>
                <a:spcPts val="400"/>
              </a:spcBef>
              <a:buFont typeface="Wingdings" panose="05000000000000000000" pitchFamily="2" charset="2"/>
              <a:buChar char="u"/>
            </a:pPr>
            <a:r>
              <a:rPr lang="en-US" altLang="zh-CN" sz="1200" dirty="0" smtClean="0">
                <a:latin typeface="Georgia" pitchFamily="18" charset="0"/>
                <a:ea typeface="微软雅黑" pitchFamily="34" charset="-122"/>
              </a:rPr>
              <a:t>Monthly active users – </a:t>
            </a:r>
            <a:r>
              <a:rPr lang="en-US" altLang="zh-CN" sz="1200" b="1" dirty="0" smtClean="0">
                <a:latin typeface="Georgia" pitchFamily="18" charset="0"/>
                <a:ea typeface="微软雅黑" pitchFamily="34" charset="-122"/>
              </a:rPr>
              <a:t>40 M+ (by Dec. 2018)</a:t>
            </a:r>
          </a:p>
          <a:p>
            <a:pPr lvl="1"/>
            <a:endParaRPr lang="en-US" altLang="zh-CN" sz="1200" b="1" dirty="0">
              <a:latin typeface="Georgia" pitchFamily="18" charset="0"/>
              <a:ea typeface="微软雅黑" pitchFamily="34" charset="-122"/>
            </a:endParaRPr>
          </a:p>
          <a:p>
            <a:pPr marL="284400" indent="-284400">
              <a:buFont typeface="Wingdings" panose="05000000000000000000" pitchFamily="2" charset="2"/>
              <a:buChar char="p"/>
              <a:defRPr/>
            </a:pPr>
            <a:r>
              <a:rPr lang="en-US" altLang="zh-CN" sz="1600" b="1" dirty="0" smtClean="0">
                <a:latin typeface="Georgia" pitchFamily="18" charset="0"/>
                <a:ea typeface="微软雅黑" pitchFamily="34" charset="-122"/>
                <a:sym typeface="ＭＳ Ｐゴシック" pitchFamily="34" charset="-128"/>
              </a:rPr>
              <a:t>Current Support to UnionPay QR Code</a:t>
            </a:r>
          </a:p>
          <a:p>
            <a:pPr marL="697766" lvl="1" indent="-240566">
              <a:spcBef>
                <a:spcPts val="600"/>
              </a:spcBef>
              <a:buFont typeface="Wingdings" panose="05000000000000000000" pitchFamily="2" charset="2"/>
              <a:buChar char="u"/>
              <a:defRPr/>
            </a:pPr>
            <a:r>
              <a:rPr lang="en-US" altLang="zh-CN" sz="1200" b="1" dirty="0" smtClean="0">
                <a:solidFill>
                  <a:srgbClr val="2E5C9E"/>
                </a:solidFill>
                <a:latin typeface="Georgia" panose="02040502050405020303" pitchFamily="18" charset="0"/>
                <a:ea typeface="宋体" pitchFamily="2" charset="-122"/>
                <a:sym typeface="ＭＳ Ｐゴシック" pitchFamily="34" charset="-128"/>
              </a:rPr>
              <a:t>16M </a:t>
            </a:r>
            <a:r>
              <a:rPr lang="en-US" altLang="zh-CN" sz="1200" dirty="0" smtClean="0">
                <a:latin typeface="Georgia" panose="02040502050405020303" pitchFamily="18" charset="0"/>
                <a:ea typeface="宋体" pitchFamily="2" charset="-122"/>
                <a:sym typeface="ＭＳ Ｐゴシック" pitchFamily="34" charset="-128"/>
              </a:rPr>
              <a:t>Merchants </a:t>
            </a:r>
          </a:p>
          <a:p>
            <a:pPr marL="697766" lvl="1" indent="-240566">
              <a:spcBef>
                <a:spcPts val="400"/>
              </a:spcBef>
              <a:buFont typeface="Wingdings" panose="05000000000000000000" pitchFamily="2" charset="2"/>
              <a:buChar char="u"/>
              <a:defRPr/>
            </a:pPr>
            <a:r>
              <a:rPr lang="en-US" altLang="zh-CN" sz="1200" b="1" dirty="0" smtClean="0">
                <a:solidFill>
                  <a:srgbClr val="2E5C9E"/>
                </a:solidFill>
                <a:latin typeface="Georgia" panose="02040502050405020303" pitchFamily="18" charset="0"/>
                <a:ea typeface="宋体" pitchFamily="2" charset="-122"/>
                <a:sym typeface="ＭＳ Ｐゴシック" pitchFamily="34" charset="-128"/>
              </a:rPr>
              <a:t>200+ </a:t>
            </a:r>
            <a:r>
              <a:rPr lang="en-US" altLang="zh-CN" sz="1200" dirty="0" smtClean="0">
                <a:latin typeface="Georgia" panose="02040502050405020303" pitchFamily="18" charset="0"/>
                <a:ea typeface="宋体" pitchFamily="2" charset="-122"/>
                <a:sym typeface="ＭＳ Ｐゴシック" pitchFamily="34" charset="-128"/>
              </a:rPr>
              <a:t>Acquirers</a:t>
            </a:r>
          </a:p>
          <a:p>
            <a:pPr marL="697766" lvl="1" indent="-240566">
              <a:spcBef>
                <a:spcPts val="400"/>
              </a:spcBef>
              <a:buFont typeface="Wingdings" panose="05000000000000000000" pitchFamily="2" charset="2"/>
              <a:buChar char="u"/>
              <a:defRPr/>
            </a:pPr>
            <a:r>
              <a:rPr lang="en-US" altLang="zh-CN" sz="1200" b="1" dirty="0">
                <a:solidFill>
                  <a:srgbClr val="2E5C9E"/>
                </a:solidFill>
                <a:latin typeface="Georgia" panose="02040502050405020303" pitchFamily="18" charset="0"/>
                <a:ea typeface="宋体" pitchFamily="2" charset="-122"/>
                <a:sym typeface="ＭＳ Ｐゴシック" pitchFamily="34" charset="-128"/>
              </a:rPr>
              <a:t>170+ </a:t>
            </a:r>
            <a:r>
              <a:rPr lang="en-US" altLang="zh-CN" sz="1200" dirty="0">
                <a:latin typeface="Georgia" panose="02040502050405020303" pitchFamily="18" charset="0"/>
                <a:ea typeface="宋体" pitchFamily="2" charset="-122"/>
                <a:sym typeface="ＭＳ Ｐゴシック" pitchFamily="34" charset="-128"/>
              </a:rPr>
              <a:t>Apps (17 main </a:t>
            </a:r>
            <a:r>
              <a:rPr lang="en-US" altLang="zh-CN" sz="1200" dirty="0" smtClean="0">
                <a:latin typeface="Georgia" panose="02040502050405020303" pitchFamily="18" charset="0"/>
                <a:ea typeface="宋体" pitchFamily="2" charset="-122"/>
                <a:sym typeface="ＭＳ Ｐゴシック" pitchFamily="34" charset="-128"/>
              </a:rPr>
              <a:t>banks and 110</a:t>
            </a:r>
            <a:r>
              <a:rPr lang="en-US" altLang="zh-CN" sz="1200" dirty="0">
                <a:latin typeface="Georgia" panose="02040502050405020303" pitchFamily="18" charset="0"/>
                <a:ea typeface="宋体" pitchFamily="2" charset="-122"/>
                <a:sym typeface="ＭＳ Ｐゴシック" pitchFamily="34" charset="-128"/>
              </a:rPr>
              <a:t>+ regional banks) </a:t>
            </a:r>
            <a:endParaRPr lang="en-US" altLang="zh-CN" sz="1200" dirty="0" smtClean="0">
              <a:latin typeface="Georgia" panose="02040502050405020303" pitchFamily="18" charset="0"/>
              <a:ea typeface="宋体" pitchFamily="2" charset="-122"/>
              <a:sym typeface="ＭＳ Ｐゴシック" pitchFamily="34" charset="-128"/>
            </a:endParaRPr>
          </a:p>
          <a:p>
            <a:pPr lvl="1">
              <a:defRPr/>
            </a:pPr>
            <a:endParaRPr lang="zh-CN" altLang="en-US" sz="1200" dirty="0">
              <a:latin typeface="Georgia" pitchFamily="18" charset="0"/>
              <a:ea typeface="微软雅黑" pitchFamily="34" charset="-122"/>
            </a:endParaRPr>
          </a:p>
          <a:p>
            <a:pPr marL="285750" indent="-285750">
              <a:buFont typeface="Wingdings" panose="05000000000000000000" pitchFamily="2" charset="2"/>
              <a:buChar char="p"/>
            </a:pPr>
            <a:r>
              <a:rPr lang="en-US" altLang="zh-CN" sz="1600" b="1" dirty="0" smtClean="0">
                <a:latin typeface="Georgia" pitchFamily="18" charset="0"/>
                <a:ea typeface="微软雅黑" pitchFamily="34" charset="-122"/>
              </a:rPr>
              <a:t>Convenient </a:t>
            </a:r>
            <a:r>
              <a:rPr lang="en-US" altLang="zh-CN" sz="1600" b="1" dirty="0">
                <a:latin typeface="Georgia" pitchFamily="18" charset="0"/>
                <a:ea typeface="微软雅黑" pitchFamily="34" charset="-122"/>
              </a:rPr>
              <a:t>Financial Services</a:t>
            </a:r>
            <a:endParaRPr lang="zh-CN" altLang="en-US" sz="1600" b="1" dirty="0">
              <a:latin typeface="Georgia" pitchFamily="18" charset="0"/>
              <a:ea typeface="微软雅黑" pitchFamily="34" charset="-122"/>
            </a:endParaRPr>
          </a:p>
          <a:p>
            <a:pPr marL="628650" lvl="1" indent="-171450">
              <a:spcBef>
                <a:spcPts val="600"/>
              </a:spcBef>
              <a:buFont typeface="Wingdings" panose="05000000000000000000" pitchFamily="2" charset="2"/>
              <a:buChar char="u"/>
            </a:pPr>
            <a:r>
              <a:rPr lang="en-US" altLang="zh-CN" sz="1200" dirty="0">
                <a:latin typeface="Georgia" pitchFamily="18" charset="0"/>
                <a:ea typeface="微软雅黑" pitchFamily="34" charset="-122"/>
              </a:rPr>
              <a:t>Application </a:t>
            </a:r>
            <a:r>
              <a:rPr lang="en-US" altLang="zh-CN" sz="1200" dirty="0" smtClean="0">
                <a:latin typeface="Georgia" pitchFamily="18" charset="0"/>
                <a:ea typeface="微软雅黑" pitchFamily="34" charset="-122"/>
              </a:rPr>
              <a:t>of </a:t>
            </a:r>
            <a:r>
              <a:rPr lang="en-US" altLang="zh-CN" sz="1200" b="1" dirty="0">
                <a:latin typeface="Georgia" pitchFamily="18" charset="0"/>
                <a:ea typeface="微软雅黑" pitchFamily="34" charset="-122"/>
              </a:rPr>
              <a:t>B</a:t>
            </a:r>
            <a:r>
              <a:rPr lang="en-US" altLang="zh-CN" sz="1200" b="1" dirty="0" smtClean="0">
                <a:latin typeface="Georgia" pitchFamily="18" charset="0"/>
                <a:ea typeface="微软雅黑" pitchFamily="34" charset="-122"/>
              </a:rPr>
              <a:t>ank Account </a:t>
            </a:r>
            <a:r>
              <a:rPr lang="en-US" altLang="zh-CN" sz="1200" dirty="0">
                <a:latin typeface="Georgia" pitchFamily="18" charset="0"/>
                <a:ea typeface="微软雅黑" pitchFamily="34" charset="-122"/>
              </a:rPr>
              <a:t>and </a:t>
            </a:r>
            <a:r>
              <a:rPr lang="en-US" altLang="zh-CN" sz="1200" b="1" dirty="0" smtClean="0">
                <a:latin typeface="Georgia" pitchFamily="18" charset="0"/>
                <a:ea typeface="微软雅黑" pitchFamily="34" charset="-122"/>
              </a:rPr>
              <a:t>mobile NFC Pay</a:t>
            </a:r>
            <a:endParaRPr lang="en-US" altLang="zh-CN" sz="500" dirty="0">
              <a:latin typeface="Georgia" pitchFamily="18" charset="0"/>
              <a:ea typeface="微软雅黑" pitchFamily="34" charset="-122"/>
            </a:endParaRPr>
          </a:p>
          <a:p>
            <a:pPr marL="628650" lvl="1" indent="-171450">
              <a:spcBef>
                <a:spcPts val="400"/>
              </a:spcBef>
              <a:buFont typeface="Wingdings" panose="05000000000000000000" pitchFamily="2" charset="2"/>
              <a:buChar char="u"/>
            </a:pPr>
            <a:r>
              <a:rPr lang="en-US" altLang="zh-CN" sz="1200" b="1" dirty="0">
                <a:latin typeface="Georgia" pitchFamily="18" charset="0"/>
                <a:ea typeface="微软雅黑" pitchFamily="34" charset="-122"/>
              </a:rPr>
              <a:t>Multifunction</a:t>
            </a:r>
            <a:r>
              <a:rPr lang="en-US" altLang="zh-CN" sz="1200" dirty="0">
                <a:latin typeface="Georgia" pitchFamily="18" charset="0"/>
                <a:ea typeface="微软雅黑" pitchFamily="34" charset="-122"/>
              </a:rPr>
              <a:t>  </a:t>
            </a:r>
            <a:r>
              <a:rPr lang="en-US" altLang="zh-CN" sz="1200" dirty="0" smtClean="0">
                <a:latin typeface="Georgia" pitchFamily="18" charset="0"/>
                <a:ea typeface="微软雅黑" pitchFamily="34" charset="-122"/>
              </a:rPr>
              <a:t>- Bank </a:t>
            </a:r>
            <a:r>
              <a:rPr lang="en-US" altLang="zh-CN" sz="1200" dirty="0">
                <a:latin typeface="Georgia" pitchFamily="18" charset="0"/>
                <a:ea typeface="微软雅黑" pitchFamily="34" charset="-122"/>
              </a:rPr>
              <a:t>A</a:t>
            </a:r>
            <a:r>
              <a:rPr lang="en-US" altLang="zh-CN" sz="1200" dirty="0" smtClean="0">
                <a:latin typeface="Georgia" pitchFamily="18" charset="0"/>
                <a:ea typeface="微软雅黑" pitchFamily="34" charset="-122"/>
              </a:rPr>
              <a:t>ccount </a:t>
            </a:r>
            <a:r>
              <a:rPr lang="en-US" altLang="zh-CN" sz="1200" dirty="0">
                <a:latin typeface="Georgia" pitchFamily="18" charset="0"/>
                <a:ea typeface="微软雅黑" pitchFamily="34" charset="-122"/>
              </a:rPr>
              <a:t>I</a:t>
            </a:r>
            <a:r>
              <a:rPr lang="en-US" altLang="zh-CN" sz="1200" dirty="0" smtClean="0">
                <a:latin typeface="Georgia" pitchFamily="18" charset="0"/>
                <a:ea typeface="微软雅黑" pitchFamily="34" charset="-122"/>
              </a:rPr>
              <a:t>nquiry</a:t>
            </a:r>
            <a:r>
              <a:rPr lang="en-US" altLang="zh-CN" sz="1200" dirty="0">
                <a:latin typeface="Georgia" pitchFamily="18" charset="0"/>
                <a:ea typeface="微软雅黑" pitchFamily="34" charset="-122"/>
              </a:rPr>
              <a:t>, </a:t>
            </a:r>
            <a:r>
              <a:rPr lang="en-US" altLang="zh-CN" sz="1200" dirty="0" smtClean="0">
                <a:latin typeface="Georgia" pitchFamily="18" charset="0"/>
                <a:ea typeface="微软雅黑" pitchFamily="34" charset="-122"/>
              </a:rPr>
              <a:t>Credit </a:t>
            </a:r>
            <a:r>
              <a:rPr lang="en-US" altLang="zh-CN" sz="1200" dirty="0">
                <a:latin typeface="Georgia" pitchFamily="18" charset="0"/>
                <a:ea typeface="微软雅黑" pitchFamily="34" charset="-122"/>
              </a:rPr>
              <a:t>C</a:t>
            </a:r>
            <a:r>
              <a:rPr lang="en-US" altLang="zh-CN" sz="1200" dirty="0" smtClean="0">
                <a:latin typeface="Georgia" pitchFamily="18" charset="0"/>
                <a:ea typeface="微软雅黑" pitchFamily="34" charset="-122"/>
              </a:rPr>
              <a:t>ard </a:t>
            </a:r>
            <a:r>
              <a:rPr lang="en-US" altLang="zh-CN" sz="1200" dirty="0">
                <a:latin typeface="Georgia" pitchFamily="18" charset="0"/>
                <a:ea typeface="微软雅黑" pitchFamily="34" charset="-122"/>
              </a:rPr>
              <a:t>P</a:t>
            </a:r>
            <a:r>
              <a:rPr lang="en-US" altLang="zh-CN" sz="1200" dirty="0" smtClean="0">
                <a:latin typeface="Georgia" pitchFamily="18" charset="0"/>
                <a:ea typeface="微软雅黑" pitchFamily="34" charset="-122"/>
              </a:rPr>
              <a:t>ayment</a:t>
            </a:r>
            <a:r>
              <a:rPr lang="en-US" altLang="zh-CN" sz="1200" dirty="0">
                <a:latin typeface="Georgia" pitchFamily="18" charset="0"/>
                <a:ea typeface="微软雅黑" pitchFamily="34" charset="-122"/>
              </a:rPr>
              <a:t>, </a:t>
            </a:r>
            <a:r>
              <a:rPr lang="en-US" altLang="zh-CN" sz="1200" dirty="0" smtClean="0">
                <a:latin typeface="Georgia" pitchFamily="18" charset="0"/>
                <a:ea typeface="微软雅黑" pitchFamily="34" charset="-122"/>
              </a:rPr>
              <a:t>Tax Refund</a:t>
            </a:r>
            <a:endParaRPr lang="en-US" altLang="zh-CN" sz="500" dirty="0">
              <a:latin typeface="Georgia" pitchFamily="18" charset="0"/>
              <a:ea typeface="微软雅黑" pitchFamily="34" charset="-122"/>
            </a:endParaRPr>
          </a:p>
          <a:p>
            <a:pPr marL="628650" lvl="1" indent="-171450">
              <a:spcBef>
                <a:spcPts val="400"/>
              </a:spcBef>
              <a:buFont typeface="Wingdings" panose="05000000000000000000" pitchFamily="2" charset="2"/>
              <a:buChar char="u"/>
            </a:pPr>
            <a:r>
              <a:rPr lang="en-US" altLang="zh-CN" sz="1200" b="1" dirty="0">
                <a:latin typeface="Georgia" pitchFamily="18" charset="0"/>
                <a:ea typeface="微软雅黑" pitchFamily="34" charset="-122"/>
              </a:rPr>
              <a:t>Multi-scenario </a:t>
            </a:r>
            <a:r>
              <a:rPr lang="en-US" altLang="zh-CN" sz="1200" dirty="0">
                <a:latin typeface="Georgia" pitchFamily="18" charset="0"/>
                <a:ea typeface="微软雅黑" pitchFamily="34" charset="-122"/>
              </a:rPr>
              <a:t> </a:t>
            </a:r>
            <a:r>
              <a:rPr lang="en-US" altLang="zh-CN" sz="1200" dirty="0" smtClean="0">
                <a:latin typeface="Georgia" pitchFamily="18" charset="0"/>
                <a:ea typeface="微软雅黑" pitchFamily="34" charset="-122"/>
              </a:rPr>
              <a:t>- Bill Payment</a:t>
            </a:r>
            <a:r>
              <a:rPr lang="en-US" altLang="zh-CN" sz="1200" dirty="0">
                <a:latin typeface="Georgia" pitchFamily="18" charset="0"/>
                <a:ea typeface="微软雅黑" pitchFamily="34" charset="-122"/>
              </a:rPr>
              <a:t>, </a:t>
            </a:r>
            <a:r>
              <a:rPr lang="en-US" altLang="zh-CN" sz="1200" dirty="0" smtClean="0">
                <a:latin typeface="Georgia" pitchFamily="18" charset="0"/>
                <a:ea typeface="微软雅黑" pitchFamily="34" charset="-122"/>
              </a:rPr>
              <a:t>Toll </a:t>
            </a:r>
            <a:r>
              <a:rPr lang="en-US" altLang="zh-CN" sz="1200" dirty="0">
                <a:latin typeface="Georgia" pitchFamily="18" charset="0"/>
                <a:ea typeface="微软雅黑" pitchFamily="34" charset="-122"/>
              </a:rPr>
              <a:t>P</a:t>
            </a:r>
            <a:r>
              <a:rPr lang="en-US" altLang="zh-CN" sz="1200" dirty="0" smtClean="0">
                <a:latin typeface="Georgia" pitchFamily="18" charset="0"/>
                <a:ea typeface="微软雅黑" pitchFamily="34" charset="-122"/>
              </a:rPr>
              <a:t>ayment</a:t>
            </a:r>
            <a:r>
              <a:rPr lang="en-US" altLang="zh-CN" sz="1200" dirty="0">
                <a:latin typeface="Georgia" pitchFamily="18" charset="0"/>
                <a:ea typeface="微软雅黑" pitchFamily="34" charset="-122"/>
              </a:rPr>
              <a:t>, </a:t>
            </a:r>
            <a:r>
              <a:rPr lang="en-US" altLang="zh-CN" sz="1200" dirty="0" smtClean="0">
                <a:latin typeface="Georgia" pitchFamily="18" charset="0"/>
                <a:ea typeface="微软雅黑" pitchFamily="34" charset="-122"/>
              </a:rPr>
              <a:t>On-campus </a:t>
            </a:r>
            <a:r>
              <a:rPr lang="en-US" altLang="zh-CN" sz="1200" dirty="0">
                <a:latin typeface="Georgia" pitchFamily="18" charset="0"/>
                <a:ea typeface="微软雅黑" pitchFamily="34" charset="-122"/>
              </a:rPr>
              <a:t>P</a:t>
            </a:r>
            <a:r>
              <a:rPr lang="en-US" altLang="zh-CN" sz="1200" dirty="0" smtClean="0">
                <a:latin typeface="Georgia" pitchFamily="18" charset="0"/>
                <a:ea typeface="微软雅黑" pitchFamily="34" charset="-122"/>
              </a:rPr>
              <a:t>ayment etc</a:t>
            </a:r>
            <a:r>
              <a:rPr lang="en-US" altLang="zh-CN" sz="1200" dirty="0">
                <a:latin typeface="Georgia" pitchFamily="18" charset="0"/>
                <a:ea typeface="微软雅黑" pitchFamily="34" charset="-122"/>
              </a:rPr>
              <a:t>.</a:t>
            </a:r>
          </a:p>
          <a:p>
            <a:endParaRPr lang="zh-CN" altLang="en-US" sz="1200" dirty="0">
              <a:latin typeface="Georgia" pitchFamily="18" charset="0"/>
              <a:ea typeface="微软雅黑" pitchFamily="34" charset="-122"/>
            </a:endParaRPr>
          </a:p>
        </p:txBody>
      </p:sp>
      <p:pic>
        <p:nvPicPr>
          <p:cNvPr id="14" name="图片 13"/>
          <p:cNvPicPr>
            <a:picLocks noChangeAspect="1"/>
          </p:cNvPicPr>
          <p:nvPr/>
        </p:nvPicPr>
        <p:blipFill rotWithShape="1">
          <a:blip r:embed="rId3">
            <a:extLst>
              <a:ext uri="{28A0092B-C50C-407E-A947-70E740481C1C}">
                <a14:useLocalDpi xmlns:a14="http://schemas.microsoft.com/office/drawing/2010/main" val="0"/>
              </a:ext>
            </a:extLst>
          </a:blip>
          <a:srcRect l="25190" r="25036" b="26299"/>
          <a:stretch/>
        </p:blipFill>
        <p:spPr>
          <a:xfrm>
            <a:off x="323528" y="2139702"/>
            <a:ext cx="1549525" cy="117586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UnionPay APP</a:t>
            </a:r>
            <a:endParaRPr lang="zh-CN" altLang="en-US" sz="1800" b="1" dirty="0">
              <a:latin typeface="Georgia" pitchFamily="18" charset="0"/>
              <a:ea typeface="黑体" pitchFamily="49" charset="-122"/>
            </a:endParaRPr>
          </a:p>
        </p:txBody>
      </p:sp>
    </p:spTree>
    <p:extLst>
      <p:ext uri="{BB962C8B-B14F-4D97-AF65-F5344CB8AC3E}">
        <p14:creationId xmlns:p14="http://schemas.microsoft.com/office/powerpoint/2010/main" val="683043231"/>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bject 20"/>
          <p:cNvSpPr txBox="1"/>
          <p:nvPr/>
        </p:nvSpPr>
        <p:spPr>
          <a:xfrm>
            <a:off x="611560" y="3651870"/>
            <a:ext cx="3888432" cy="938719"/>
          </a:xfrm>
          <a:prstGeom prst="rect">
            <a:avLst/>
          </a:prstGeom>
        </p:spPr>
        <p:txBody>
          <a:bodyPr vert="horz" wrap="square" lIns="0" tIns="0" rIns="0" bIns="0" rtlCol="0">
            <a:spAutoFit/>
          </a:bodyPr>
          <a:lstStyle/>
          <a:p>
            <a:pPr marL="469900" indent="-396000">
              <a:lnSpc>
                <a:spcPct val="100000"/>
              </a:lnSpc>
              <a:spcAft>
                <a:spcPts val="600"/>
              </a:spcAft>
              <a:buFont typeface="Wingdings" panose="05000000000000000000" pitchFamily="2" charset="2"/>
              <a:buChar char="p"/>
              <a:tabLst>
                <a:tab pos="469265" algn="l"/>
                <a:tab pos="469900" algn="l"/>
              </a:tabLst>
            </a:pPr>
            <a:r>
              <a:rPr lang="en-US" sz="1400" spc="-5" dirty="0">
                <a:solidFill>
                  <a:schemeClr val="tx1">
                    <a:lumMod val="75000"/>
                    <a:lumOff val="25000"/>
                  </a:schemeClr>
                </a:solidFill>
                <a:latin typeface="Georgia"/>
                <a:cs typeface="Georgia"/>
              </a:rPr>
              <a:t>From Oct.2017, </a:t>
            </a:r>
            <a:r>
              <a:rPr lang="en-US" sz="1400" b="1" u="sng" spc="-5" dirty="0" smtClean="0">
                <a:solidFill>
                  <a:schemeClr val="tx1">
                    <a:lumMod val="75000"/>
                    <a:lumOff val="25000"/>
                  </a:schemeClr>
                </a:solidFill>
                <a:latin typeface="Georgia"/>
                <a:cs typeface="Georgia"/>
              </a:rPr>
              <a:t>99</a:t>
            </a:r>
            <a:r>
              <a:rPr lang="en-US" sz="1400" spc="-5" dirty="0" smtClean="0">
                <a:solidFill>
                  <a:schemeClr val="tx1">
                    <a:lumMod val="75000"/>
                    <a:lumOff val="25000"/>
                  </a:schemeClr>
                </a:solidFill>
                <a:latin typeface="Georgia"/>
                <a:cs typeface="Georgia"/>
              </a:rPr>
              <a:t> </a:t>
            </a:r>
            <a:r>
              <a:rPr lang="en-US" sz="1400" spc="-5" dirty="0" smtClean="0">
                <a:solidFill>
                  <a:schemeClr val="tx1">
                    <a:lumMod val="75000"/>
                    <a:lumOff val="25000"/>
                  </a:schemeClr>
                </a:solidFill>
                <a:latin typeface="Georgia"/>
                <a:cs typeface="Georgia"/>
              </a:rPr>
              <a:t>Acquirers </a:t>
            </a:r>
            <a:r>
              <a:rPr lang="en-US" sz="1400" spc="-5" dirty="0">
                <a:solidFill>
                  <a:schemeClr val="tx1">
                    <a:lumMod val="75000"/>
                    <a:lumOff val="25000"/>
                  </a:schemeClr>
                </a:solidFill>
                <a:latin typeface="Georgia"/>
                <a:cs typeface="Georgia"/>
              </a:rPr>
              <a:t>from </a:t>
            </a:r>
            <a:r>
              <a:rPr lang="en-US" sz="1400" b="1" u="sng" spc="-5" dirty="0" smtClean="0">
                <a:solidFill>
                  <a:schemeClr val="tx1">
                    <a:lumMod val="75000"/>
                    <a:lumOff val="25000"/>
                  </a:schemeClr>
                </a:solidFill>
                <a:latin typeface="Georgia"/>
                <a:cs typeface="Georgia"/>
              </a:rPr>
              <a:t>31</a:t>
            </a:r>
            <a:r>
              <a:rPr lang="en-US" sz="1400" spc="-5" dirty="0" smtClean="0">
                <a:solidFill>
                  <a:schemeClr val="tx1">
                    <a:lumMod val="75000"/>
                    <a:lumOff val="25000"/>
                  </a:schemeClr>
                </a:solidFill>
                <a:latin typeface="Georgia"/>
                <a:cs typeface="Georgia"/>
              </a:rPr>
              <a:t> </a:t>
            </a:r>
            <a:r>
              <a:rPr lang="en-US" sz="1400" spc="-5" dirty="0">
                <a:solidFill>
                  <a:schemeClr val="tx1">
                    <a:lumMod val="75000"/>
                    <a:lumOff val="25000"/>
                  </a:schemeClr>
                </a:solidFill>
                <a:latin typeface="Georgia"/>
                <a:cs typeface="Georgia"/>
              </a:rPr>
              <a:t>countries &amp; regions accept UPI QR Code</a:t>
            </a:r>
          </a:p>
          <a:p>
            <a:pPr marL="469900" indent="-396000">
              <a:lnSpc>
                <a:spcPct val="100000"/>
              </a:lnSpc>
              <a:spcAft>
                <a:spcPts val="600"/>
              </a:spcAft>
              <a:buFont typeface="Wingdings" panose="05000000000000000000" pitchFamily="2" charset="2"/>
              <a:buChar char="p"/>
              <a:tabLst>
                <a:tab pos="469265" algn="l"/>
                <a:tab pos="469900" algn="l"/>
              </a:tabLst>
            </a:pPr>
            <a:r>
              <a:rPr lang="en-US" altLang="zh-CN" sz="1400" b="1" u="sng" spc="-5" dirty="0" smtClean="0">
                <a:solidFill>
                  <a:schemeClr val="tx1">
                    <a:lumMod val="75000"/>
                    <a:lumOff val="25000"/>
                  </a:schemeClr>
                </a:solidFill>
                <a:latin typeface="Georgia"/>
                <a:cs typeface="Georgia"/>
              </a:rPr>
              <a:t>23</a:t>
            </a:r>
            <a:r>
              <a:rPr lang="en-US" altLang="zh-CN" sz="1400" u="sng" spc="-5" dirty="0" smtClean="0">
                <a:solidFill>
                  <a:schemeClr val="tx1">
                    <a:lumMod val="75000"/>
                    <a:lumOff val="25000"/>
                  </a:schemeClr>
                </a:solidFill>
                <a:latin typeface="Georgia"/>
                <a:cs typeface="Georgia"/>
              </a:rPr>
              <a:t> </a:t>
            </a:r>
            <a:r>
              <a:rPr lang="en-US" altLang="zh-CN" sz="1400" u="sng" spc="-5" dirty="0" smtClean="0">
                <a:solidFill>
                  <a:schemeClr val="tx1">
                    <a:lumMod val="75000"/>
                    <a:lumOff val="25000"/>
                  </a:schemeClr>
                </a:solidFill>
                <a:latin typeface="Georgia"/>
                <a:cs typeface="Georgia"/>
              </a:rPr>
              <a:t>mobile wallet </a:t>
            </a:r>
            <a:r>
              <a:rPr lang="en-US" altLang="zh-CN" sz="1400" spc="-5" dirty="0">
                <a:solidFill>
                  <a:schemeClr val="tx1">
                    <a:lumMod val="75000"/>
                    <a:lumOff val="25000"/>
                  </a:schemeClr>
                </a:solidFill>
                <a:latin typeface="Georgia"/>
                <a:cs typeface="Georgia"/>
              </a:rPr>
              <a:t>from HK, Singapore, Thailand, </a:t>
            </a:r>
            <a:r>
              <a:rPr lang="en-US" altLang="zh-CN" sz="1400" spc="-5" dirty="0" smtClean="0">
                <a:solidFill>
                  <a:schemeClr val="tx1">
                    <a:lumMod val="75000"/>
                    <a:lumOff val="25000"/>
                  </a:schemeClr>
                </a:solidFill>
                <a:latin typeface="Georgia"/>
                <a:cs typeface="Georgia"/>
              </a:rPr>
              <a:t>Vietnam, etc.</a:t>
            </a:r>
            <a:endParaRPr lang="en-US" sz="1400" spc="-5" dirty="0">
              <a:solidFill>
                <a:schemeClr val="tx1">
                  <a:lumMod val="75000"/>
                  <a:lumOff val="25000"/>
                </a:schemeClr>
              </a:solidFill>
              <a:latin typeface="Georgia"/>
              <a:cs typeface="Georgia"/>
            </a:endParaRPr>
          </a:p>
        </p:txBody>
      </p:sp>
      <p:graphicFrame>
        <p:nvGraphicFramePr>
          <p:cNvPr id="7" name="图表 6"/>
          <p:cNvGraphicFramePr>
            <a:graphicFrameLocks/>
          </p:cNvGraphicFramePr>
          <p:nvPr>
            <p:extLst>
              <p:ext uri="{D42A27DB-BD31-4B8C-83A1-F6EECF244321}">
                <p14:modId xmlns:p14="http://schemas.microsoft.com/office/powerpoint/2010/main" val="2862137165"/>
              </p:ext>
            </p:extLst>
          </p:nvPr>
        </p:nvGraphicFramePr>
        <p:xfrm>
          <a:off x="4499992" y="699542"/>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8" name="object 20"/>
          <p:cNvSpPr txBox="1"/>
          <p:nvPr/>
        </p:nvSpPr>
        <p:spPr>
          <a:xfrm>
            <a:off x="5364088" y="3651870"/>
            <a:ext cx="3528392" cy="861774"/>
          </a:xfrm>
          <a:prstGeom prst="rect">
            <a:avLst/>
          </a:prstGeom>
        </p:spPr>
        <p:txBody>
          <a:bodyPr vert="horz" wrap="square" lIns="0" tIns="0" rIns="0" bIns="0" rtlCol="0">
            <a:spAutoFit/>
          </a:bodyPr>
          <a:lstStyle/>
          <a:p>
            <a:pPr marL="469900" indent="-396000">
              <a:lnSpc>
                <a:spcPct val="100000"/>
              </a:lnSpc>
              <a:buFont typeface="Wingdings" panose="05000000000000000000" pitchFamily="2" charset="2"/>
              <a:buChar char="p"/>
              <a:tabLst>
                <a:tab pos="469265" algn="l"/>
                <a:tab pos="469900" algn="l"/>
              </a:tabLst>
            </a:pPr>
            <a:r>
              <a:rPr lang="en-US" sz="1400" spc="-5" dirty="0">
                <a:solidFill>
                  <a:schemeClr val="tx1">
                    <a:lumMod val="75000"/>
                    <a:lumOff val="25000"/>
                  </a:schemeClr>
                </a:solidFill>
                <a:latin typeface="Georgia"/>
                <a:cs typeface="Georgia"/>
              </a:rPr>
              <a:t>More than </a:t>
            </a:r>
            <a:r>
              <a:rPr lang="en-US" sz="1400" b="1" spc="-5" dirty="0">
                <a:solidFill>
                  <a:schemeClr val="tx1">
                    <a:lumMod val="75000"/>
                    <a:lumOff val="25000"/>
                  </a:schemeClr>
                </a:solidFill>
                <a:latin typeface="Georgia"/>
                <a:cs typeface="Georgia"/>
              </a:rPr>
              <a:t>3</a:t>
            </a:r>
            <a:r>
              <a:rPr lang="en-US" sz="1400" b="1" spc="-5" dirty="0" smtClean="0">
                <a:solidFill>
                  <a:schemeClr val="tx1">
                    <a:lumMod val="75000"/>
                    <a:lumOff val="25000"/>
                  </a:schemeClr>
                </a:solidFill>
                <a:latin typeface="Georgia"/>
                <a:cs typeface="Georgia"/>
              </a:rPr>
              <a:t>00,000</a:t>
            </a:r>
            <a:r>
              <a:rPr lang="en-US" sz="1400" spc="-5" dirty="0" smtClean="0">
                <a:solidFill>
                  <a:schemeClr val="tx1">
                    <a:lumMod val="75000"/>
                    <a:lumOff val="25000"/>
                  </a:schemeClr>
                </a:solidFill>
                <a:latin typeface="Georgia"/>
                <a:cs typeface="Georgia"/>
              </a:rPr>
              <a:t> QR Code Merchant </a:t>
            </a:r>
            <a:r>
              <a:rPr lang="en-US" sz="1400" spc="-5" dirty="0">
                <a:solidFill>
                  <a:schemeClr val="tx1">
                    <a:lumMod val="75000"/>
                    <a:lumOff val="25000"/>
                  </a:schemeClr>
                </a:solidFill>
                <a:latin typeface="Georgia"/>
                <a:cs typeface="Georgia"/>
              </a:rPr>
              <a:t>among South Korea, </a:t>
            </a:r>
            <a:r>
              <a:rPr lang="en-US" sz="1400" spc="-5" dirty="0" smtClean="0">
                <a:solidFill>
                  <a:schemeClr val="tx1">
                    <a:lumMod val="75000"/>
                    <a:lumOff val="25000"/>
                  </a:schemeClr>
                </a:solidFill>
                <a:latin typeface="Georgia"/>
                <a:cs typeface="Georgia"/>
              </a:rPr>
              <a:t>Japan, HK/Macau</a:t>
            </a:r>
            <a:r>
              <a:rPr lang="en-US" sz="1400" spc="-5" dirty="0">
                <a:solidFill>
                  <a:schemeClr val="tx1">
                    <a:lumMod val="75000"/>
                    <a:lumOff val="25000"/>
                  </a:schemeClr>
                </a:solidFill>
                <a:latin typeface="Georgia"/>
                <a:cs typeface="Georgia"/>
              </a:rPr>
              <a:t>, Thailand, Singapore, </a:t>
            </a:r>
            <a:r>
              <a:rPr lang="en-US" sz="1400" spc="-5" dirty="0" smtClean="0">
                <a:solidFill>
                  <a:schemeClr val="tx1">
                    <a:lumMod val="75000"/>
                    <a:lumOff val="25000"/>
                  </a:schemeClr>
                </a:solidFill>
                <a:latin typeface="Georgia"/>
                <a:cs typeface="Georgia"/>
              </a:rPr>
              <a:t> Malaysia, Africa </a:t>
            </a:r>
            <a:r>
              <a:rPr lang="en-US" sz="1400" spc="-5" dirty="0">
                <a:solidFill>
                  <a:schemeClr val="tx1">
                    <a:lumMod val="75000"/>
                    <a:lumOff val="25000"/>
                  </a:schemeClr>
                </a:solidFill>
                <a:latin typeface="Georgia"/>
                <a:cs typeface="Georgia"/>
              </a:rPr>
              <a:t>etc.</a:t>
            </a:r>
          </a:p>
        </p:txBody>
      </p:sp>
      <p:sp>
        <p:nvSpPr>
          <p:cNvPr id="9"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UnionPay QR Code in Overseas</a:t>
            </a:r>
            <a:endParaRPr lang="zh-CN" altLang="en-US" sz="1800" b="1" dirty="0">
              <a:latin typeface="Georgia" pitchFamily="18" charset="0"/>
              <a:ea typeface="黑体" pitchFamily="49" charset="-122"/>
            </a:endParaRPr>
          </a:p>
        </p:txBody>
      </p:sp>
      <p:graphicFrame>
        <p:nvGraphicFramePr>
          <p:cNvPr id="10" name="图表 9">
            <a:extLst>
              <a:ext uri="{FF2B5EF4-FFF2-40B4-BE49-F238E27FC236}">
                <a16:creationId xmlns:a16="http://schemas.microsoft.com/office/drawing/2014/main" id="{F2959C5C-02C1-4349-A1A0-7F6C34379C61}"/>
              </a:ext>
            </a:extLst>
          </p:cNvPr>
          <p:cNvGraphicFramePr>
            <a:graphicFrameLocks/>
          </p:cNvGraphicFramePr>
          <p:nvPr>
            <p:extLst>
              <p:ext uri="{D42A27DB-BD31-4B8C-83A1-F6EECF244321}">
                <p14:modId xmlns:p14="http://schemas.microsoft.com/office/powerpoint/2010/main" val="3232020542"/>
              </p:ext>
            </p:extLst>
          </p:nvPr>
        </p:nvGraphicFramePr>
        <p:xfrm>
          <a:off x="5444" y="699542"/>
          <a:ext cx="4518248" cy="266429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535716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err="1" smtClean="0">
                <a:latin typeface="Georgia" pitchFamily="18" charset="0"/>
                <a:ea typeface="黑体" pitchFamily="49" charset="-122"/>
              </a:rPr>
              <a:t>UnionPay</a:t>
            </a:r>
            <a:r>
              <a:rPr lang="en-US" altLang="zh-CN" b="1" dirty="0" smtClean="0">
                <a:latin typeface="Georgia" pitchFamily="18" charset="0"/>
                <a:ea typeface="黑体" pitchFamily="49" charset="-122"/>
              </a:rPr>
              <a:t> QR Code in Overseas</a:t>
            </a:r>
            <a:endParaRPr lang="zh-CN" altLang="en-US" sz="1800" b="1" dirty="0">
              <a:latin typeface="Georgia" pitchFamily="18" charset="0"/>
              <a:ea typeface="黑体" pitchFamily="49" charset="-122"/>
            </a:endParaRPr>
          </a:p>
        </p:txBody>
      </p:sp>
      <p:grpSp>
        <p:nvGrpSpPr>
          <p:cNvPr id="10" name="组合 9"/>
          <p:cNvGrpSpPr/>
          <p:nvPr/>
        </p:nvGrpSpPr>
        <p:grpSpPr>
          <a:xfrm>
            <a:off x="414293" y="488431"/>
            <a:ext cx="8208912" cy="4052538"/>
            <a:chOff x="1804714" y="979268"/>
            <a:chExt cx="5271192" cy="2639797"/>
          </a:xfrm>
        </p:grpSpPr>
        <p:grpSp>
          <p:nvGrpSpPr>
            <p:cNvPr id="61" name="Group 11"/>
            <p:cNvGrpSpPr/>
            <p:nvPr/>
          </p:nvGrpSpPr>
          <p:grpSpPr>
            <a:xfrm>
              <a:off x="3939548" y="2042152"/>
              <a:ext cx="1032044" cy="1170782"/>
              <a:chOff x="4097338" y="2217738"/>
              <a:chExt cx="1139825" cy="1274763"/>
            </a:xfrm>
            <a:solidFill>
              <a:srgbClr val="9AC1E4"/>
            </a:solidFill>
          </p:grpSpPr>
          <p:sp>
            <p:nvSpPr>
              <p:cNvPr id="157" name="ïşḻïďê-Freeform: Shape 188"/>
              <p:cNvSpPr>
                <a:spLocks/>
              </p:cNvSpPr>
              <p:nvPr/>
            </p:nvSpPr>
            <p:spPr bwMode="auto">
              <a:xfrm>
                <a:off x="5102225" y="3086100"/>
                <a:ext cx="120650" cy="233363"/>
              </a:xfrm>
              <a:custGeom>
                <a:avLst/>
                <a:gdLst/>
                <a:ahLst/>
                <a:cxnLst>
                  <a:cxn ang="0">
                    <a:pos x="9" y="114"/>
                  </a:cxn>
                  <a:cxn ang="0">
                    <a:pos x="18" y="94"/>
                  </a:cxn>
                  <a:cxn ang="0">
                    <a:pos x="11" y="71"/>
                  </a:cxn>
                  <a:cxn ang="0">
                    <a:pos x="40" y="43"/>
                  </a:cxn>
                  <a:cxn ang="0">
                    <a:pos x="71" y="13"/>
                  </a:cxn>
                  <a:cxn ang="0">
                    <a:pos x="73" y="0"/>
                  </a:cxn>
                  <a:cxn ang="0">
                    <a:pos x="91" y="42"/>
                  </a:cxn>
                  <a:cxn ang="0">
                    <a:pos x="91" y="49"/>
                  </a:cxn>
                  <a:cxn ang="0">
                    <a:pos x="84" y="47"/>
                  </a:cxn>
                  <a:cxn ang="0">
                    <a:pos x="64" y="126"/>
                  </a:cxn>
                  <a:cxn ang="0">
                    <a:pos x="25" y="175"/>
                  </a:cxn>
                  <a:cxn ang="0">
                    <a:pos x="5" y="151"/>
                  </a:cxn>
                  <a:cxn ang="0">
                    <a:pos x="5" y="140"/>
                  </a:cxn>
                  <a:cxn ang="0">
                    <a:pos x="0" y="122"/>
                  </a:cxn>
                  <a:cxn ang="0">
                    <a:pos x="9" y="114"/>
                  </a:cxn>
                </a:cxnLst>
                <a:rect l="0" t="0" r="r" b="b"/>
                <a:pathLst>
                  <a:path w="91" h="175">
                    <a:moveTo>
                      <a:pt x="9" y="114"/>
                    </a:moveTo>
                    <a:cubicBezTo>
                      <a:pt x="9" y="114"/>
                      <a:pt x="18" y="95"/>
                      <a:pt x="18" y="94"/>
                    </a:cubicBezTo>
                    <a:cubicBezTo>
                      <a:pt x="18" y="89"/>
                      <a:pt x="11" y="78"/>
                      <a:pt x="11" y="71"/>
                    </a:cubicBezTo>
                    <a:cubicBezTo>
                      <a:pt x="11" y="49"/>
                      <a:pt x="27" y="50"/>
                      <a:pt x="40" y="43"/>
                    </a:cubicBezTo>
                    <a:cubicBezTo>
                      <a:pt x="50" y="37"/>
                      <a:pt x="64" y="20"/>
                      <a:pt x="71" y="13"/>
                    </a:cubicBezTo>
                    <a:cubicBezTo>
                      <a:pt x="73" y="11"/>
                      <a:pt x="72" y="4"/>
                      <a:pt x="73" y="0"/>
                    </a:cubicBezTo>
                    <a:cubicBezTo>
                      <a:pt x="88" y="2"/>
                      <a:pt x="87" y="31"/>
                      <a:pt x="91" y="42"/>
                    </a:cubicBezTo>
                    <a:cubicBezTo>
                      <a:pt x="91" y="49"/>
                      <a:pt x="91" y="49"/>
                      <a:pt x="91" y="49"/>
                    </a:cubicBezTo>
                    <a:cubicBezTo>
                      <a:pt x="89" y="48"/>
                      <a:pt x="85" y="47"/>
                      <a:pt x="84" y="47"/>
                    </a:cubicBezTo>
                    <a:cubicBezTo>
                      <a:pt x="84" y="79"/>
                      <a:pt x="74" y="101"/>
                      <a:pt x="64" y="126"/>
                    </a:cubicBezTo>
                    <a:cubicBezTo>
                      <a:pt x="56" y="146"/>
                      <a:pt x="52" y="175"/>
                      <a:pt x="25" y="175"/>
                    </a:cubicBezTo>
                    <a:cubicBezTo>
                      <a:pt x="14" y="175"/>
                      <a:pt x="5" y="163"/>
                      <a:pt x="5" y="151"/>
                    </a:cubicBezTo>
                    <a:cubicBezTo>
                      <a:pt x="5" y="145"/>
                      <a:pt x="6" y="143"/>
                      <a:pt x="5" y="140"/>
                    </a:cubicBezTo>
                    <a:cubicBezTo>
                      <a:pt x="0" y="136"/>
                      <a:pt x="0" y="129"/>
                      <a:pt x="0" y="122"/>
                    </a:cubicBezTo>
                    <a:cubicBezTo>
                      <a:pt x="0" y="121"/>
                      <a:pt x="8" y="114"/>
                      <a:pt x="9" y="114"/>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58" name="ïşḻïďê-Freeform: Shape 189"/>
              <p:cNvSpPr>
                <a:spLocks/>
              </p:cNvSpPr>
              <p:nvPr/>
            </p:nvSpPr>
            <p:spPr bwMode="auto">
              <a:xfrm>
                <a:off x="4097338" y="2217738"/>
                <a:ext cx="1139825" cy="1274763"/>
              </a:xfrm>
              <a:custGeom>
                <a:avLst/>
                <a:gdLst/>
                <a:ahLst/>
                <a:cxnLst>
                  <a:cxn ang="0">
                    <a:pos x="499" y="66"/>
                  </a:cxn>
                  <a:cxn ang="0">
                    <a:pos x="527" y="81"/>
                  </a:cxn>
                  <a:cxn ang="0">
                    <a:pos x="609" y="86"/>
                  </a:cxn>
                  <a:cxn ang="0">
                    <a:pos x="644" y="89"/>
                  </a:cxn>
                  <a:cxn ang="0">
                    <a:pos x="644" y="136"/>
                  </a:cxn>
                  <a:cxn ang="0">
                    <a:pos x="620" y="115"/>
                  </a:cxn>
                  <a:cxn ang="0">
                    <a:pos x="679" y="223"/>
                  </a:cxn>
                  <a:cxn ang="0">
                    <a:pos x="699" y="267"/>
                  </a:cxn>
                  <a:cxn ang="0">
                    <a:pos x="730" y="310"/>
                  </a:cxn>
                  <a:cxn ang="0">
                    <a:pos x="755" y="348"/>
                  </a:cxn>
                  <a:cxn ang="0">
                    <a:pos x="787" y="359"/>
                  </a:cxn>
                  <a:cxn ang="0">
                    <a:pos x="853" y="346"/>
                  </a:cxn>
                  <a:cxn ang="0">
                    <a:pos x="826" y="425"/>
                  </a:cxn>
                  <a:cxn ang="0">
                    <a:pos x="719" y="541"/>
                  </a:cxn>
                  <a:cxn ang="0">
                    <a:pos x="708" y="600"/>
                  </a:cxn>
                  <a:cxn ang="0">
                    <a:pos x="721" y="638"/>
                  </a:cxn>
                  <a:cxn ang="0">
                    <a:pos x="720" y="676"/>
                  </a:cxn>
                  <a:cxn ang="0">
                    <a:pos x="660" y="745"/>
                  </a:cxn>
                  <a:cxn ang="0">
                    <a:pos x="659" y="788"/>
                  </a:cxn>
                  <a:cxn ang="0">
                    <a:pos x="643" y="816"/>
                  </a:cxn>
                  <a:cxn ang="0">
                    <a:pos x="627" y="846"/>
                  </a:cxn>
                  <a:cxn ang="0">
                    <a:pos x="592" y="902"/>
                  </a:cxn>
                  <a:cxn ang="0">
                    <a:pos x="538" y="946"/>
                  </a:cxn>
                  <a:cxn ang="0">
                    <a:pos x="512" y="944"/>
                  </a:cxn>
                  <a:cxn ang="0">
                    <a:pos x="452" y="949"/>
                  </a:cxn>
                  <a:cxn ang="0">
                    <a:pos x="440" y="929"/>
                  </a:cxn>
                  <a:cxn ang="0">
                    <a:pos x="431" y="893"/>
                  </a:cxn>
                  <a:cxn ang="0">
                    <a:pos x="395" y="789"/>
                  </a:cxn>
                  <a:cxn ang="0">
                    <a:pos x="360" y="708"/>
                  </a:cxn>
                  <a:cxn ang="0">
                    <a:pos x="382" y="621"/>
                  </a:cxn>
                  <a:cxn ang="0">
                    <a:pos x="364" y="558"/>
                  </a:cxn>
                  <a:cxn ang="0">
                    <a:pos x="337" y="490"/>
                  </a:cxn>
                  <a:cxn ang="0">
                    <a:pos x="342" y="461"/>
                  </a:cxn>
                  <a:cxn ang="0">
                    <a:pos x="295" y="443"/>
                  </a:cxn>
                  <a:cxn ang="0">
                    <a:pos x="206" y="433"/>
                  </a:cxn>
                  <a:cxn ang="0">
                    <a:pos x="164" y="434"/>
                  </a:cxn>
                  <a:cxn ang="0">
                    <a:pos x="109" y="439"/>
                  </a:cxn>
                  <a:cxn ang="0">
                    <a:pos x="40" y="369"/>
                  </a:cxn>
                  <a:cxn ang="0">
                    <a:pos x="7" y="338"/>
                  </a:cxn>
                  <a:cxn ang="0">
                    <a:pos x="7" y="324"/>
                  </a:cxn>
                  <a:cxn ang="0">
                    <a:pos x="18" y="269"/>
                  </a:cxn>
                  <a:cxn ang="0">
                    <a:pos x="22" y="199"/>
                  </a:cxn>
                  <a:cxn ang="0">
                    <a:pos x="77" y="132"/>
                  </a:cxn>
                  <a:cxn ang="0">
                    <a:pos x="104" y="77"/>
                  </a:cxn>
                  <a:cxn ang="0">
                    <a:pos x="141" y="36"/>
                  </a:cxn>
                  <a:cxn ang="0">
                    <a:pos x="187" y="35"/>
                  </a:cxn>
                  <a:cxn ang="0">
                    <a:pos x="273" y="6"/>
                  </a:cxn>
                  <a:cxn ang="0">
                    <a:pos x="307" y="4"/>
                  </a:cxn>
                  <a:cxn ang="0">
                    <a:pos x="338" y="0"/>
                  </a:cxn>
                  <a:cxn ang="0">
                    <a:pos x="358" y="6"/>
                  </a:cxn>
                  <a:cxn ang="0">
                    <a:pos x="357" y="27"/>
                  </a:cxn>
                  <a:cxn ang="0">
                    <a:pos x="371" y="64"/>
                  </a:cxn>
                  <a:cxn ang="0">
                    <a:pos x="455" y="100"/>
                  </a:cxn>
                  <a:cxn ang="0">
                    <a:pos x="464" y="84"/>
                  </a:cxn>
                  <a:cxn ang="0">
                    <a:pos x="490" y="66"/>
                  </a:cxn>
                </a:cxnLst>
                <a:rect l="0" t="0" r="r" b="b"/>
                <a:pathLst>
                  <a:path w="856" h="957">
                    <a:moveTo>
                      <a:pt x="490" y="66"/>
                    </a:moveTo>
                    <a:cubicBezTo>
                      <a:pt x="499" y="66"/>
                      <a:pt x="499" y="66"/>
                      <a:pt x="499" y="66"/>
                    </a:cubicBezTo>
                    <a:cubicBezTo>
                      <a:pt x="499" y="73"/>
                      <a:pt x="504" y="74"/>
                      <a:pt x="506" y="77"/>
                    </a:cubicBezTo>
                    <a:cubicBezTo>
                      <a:pt x="510" y="82"/>
                      <a:pt x="520" y="78"/>
                      <a:pt x="527" y="81"/>
                    </a:cubicBezTo>
                    <a:cubicBezTo>
                      <a:pt x="541" y="86"/>
                      <a:pt x="561" y="93"/>
                      <a:pt x="576" y="93"/>
                    </a:cubicBezTo>
                    <a:cubicBezTo>
                      <a:pt x="591" y="93"/>
                      <a:pt x="595" y="86"/>
                      <a:pt x="609" y="86"/>
                    </a:cubicBezTo>
                    <a:cubicBezTo>
                      <a:pt x="617" y="86"/>
                      <a:pt x="622" y="92"/>
                      <a:pt x="632" y="92"/>
                    </a:cubicBezTo>
                    <a:cubicBezTo>
                      <a:pt x="638" y="92"/>
                      <a:pt x="638" y="90"/>
                      <a:pt x="644" y="89"/>
                    </a:cubicBezTo>
                    <a:cubicBezTo>
                      <a:pt x="647" y="96"/>
                      <a:pt x="653" y="102"/>
                      <a:pt x="653" y="111"/>
                    </a:cubicBezTo>
                    <a:cubicBezTo>
                      <a:pt x="653" y="115"/>
                      <a:pt x="646" y="131"/>
                      <a:pt x="644" y="136"/>
                    </a:cubicBezTo>
                    <a:cubicBezTo>
                      <a:pt x="635" y="135"/>
                      <a:pt x="627" y="115"/>
                      <a:pt x="620" y="107"/>
                    </a:cubicBezTo>
                    <a:cubicBezTo>
                      <a:pt x="620" y="115"/>
                      <a:pt x="620" y="115"/>
                      <a:pt x="620" y="115"/>
                    </a:cubicBezTo>
                    <a:cubicBezTo>
                      <a:pt x="662" y="189"/>
                      <a:pt x="662" y="189"/>
                      <a:pt x="662" y="189"/>
                    </a:cubicBezTo>
                    <a:cubicBezTo>
                      <a:pt x="659" y="198"/>
                      <a:pt x="673" y="218"/>
                      <a:pt x="679" y="223"/>
                    </a:cubicBezTo>
                    <a:cubicBezTo>
                      <a:pt x="679" y="246"/>
                      <a:pt x="679" y="246"/>
                      <a:pt x="679" y="246"/>
                    </a:cubicBezTo>
                    <a:cubicBezTo>
                      <a:pt x="684" y="258"/>
                      <a:pt x="692" y="258"/>
                      <a:pt x="699" y="267"/>
                    </a:cubicBezTo>
                    <a:cubicBezTo>
                      <a:pt x="707" y="278"/>
                      <a:pt x="702" y="289"/>
                      <a:pt x="710" y="297"/>
                    </a:cubicBezTo>
                    <a:cubicBezTo>
                      <a:pt x="717" y="304"/>
                      <a:pt x="722" y="305"/>
                      <a:pt x="730" y="310"/>
                    </a:cubicBezTo>
                    <a:cubicBezTo>
                      <a:pt x="737" y="316"/>
                      <a:pt x="741" y="334"/>
                      <a:pt x="755" y="334"/>
                    </a:cubicBezTo>
                    <a:cubicBezTo>
                      <a:pt x="755" y="341"/>
                      <a:pt x="759" y="343"/>
                      <a:pt x="755" y="348"/>
                    </a:cubicBezTo>
                    <a:cubicBezTo>
                      <a:pt x="761" y="352"/>
                      <a:pt x="767" y="366"/>
                      <a:pt x="774" y="366"/>
                    </a:cubicBezTo>
                    <a:cubicBezTo>
                      <a:pt x="781" y="366"/>
                      <a:pt x="782" y="361"/>
                      <a:pt x="787" y="359"/>
                    </a:cubicBezTo>
                    <a:cubicBezTo>
                      <a:pt x="794" y="357"/>
                      <a:pt x="798" y="360"/>
                      <a:pt x="805" y="359"/>
                    </a:cubicBezTo>
                    <a:cubicBezTo>
                      <a:pt x="822" y="356"/>
                      <a:pt x="838" y="350"/>
                      <a:pt x="853" y="346"/>
                    </a:cubicBezTo>
                    <a:cubicBezTo>
                      <a:pt x="855" y="348"/>
                      <a:pt x="856" y="350"/>
                      <a:pt x="856" y="352"/>
                    </a:cubicBezTo>
                    <a:cubicBezTo>
                      <a:pt x="856" y="377"/>
                      <a:pt x="837" y="410"/>
                      <a:pt x="826" y="425"/>
                    </a:cubicBezTo>
                    <a:cubicBezTo>
                      <a:pt x="812" y="443"/>
                      <a:pt x="807" y="459"/>
                      <a:pt x="790" y="471"/>
                    </a:cubicBezTo>
                    <a:cubicBezTo>
                      <a:pt x="761" y="494"/>
                      <a:pt x="730" y="501"/>
                      <a:pt x="719" y="541"/>
                    </a:cubicBezTo>
                    <a:cubicBezTo>
                      <a:pt x="716" y="552"/>
                      <a:pt x="704" y="555"/>
                      <a:pt x="704" y="567"/>
                    </a:cubicBezTo>
                    <a:cubicBezTo>
                      <a:pt x="704" y="581"/>
                      <a:pt x="708" y="587"/>
                      <a:pt x="708" y="600"/>
                    </a:cubicBezTo>
                    <a:cubicBezTo>
                      <a:pt x="708" y="615"/>
                      <a:pt x="724" y="623"/>
                      <a:pt x="724" y="631"/>
                    </a:cubicBezTo>
                    <a:cubicBezTo>
                      <a:pt x="724" y="634"/>
                      <a:pt x="722" y="637"/>
                      <a:pt x="721" y="638"/>
                    </a:cubicBezTo>
                    <a:cubicBezTo>
                      <a:pt x="721" y="649"/>
                      <a:pt x="721" y="649"/>
                      <a:pt x="721" y="649"/>
                    </a:cubicBezTo>
                    <a:cubicBezTo>
                      <a:pt x="721" y="656"/>
                      <a:pt x="720" y="664"/>
                      <a:pt x="720" y="676"/>
                    </a:cubicBezTo>
                    <a:cubicBezTo>
                      <a:pt x="722" y="679"/>
                      <a:pt x="723" y="682"/>
                      <a:pt x="723" y="685"/>
                    </a:cubicBezTo>
                    <a:cubicBezTo>
                      <a:pt x="723" y="720"/>
                      <a:pt x="665" y="716"/>
                      <a:pt x="660" y="745"/>
                    </a:cubicBezTo>
                    <a:cubicBezTo>
                      <a:pt x="654" y="746"/>
                      <a:pt x="647" y="753"/>
                      <a:pt x="647" y="758"/>
                    </a:cubicBezTo>
                    <a:cubicBezTo>
                      <a:pt x="647" y="768"/>
                      <a:pt x="659" y="774"/>
                      <a:pt x="659" y="788"/>
                    </a:cubicBezTo>
                    <a:cubicBezTo>
                      <a:pt x="659" y="795"/>
                      <a:pt x="658" y="809"/>
                      <a:pt x="656" y="813"/>
                    </a:cubicBezTo>
                    <a:cubicBezTo>
                      <a:pt x="653" y="817"/>
                      <a:pt x="646" y="815"/>
                      <a:pt x="643" y="816"/>
                    </a:cubicBezTo>
                    <a:cubicBezTo>
                      <a:pt x="632" y="822"/>
                      <a:pt x="626" y="826"/>
                      <a:pt x="621" y="837"/>
                    </a:cubicBezTo>
                    <a:cubicBezTo>
                      <a:pt x="624" y="839"/>
                      <a:pt x="627" y="842"/>
                      <a:pt x="627" y="846"/>
                    </a:cubicBezTo>
                    <a:cubicBezTo>
                      <a:pt x="627" y="859"/>
                      <a:pt x="615" y="868"/>
                      <a:pt x="610" y="874"/>
                    </a:cubicBezTo>
                    <a:cubicBezTo>
                      <a:pt x="600" y="883"/>
                      <a:pt x="599" y="893"/>
                      <a:pt x="592" y="902"/>
                    </a:cubicBezTo>
                    <a:cubicBezTo>
                      <a:pt x="581" y="916"/>
                      <a:pt x="576" y="929"/>
                      <a:pt x="558" y="938"/>
                    </a:cubicBezTo>
                    <a:cubicBezTo>
                      <a:pt x="550" y="941"/>
                      <a:pt x="539" y="938"/>
                      <a:pt x="538" y="946"/>
                    </a:cubicBezTo>
                    <a:cubicBezTo>
                      <a:pt x="532" y="946"/>
                      <a:pt x="529" y="949"/>
                      <a:pt x="525" y="949"/>
                    </a:cubicBezTo>
                    <a:cubicBezTo>
                      <a:pt x="520" y="949"/>
                      <a:pt x="517" y="944"/>
                      <a:pt x="512" y="944"/>
                    </a:cubicBezTo>
                    <a:cubicBezTo>
                      <a:pt x="494" y="944"/>
                      <a:pt x="483" y="957"/>
                      <a:pt x="466" y="957"/>
                    </a:cubicBezTo>
                    <a:cubicBezTo>
                      <a:pt x="459" y="957"/>
                      <a:pt x="455" y="953"/>
                      <a:pt x="452" y="949"/>
                    </a:cubicBezTo>
                    <a:cubicBezTo>
                      <a:pt x="449" y="949"/>
                      <a:pt x="449" y="950"/>
                      <a:pt x="448" y="951"/>
                    </a:cubicBezTo>
                    <a:cubicBezTo>
                      <a:pt x="448" y="942"/>
                      <a:pt x="443" y="932"/>
                      <a:pt x="440" y="929"/>
                    </a:cubicBezTo>
                    <a:cubicBezTo>
                      <a:pt x="443" y="925"/>
                      <a:pt x="445" y="922"/>
                      <a:pt x="445" y="917"/>
                    </a:cubicBezTo>
                    <a:cubicBezTo>
                      <a:pt x="445" y="910"/>
                      <a:pt x="433" y="897"/>
                      <a:pt x="431" y="893"/>
                    </a:cubicBezTo>
                    <a:cubicBezTo>
                      <a:pt x="415" y="866"/>
                      <a:pt x="395" y="840"/>
                      <a:pt x="395" y="801"/>
                    </a:cubicBezTo>
                    <a:cubicBezTo>
                      <a:pt x="395" y="794"/>
                      <a:pt x="395" y="792"/>
                      <a:pt x="395" y="789"/>
                    </a:cubicBezTo>
                    <a:cubicBezTo>
                      <a:pt x="395" y="783"/>
                      <a:pt x="389" y="781"/>
                      <a:pt x="386" y="774"/>
                    </a:cubicBezTo>
                    <a:cubicBezTo>
                      <a:pt x="374" y="754"/>
                      <a:pt x="360" y="737"/>
                      <a:pt x="360" y="708"/>
                    </a:cubicBezTo>
                    <a:cubicBezTo>
                      <a:pt x="360" y="677"/>
                      <a:pt x="388" y="670"/>
                      <a:pt x="388" y="646"/>
                    </a:cubicBezTo>
                    <a:cubicBezTo>
                      <a:pt x="388" y="635"/>
                      <a:pt x="384" y="631"/>
                      <a:pt x="382" y="621"/>
                    </a:cubicBezTo>
                    <a:cubicBezTo>
                      <a:pt x="379" y="602"/>
                      <a:pt x="376" y="596"/>
                      <a:pt x="371" y="585"/>
                    </a:cubicBezTo>
                    <a:cubicBezTo>
                      <a:pt x="368" y="576"/>
                      <a:pt x="370" y="566"/>
                      <a:pt x="364" y="558"/>
                    </a:cubicBezTo>
                    <a:cubicBezTo>
                      <a:pt x="352" y="544"/>
                      <a:pt x="327" y="528"/>
                      <a:pt x="327" y="508"/>
                    </a:cubicBezTo>
                    <a:cubicBezTo>
                      <a:pt x="327" y="503"/>
                      <a:pt x="334" y="492"/>
                      <a:pt x="337" y="490"/>
                    </a:cubicBezTo>
                    <a:cubicBezTo>
                      <a:pt x="336" y="486"/>
                      <a:pt x="337" y="485"/>
                      <a:pt x="337" y="483"/>
                    </a:cubicBezTo>
                    <a:cubicBezTo>
                      <a:pt x="337" y="478"/>
                      <a:pt x="337" y="465"/>
                      <a:pt x="342" y="461"/>
                    </a:cubicBezTo>
                    <a:cubicBezTo>
                      <a:pt x="337" y="451"/>
                      <a:pt x="329" y="443"/>
                      <a:pt x="314" y="443"/>
                    </a:cubicBezTo>
                    <a:cubicBezTo>
                      <a:pt x="306" y="443"/>
                      <a:pt x="299" y="443"/>
                      <a:pt x="295" y="443"/>
                    </a:cubicBezTo>
                    <a:cubicBezTo>
                      <a:pt x="282" y="443"/>
                      <a:pt x="279" y="417"/>
                      <a:pt x="261" y="417"/>
                    </a:cubicBezTo>
                    <a:cubicBezTo>
                      <a:pt x="239" y="417"/>
                      <a:pt x="223" y="427"/>
                      <a:pt x="206" y="433"/>
                    </a:cubicBezTo>
                    <a:cubicBezTo>
                      <a:pt x="199" y="435"/>
                      <a:pt x="197" y="440"/>
                      <a:pt x="191" y="440"/>
                    </a:cubicBezTo>
                    <a:cubicBezTo>
                      <a:pt x="184" y="440"/>
                      <a:pt x="173" y="434"/>
                      <a:pt x="164" y="434"/>
                    </a:cubicBezTo>
                    <a:cubicBezTo>
                      <a:pt x="147" y="434"/>
                      <a:pt x="139" y="443"/>
                      <a:pt x="122" y="443"/>
                    </a:cubicBezTo>
                    <a:cubicBezTo>
                      <a:pt x="117" y="443"/>
                      <a:pt x="111" y="440"/>
                      <a:pt x="109" y="439"/>
                    </a:cubicBezTo>
                    <a:cubicBezTo>
                      <a:pt x="97" y="430"/>
                      <a:pt x="71" y="415"/>
                      <a:pt x="62" y="401"/>
                    </a:cubicBezTo>
                    <a:cubicBezTo>
                      <a:pt x="53" y="388"/>
                      <a:pt x="51" y="377"/>
                      <a:pt x="40" y="369"/>
                    </a:cubicBezTo>
                    <a:cubicBezTo>
                      <a:pt x="37" y="366"/>
                      <a:pt x="13" y="346"/>
                      <a:pt x="13" y="344"/>
                    </a:cubicBezTo>
                    <a:cubicBezTo>
                      <a:pt x="11" y="341"/>
                      <a:pt x="10" y="340"/>
                      <a:pt x="7" y="338"/>
                    </a:cubicBezTo>
                    <a:cubicBezTo>
                      <a:pt x="9" y="338"/>
                      <a:pt x="9" y="338"/>
                      <a:pt x="9" y="338"/>
                    </a:cubicBezTo>
                    <a:cubicBezTo>
                      <a:pt x="9" y="331"/>
                      <a:pt x="7" y="328"/>
                      <a:pt x="7" y="324"/>
                    </a:cubicBezTo>
                    <a:cubicBezTo>
                      <a:pt x="7" y="317"/>
                      <a:pt x="3" y="315"/>
                      <a:pt x="0" y="309"/>
                    </a:cubicBezTo>
                    <a:cubicBezTo>
                      <a:pt x="10" y="304"/>
                      <a:pt x="18" y="280"/>
                      <a:pt x="18" y="269"/>
                    </a:cubicBezTo>
                    <a:cubicBezTo>
                      <a:pt x="18" y="250"/>
                      <a:pt x="10" y="238"/>
                      <a:pt x="10" y="220"/>
                    </a:cubicBezTo>
                    <a:cubicBezTo>
                      <a:pt x="10" y="211"/>
                      <a:pt x="20" y="206"/>
                      <a:pt x="22" y="199"/>
                    </a:cubicBezTo>
                    <a:cubicBezTo>
                      <a:pt x="28" y="182"/>
                      <a:pt x="41" y="158"/>
                      <a:pt x="52" y="144"/>
                    </a:cubicBezTo>
                    <a:cubicBezTo>
                      <a:pt x="58" y="135"/>
                      <a:pt x="69" y="136"/>
                      <a:pt x="77" y="132"/>
                    </a:cubicBezTo>
                    <a:cubicBezTo>
                      <a:pt x="84" y="128"/>
                      <a:pt x="95" y="119"/>
                      <a:pt x="97" y="112"/>
                    </a:cubicBezTo>
                    <a:cubicBezTo>
                      <a:pt x="102" y="96"/>
                      <a:pt x="96" y="89"/>
                      <a:pt x="104" y="77"/>
                    </a:cubicBezTo>
                    <a:cubicBezTo>
                      <a:pt x="116" y="63"/>
                      <a:pt x="131" y="49"/>
                      <a:pt x="142" y="36"/>
                    </a:cubicBezTo>
                    <a:cubicBezTo>
                      <a:pt x="141" y="36"/>
                      <a:pt x="141" y="36"/>
                      <a:pt x="141" y="36"/>
                    </a:cubicBezTo>
                    <a:cubicBezTo>
                      <a:pt x="145" y="31"/>
                      <a:pt x="146" y="27"/>
                      <a:pt x="150" y="24"/>
                    </a:cubicBezTo>
                    <a:cubicBezTo>
                      <a:pt x="161" y="32"/>
                      <a:pt x="172" y="35"/>
                      <a:pt x="187" y="35"/>
                    </a:cubicBezTo>
                    <a:cubicBezTo>
                      <a:pt x="197" y="35"/>
                      <a:pt x="198" y="29"/>
                      <a:pt x="204" y="27"/>
                    </a:cubicBezTo>
                    <a:cubicBezTo>
                      <a:pt x="221" y="18"/>
                      <a:pt x="254" y="6"/>
                      <a:pt x="273" y="6"/>
                    </a:cubicBezTo>
                    <a:cubicBezTo>
                      <a:pt x="280" y="6"/>
                      <a:pt x="285" y="10"/>
                      <a:pt x="289" y="10"/>
                    </a:cubicBezTo>
                    <a:cubicBezTo>
                      <a:pt x="294" y="10"/>
                      <a:pt x="301" y="4"/>
                      <a:pt x="307" y="4"/>
                    </a:cubicBezTo>
                    <a:cubicBezTo>
                      <a:pt x="313" y="4"/>
                      <a:pt x="316" y="7"/>
                      <a:pt x="321" y="7"/>
                    </a:cubicBezTo>
                    <a:cubicBezTo>
                      <a:pt x="329" y="7"/>
                      <a:pt x="330" y="0"/>
                      <a:pt x="338" y="0"/>
                    </a:cubicBezTo>
                    <a:cubicBezTo>
                      <a:pt x="347" y="0"/>
                      <a:pt x="344" y="8"/>
                      <a:pt x="351" y="8"/>
                    </a:cubicBezTo>
                    <a:cubicBezTo>
                      <a:pt x="354" y="8"/>
                      <a:pt x="355" y="6"/>
                      <a:pt x="358" y="6"/>
                    </a:cubicBezTo>
                    <a:cubicBezTo>
                      <a:pt x="358" y="12"/>
                      <a:pt x="351" y="11"/>
                      <a:pt x="351" y="17"/>
                    </a:cubicBezTo>
                    <a:cubicBezTo>
                      <a:pt x="351" y="21"/>
                      <a:pt x="357" y="23"/>
                      <a:pt x="357" y="27"/>
                    </a:cubicBezTo>
                    <a:cubicBezTo>
                      <a:pt x="357" y="33"/>
                      <a:pt x="351" y="37"/>
                      <a:pt x="351" y="44"/>
                    </a:cubicBezTo>
                    <a:cubicBezTo>
                      <a:pt x="351" y="55"/>
                      <a:pt x="363" y="64"/>
                      <a:pt x="371" y="64"/>
                    </a:cubicBezTo>
                    <a:cubicBezTo>
                      <a:pt x="377" y="64"/>
                      <a:pt x="380" y="64"/>
                      <a:pt x="384" y="64"/>
                    </a:cubicBezTo>
                    <a:cubicBezTo>
                      <a:pt x="412" y="64"/>
                      <a:pt x="423" y="100"/>
                      <a:pt x="455" y="100"/>
                    </a:cubicBezTo>
                    <a:cubicBezTo>
                      <a:pt x="459" y="100"/>
                      <a:pt x="464" y="95"/>
                      <a:pt x="464" y="93"/>
                    </a:cubicBezTo>
                    <a:cubicBezTo>
                      <a:pt x="464" y="90"/>
                      <a:pt x="464" y="87"/>
                      <a:pt x="464" y="84"/>
                    </a:cubicBezTo>
                    <a:cubicBezTo>
                      <a:pt x="464" y="70"/>
                      <a:pt x="475" y="70"/>
                      <a:pt x="488" y="66"/>
                    </a:cubicBezTo>
                    <a:lnTo>
                      <a:pt x="490" y="66"/>
                    </a:ln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grpSp>
        <p:sp>
          <p:nvSpPr>
            <p:cNvPr id="62" name="íślíḋè-Freeform: Shape 135"/>
            <p:cNvSpPr>
              <a:spLocks/>
            </p:cNvSpPr>
            <p:nvPr/>
          </p:nvSpPr>
          <p:spPr bwMode="auto">
            <a:xfrm>
              <a:off x="2207190" y="1292110"/>
              <a:ext cx="1290796" cy="676505"/>
            </a:xfrm>
            <a:custGeom>
              <a:avLst/>
              <a:gdLst/>
              <a:ahLst/>
              <a:cxnLst>
                <a:cxn ang="0">
                  <a:pos x="950" y="501"/>
                </a:cxn>
                <a:cxn ang="0">
                  <a:pos x="950" y="527"/>
                </a:cxn>
                <a:cxn ang="0">
                  <a:pos x="955" y="469"/>
                </a:cxn>
                <a:cxn ang="0">
                  <a:pos x="944" y="436"/>
                </a:cxn>
                <a:cxn ang="0">
                  <a:pos x="982" y="418"/>
                </a:cxn>
                <a:cxn ang="0">
                  <a:pos x="1060" y="356"/>
                </a:cxn>
                <a:cxn ang="0">
                  <a:pos x="1050" y="346"/>
                </a:cxn>
                <a:cxn ang="0">
                  <a:pos x="991" y="310"/>
                </a:cxn>
                <a:cxn ang="0">
                  <a:pos x="965" y="247"/>
                </a:cxn>
                <a:cxn ang="0">
                  <a:pos x="908" y="267"/>
                </a:cxn>
                <a:cxn ang="0">
                  <a:pos x="831" y="204"/>
                </a:cxn>
                <a:cxn ang="0">
                  <a:pos x="794" y="247"/>
                </a:cxn>
                <a:cxn ang="0">
                  <a:pos x="783" y="387"/>
                </a:cxn>
                <a:cxn ang="0">
                  <a:pos x="726" y="334"/>
                </a:cxn>
                <a:cxn ang="0">
                  <a:pos x="607" y="306"/>
                </a:cxn>
                <a:cxn ang="0">
                  <a:pos x="595" y="216"/>
                </a:cxn>
                <a:cxn ang="0">
                  <a:pos x="633" y="178"/>
                </a:cxn>
                <a:cxn ang="0">
                  <a:pos x="675" y="146"/>
                </a:cxn>
                <a:cxn ang="0">
                  <a:pos x="686" y="127"/>
                </a:cxn>
                <a:cxn ang="0">
                  <a:pos x="722" y="120"/>
                </a:cxn>
                <a:cxn ang="0">
                  <a:pos x="746" y="61"/>
                </a:cxn>
                <a:cxn ang="0">
                  <a:pos x="702" y="67"/>
                </a:cxn>
                <a:cxn ang="0">
                  <a:pos x="665" y="74"/>
                </a:cxn>
                <a:cxn ang="0">
                  <a:pos x="625" y="55"/>
                </a:cxn>
                <a:cxn ang="0">
                  <a:pos x="574" y="0"/>
                </a:cxn>
                <a:cxn ang="0">
                  <a:pos x="555" y="38"/>
                </a:cxn>
                <a:cxn ang="0">
                  <a:pos x="567" y="98"/>
                </a:cxn>
                <a:cxn ang="0">
                  <a:pos x="492" y="92"/>
                </a:cxn>
                <a:cxn ang="0">
                  <a:pos x="430" y="75"/>
                </a:cxn>
                <a:cxn ang="0">
                  <a:pos x="387" y="89"/>
                </a:cxn>
                <a:cxn ang="0">
                  <a:pos x="333" y="81"/>
                </a:cxn>
                <a:cxn ang="0">
                  <a:pos x="202" y="42"/>
                </a:cxn>
                <a:cxn ang="0">
                  <a:pos x="138" y="40"/>
                </a:cxn>
                <a:cxn ang="0">
                  <a:pos x="61" y="70"/>
                </a:cxn>
                <a:cxn ang="0">
                  <a:pos x="0" y="242"/>
                </a:cxn>
                <a:cxn ang="0">
                  <a:pos x="67" y="253"/>
                </a:cxn>
                <a:cxn ang="0">
                  <a:pos x="124" y="316"/>
                </a:cxn>
                <a:cxn ang="0">
                  <a:pos x="136" y="366"/>
                </a:cxn>
                <a:cxn ang="0">
                  <a:pos x="181" y="413"/>
                </a:cxn>
                <a:cxn ang="0">
                  <a:pos x="224" y="440"/>
                </a:cxn>
                <a:cxn ang="0">
                  <a:pos x="610" y="446"/>
                </a:cxn>
                <a:cxn ang="0">
                  <a:pos x="676" y="453"/>
                </a:cxn>
                <a:cxn ang="0">
                  <a:pos x="705" y="477"/>
                </a:cxn>
                <a:cxn ang="0">
                  <a:pos x="759" y="512"/>
                </a:cxn>
                <a:cxn ang="0">
                  <a:pos x="732" y="553"/>
                </a:cxn>
                <a:cxn ang="0">
                  <a:pos x="772" y="543"/>
                </a:cxn>
                <a:cxn ang="0">
                  <a:pos x="814" y="519"/>
                </a:cxn>
                <a:cxn ang="0">
                  <a:pos x="879" y="498"/>
                </a:cxn>
                <a:cxn ang="0">
                  <a:pos x="928" y="505"/>
                </a:cxn>
              </a:cxnLst>
              <a:rect l="0" t="0" r="r" b="b"/>
              <a:pathLst>
                <a:path w="1071" h="553">
                  <a:moveTo>
                    <a:pt x="928" y="503"/>
                  </a:moveTo>
                  <a:cubicBezTo>
                    <a:pt x="928" y="502"/>
                    <a:pt x="928" y="502"/>
                    <a:pt x="928" y="502"/>
                  </a:cubicBezTo>
                  <a:cubicBezTo>
                    <a:pt x="928" y="502"/>
                    <a:pt x="931" y="502"/>
                    <a:pt x="932" y="502"/>
                  </a:cubicBezTo>
                  <a:cubicBezTo>
                    <a:pt x="935" y="502"/>
                    <a:pt x="946" y="504"/>
                    <a:pt x="950" y="501"/>
                  </a:cubicBezTo>
                  <a:cubicBezTo>
                    <a:pt x="954" y="498"/>
                    <a:pt x="954" y="493"/>
                    <a:pt x="960" y="492"/>
                  </a:cubicBezTo>
                  <a:cubicBezTo>
                    <a:pt x="960" y="498"/>
                    <a:pt x="960" y="499"/>
                    <a:pt x="967" y="499"/>
                  </a:cubicBezTo>
                  <a:cubicBezTo>
                    <a:pt x="957" y="500"/>
                    <a:pt x="941" y="507"/>
                    <a:pt x="941" y="516"/>
                  </a:cubicBezTo>
                  <a:cubicBezTo>
                    <a:pt x="941" y="520"/>
                    <a:pt x="947" y="527"/>
                    <a:pt x="950" y="527"/>
                  </a:cubicBezTo>
                  <a:cubicBezTo>
                    <a:pt x="953" y="527"/>
                    <a:pt x="961" y="516"/>
                    <a:pt x="970" y="513"/>
                  </a:cubicBezTo>
                  <a:cubicBezTo>
                    <a:pt x="972" y="513"/>
                    <a:pt x="1003" y="501"/>
                    <a:pt x="1003" y="497"/>
                  </a:cubicBezTo>
                  <a:cubicBezTo>
                    <a:pt x="1003" y="493"/>
                    <a:pt x="991" y="492"/>
                    <a:pt x="988" y="492"/>
                  </a:cubicBezTo>
                  <a:cubicBezTo>
                    <a:pt x="976" y="492"/>
                    <a:pt x="955" y="480"/>
                    <a:pt x="955" y="469"/>
                  </a:cubicBezTo>
                  <a:cubicBezTo>
                    <a:pt x="955" y="466"/>
                    <a:pt x="959" y="463"/>
                    <a:pt x="960" y="458"/>
                  </a:cubicBezTo>
                  <a:cubicBezTo>
                    <a:pt x="958" y="458"/>
                    <a:pt x="953" y="457"/>
                    <a:pt x="949" y="457"/>
                  </a:cubicBezTo>
                  <a:cubicBezTo>
                    <a:pt x="951" y="453"/>
                    <a:pt x="967" y="451"/>
                    <a:pt x="967" y="442"/>
                  </a:cubicBezTo>
                  <a:cubicBezTo>
                    <a:pt x="967" y="434"/>
                    <a:pt x="954" y="436"/>
                    <a:pt x="944" y="436"/>
                  </a:cubicBezTo>
                  <a:cubicBezTo>
                    <a:pt x="925" y="436"/>
                    <a:pt x="916" y="449"/>
                    <a:pt x="903" y="451"/>
                  </a:cubicBezTo>
                  <a:cubicBezTo>
                    <a:pt x="909" y="439"/>
                    <a:pt x="918" y="443"/>
                    <a:pt x="928" y="433"/>
                  </a:cubicBezTo>
                  <a:cubicBezTo>
                    <a:pt x="934" y="427"/>
                    <a:pt x="929" y="423"/>
                    <a:pt x="939" y="420"/>
                  </a:cubicBezTo>
                  <a:cubicBezTo>
                    <a:pt x="955" y="415"/>
                    <a:pt x="965" y="418"/>
                    <a:pt x="982" y="418"/>
                  </a:cubicBezTo>
                  <a:cubicBezTo>
                    <a:pt x="1004" y="418"/>
                    <a:pt x="1016" y="425"/>
                    <a:pt x="1029" y="408"/>
                  </a:cubicBezTo>
                  <a:cubicBezTo>
                    <a:pt x="1035" y="400"/>
                    <a:pt x="1071" y="398"/>
                    <a:pt x="1071" y="384"/>
                  </a:cubicBezTo>
                  <a:cubicBezTo>
                    <a:pt x="1071" y="374"/>
                    <a:pt x="1067" y="370"/>
                    <a:pt x="1063" y="363"/>
                  </a:cubicBezTo>
                  <a:cubicBezTo>
                    <a:pt x="1060" y="363"/>
                    <a:pt x="1065" y="359"/>
                    <a:pt x="1060" y="356"/>
                  </a:cubicBezTo>
                  <a:cubicBezTo>
                    <a:pt x="1060" y="351"/>
                    <a:pt x="1060" y="351"/>
                    <a:pt x="1060" y="351"/>
                  </a:cubicBezTo>
                  <a:cubicBezTo>
                    <a:pt x="1050" y="357"/>
                    <a:pt x="1029" y="364"/>
                    <a:pt x="1018" y="364"/>
                  </a:cubicBezTo>
                  <a:cubicBezTo>
                    <a:pt x="1017" y="364"/>
                    <a:pt x="1014" y="363"/>
                    <a:pt x="1014" y="362"/>
                  </a:cubicBezTo>
                  <a:cubicBezTo>
                    <a:pt x="1022" y="358"/>
                    <a:pt x="1047" y="354"/>
                    <a:pt x="1050" y="346"/>
                  </a:cubicBezTo>
                  <a:cubicBezTo>
                    <a:pt x="1050" y="344"/>
                    <a:pt x="1046" y="343"/>
                    <a:pt x="1046" y="341"/>
                  </a:cubicBezTo>
                  <a:cubicBezTo>
                    <a:pt x="1035" y="342"/>
                    <a:pt x="1013" y="337"/>
                    <a:pt x="1013" y="322"/>
                  </a:cubicBezTo>
                  <a:cubicBezTo>
                    <a:pt x="1013" y="321"/>
                    <a:pt x="1013" y="321"/>
                    <a:pt x="1013" y="321"/>
                  </a:cubicBezTo>
                  <a:cubicBezTo>
                    <a:pt x="1003" y="321"/>
                    <a:pt x="997" y="315"/>
                    <a:pt x="991" y="310"/>
                  </a:cubicBezTo>
                  <a:cubicBezTo>
                    <a:pt x="994" y="309"/>
                    <a:pt x="998" y="308"/>
                    <a:pt x="998" y="302"/>
                  </a:cubicBezTo>
                  <a:cubicBezTo>
                    <a:pt x="998" y="298"/>
                    <a:pt x="994" y="295"/>
                    <a:pt x="995" y="290"/>
                  </a:cubicBezTo>
                  <a:cubicBezTo>
                    <a:pt x="991" y="289"/>
                    <a:pt x="977" y="280"/>
                    <a:pt x="980" y="272"/>
                  </a:cubicBezTo>
                  <a:cubicBezTo>
                    <a:pt x="985" y="262"/>
                    <a:pt x="966" y="259"/>
                    <a:pt x="965" y="247"/>
                  </a:cubicBezTo>
                  <a:cubicBezTo>
                    <a:pt x="964" y="247"/>
                    <a:pt x="959" y="243"/>
                    <a:pt x="958" y="242"/>
                  </a:cubicBezTo>
                  <a:cubicBezTo>
                    <a:pt x="954" y="244"/>
                    <a:pt x="947" y="248"/>
                    <a:pt x="947" y="254"/>
                  </a:cubicBezTo>
                  <a:cubicBezTo>
                    <a:pt x="947" y="261"/>
                    <a:pt x="933" y="277"/>
                    <a:pt x="922" y="277"/>
                  </a:cubicBezTo>
                  <a:cubicBezTo>
                    <a:pt x="914" y="277"/>
                    <a:pt x="913" y="267"/>
                    <a:pt x="908" y="267"/>
                  </a:cubicBezTo>
                  <a:cubicBezTo>
                    <a:pt x="900" y="267"/>
                    <a:pt x="897" y="246"/>
                    <a:pt x="896" y="236"/>
                  </a:cubicBezTo>
                  <a:cubicBezTo>
                    <a:pt x="894" y="224"/>
                    <a:pt x="870" y="233"/>
                    <a:pt x="870" y="216"/>
                  </a:cubicBezTo>
                  <a:cubicBezTo>
                    <a:pt x="858" y="215"/>
                    <a:pt x="855" y="200"/>
                    <a:pt x="843" y="200"/>
                  </a:cubicBezTo>
                  <a:cubicBezTo>
                    <a:pt x="837" y="200"/>
                    <a:pt x="837" y="204"/>
                    <a:pt x="831" y="204"/>
                  </a:cubicBezTo>
                  <a:cubicBezTo>
                    <a:pt x="818" y="204"/>
                    <a:pt x="810" y="197"/>
                    <a:pt x="797" y="197"/>
                  </a:cubicBezTo>
                  <a:cubicBezTo>
                    <a:pt x="791" y="197"/>
                    <a:pt x="784" y="200"/>
                    <a:pt x="784" y="208"/>
                  </a:cubicBezTo>
                  <a:cubicBezTo>
                    <a:pt x="784" y="212"/>
                    <a:pt x="800" y="218"/>
                    <a:pt x="786" y="227"/>
                  </a:cubicBezTo>
                  <a:cubicBezTo>
                    <a:pt x="780" y="231"/>
                    <a:pt x="794" y="241"/>
                    <a:pt x="794" y="247"/>
                  </a:cubicBezTo>
                  <a:cubicBezTo>
                    <a:pt x="796" y="260"/>
                    <a:pt x="783" y="264"/>
                    <a:pt x="778" y="266"/>
                  </a:cubicBezTo>
                  <a:cubicBezTo>
                    <a:pt x="788" y="283"/>
                    <a:pt x="803" y="289"/>
                    <a:pt x="803" y="318"/>
                  </a:cubicBezTo>
                  <a:cubicBezTo>
                    <a:pt x="803" y="326"/>
                    <a:pt x="777" y="346"/>
                    <a:pt x="768" y="347"/>
                  </a:cubicBezTo>
                  <a:cubicBezTo>
                    <a:pt x="783" y="355"/>
                    <a:pt x="777" y="379"/>
                    <a:pt x="783" y="387"/>
                  </a:cubicBezTo>
                  <a:cubicBezTo>
                    <a:pt x="782" y="389"/>
                    <a:pt x="776" y="392"/>
                    <a:pt x="775" y="397"/>
                  </a:cubicBezTo>
                  <a:cubicBezTo>
                    <a:pt x="770" y="397"/>
                    <a:pt x="766" y="406"/>
                    <a:pt x="762" y="403"/>
                  </a:cubicBezTo>
                  <a:cubicBezTo>
                    <a:pt x="751" y="394"/>
                    <a:pt x="736" y="380"/>
                    <a:pt x="736" y="367"/>
                  </a:cubicBezTo>
                  <a:cubicBezTo>
                    <a:pt x="736" y="353"/>
                    <a:pt x="738" y="342"/>
                    <a:pt x="726" y="334"/>
                  </a:cubicBezTo>
                  <a:cubicBezTo>
                    <a:pt x="697" y="334"/>
                    <a:pt x="697" y="334"/>
                    <a:pt x="697" y="334"/>
                  </a:cubicBezTo>
                  <a:cubicBezTo>
                    <a:pt x="681" y="322"/>
                    <a:pt x="662" y="315"/>
                    <a:pt x="643" y="308"/>
                  </a:cubicBezTo>
                  <a:cubicBezTo>
                    <a:pt x="640" y="306"/>
                    <a:pt x="629" y="299"/>
                    <a:pt x="623" y="299"/>
                  </a:cubicBezTo>
                  <a:cubicBezTo>
                    <a:pt x="617" y="299"/>
                    <a:pt x="614" y="306"/>
                    <a:pt x="607" y="306"/>
                  </a:cubicBezTo>
                  <a:cubicBezTo>
                    <a:pt x="607" y="295"/>
                    <a:pt x="600" y="270"/>
                    <a:pt x="590" y="270"/>
                  </a:cubicBezTo>
                  <a:cubicBezTo>
                    <a:pt x="586" y="270"/>
                    <a:pt x="584" y="274"/>
                    <a:pt x="579" y="275"/>
                  </a:cubicBezTo>
                  <a:cubicBezTo>
                    <a:pt x="581" y="269"/>
                    <a:pt x="579" y="268"/>
                    <a:pt x="579" y="255"/>
                  </a:cubicBezTo>
                  <a:cubicBezTo>
                    <a:pt x="579" y="237"/>
                    <a:pt x="584" y="227"/>
                    <a:pt x="595" y="216"/>
                  </a:cubicBezTo>
                  <a:cubicBezTo>
                    <a:pt x="598" y="213"/>
                    <a:pt x="606" y="196"/>
                    <a:pt x="609" y="194"/>
                  </a:cubicBezTo>
                  <a:cubicBezTo>
                    <a:pt x="617" y="192"/>
                    <a:pt x="630" y="196"/>
                    <a:pt x="630" y="186"/>
                  </a:cubicBezTo>
                  <a:cubicBezTo>
                    <a:pt x="630" y="179"/>
                    <a:pt x="613" y="178"/>
                    <a:pt x="607" y="175"/>
                  </a:cubicBezTo>
                  <a:cubicBezTo>
                    <a:pt x="611" y="176"/>
                    <a:pt x="597" y="167"/>
                    <a:pt x="633" y="178"/>
                  </a:cubicBezTo>
                  <a:cubicBezTo>
                    <a:pt x="643" y="181"/>
                    <a:pt x="637" y="169"/>
                    <a:pt x="642" y="169"/>
                  </a:cubicBezTo>
                  <a:cubicBezTo>
                    <a:pt x="643" y="169"/>
                    <a:pt x="647" y="169"/>
                    <a:pt x="652" y="169"/>
                  </a:cubicBezTo>
                  <a:cubicBezTo>
                    <a:pt x="662" y="169"/>
                    <a:pt x="668" y="158"/>
                    <a:pt x="675" y="153"/>
                  </a:cubicBezTo>
                  <a:cubicBezTo>
                    <a:pt x="675" y="146"/>
                    <a:pt x="675" y="146"/>
                    <a:pt x="675" y="146"/>
                  </a:cubicBezTo>
                  <a:cubicBezTo>
                    <a:pt x="660" y="142"/>
                    <a:pt x="645" y="145"/>
                    <a:pt x="639" y="131"/>
                  </a:cubicBezTo>
                  <a:cubicBezTo>
                    <a:pt x="639" y="131"/>
                    <a:pt x="643" y="131"/>
                    <a:pt x="647" y="131"/>
                  </a:cubicBezTo>
                  <a:cubicBezTo>
                    <a:pt x="652" y="135"/>
                    <a:pt x="658" y="141"/>
                    <a:pt x="666" y="141"/>
                  </a:cubicBezTo>
                  <a:cubicBezTo>
                    <a:pt x="673" y="141"/>
                    <a:pt x="686" y="132"/>
                    <a:pt x="686" y="127"/>
                  </a:cubicBezTo>
                  <a:cubicBezTo>
                    <a:pt x="686" y="125"/>
                    <a:pt x="680" y="117"/>
                    <a:pt x="683" y="117"/>
                  </a:cubicBezTo>
                  <a:cubicBezTo>
                    <a:pt x="693" y="117"/>
                    <a:pt x="696" y="126"/>
                    <a:pt x="703" y="126"/>
                  </a:cubicBezTo>
                  <a:cubicBezTo>
                    <a:pt x="707" y="126"/>
                    <a:pt x="709" y="123"/>
                    <a:pt x="717" y="123"/>
                  </a:cubicBezTo>
                  <a:cubicBezTo>
                    <a:pt x="715" y="120"/>
                    <a:pt x="717" y="112"/>
                    <a:pt x="722" y="120"/>
                  </a:cubicBezTo>
                  <a:cubicBezTo>
                    <a:pt x="725" y="125"/>
                    <a:pt x="748" y="105"/>
                    <a:pt x="748" y="100"/>
                  </a:cubicBezTo>
                  <a:cubicBezTo>
                    <a:pt x="748" y="96"/>
                    <a:pt x="738" y="91"/>
                    <a:pt x="738" y="89"/>
                  </a:cubicBezTo>
                  <a:cubicBezTo>
                    <a:pt x="738" y="85"/>
                    <a:pt x="732" y="78"/>
                    <a:pt x="746" y="72"/>
                  </a:cubicBezTo>
                  <a:cubicBezTo>
                    <a:pt x="748" y="68"/>
                    <a:pt x="746" y="68"/>
                    <a:pt x="746" y="61"/>
                  </a:cubicBezTo>
                  <a:cubicBezTo>
                    <a:pt x="732" y="61"/>
                    <a:pt x="735" y="50"/>
                    <a:pt x="717" y="50"/>
                  </a:cubicBezTo>
                  <a:cubicBezTo>
                    <a:pt x="713" y="49"/>
                    <a:pt x="710" y="47"/>
                    <a:pt x="706" y="47"/>
                  </a:cubicBezTo>
                  <a:cubicBezTo>
                    <a:pt x="701" y="47"/>
                    <a:pt x="695" y="50"/>
                    <a:pt x="695" y="55"/>
                  </a:cubicBezTo>
                  <a:cubicBezTo>
                    <a:pt x="695" y="61"/>
                    <a:pt x="702" y="63"/>
                    <a:pt x="702" y="67"/>
                  </a:cubicBezTo>
                  <a:cubicBezTo>
                    <a:pt x="702" y="72"/>
                    <a:pt x="692" y="72"/>
                    <a:pt x="689" y="76"/>
                  </a:cubicBezTo>
                  <a:cubicBezTo>
                    <a:pt x="686" y="84"/>
                    <a:pt x="687" y="90"/>
                    <a:pt x="681" y="98"/>
                  </a:cubicBezTo>
                  <a:cubicBezTo>
                    <a:pt x="671" y="110"/>
                    <a:pt x="658" y="90"/>
                    <a:pt x="658" y="85"/>
                  </a:cubicBezTo>
                  <a:cubicBezTo>
                    <a:pt x="658" y="79"/>
                    <a:pt x="665" y="81"/>
                    <a:pt x="665" y="74"/>
                  </a:cubicBezTo>
                  <a:cubicBezTo>
                    <a:pt x="665" y="71"/>
                    <a:pt x="652" y="59"/>
                    <a:pt x="649" y="59"/>
                  </a:cubicBezTo>
                  <a:cubicBezTo>
                    <a:pt x="636" y="59"/>
                    <a:pt x="645" y="78"/>
                    <a:pt x="631" y="78"/>
                  </a:cubicBezTo>
                  <a:cubicBezTo>
                    <a:pt x="631" y="70"/>
                    <a:pt x="630" y="65"/>
                    <a:pt x="621" y="60"/>
                  </a:cubicBezTo>
                  <a:cubicBezTo>
                    <a:pt x="622" y="58"/>
                    <a:pt x="623" y="57"/>
                    <a:pt x="625" y="55"/>
                  </a:cubicBezTo>
                  <a:cubicBezTo>
                    <a:pt x="618" y="51"/>
                    <a:pt x="609" y="55"/>
                    <a:pt x="603" y="48"/>
                  </a:cubicBezTo>
                  <a:cubicBezTo>
                    <a:pt x="606" y="47"/>
                    <a:pt x="614" y="44"/>
                    <a:pt x="614" y="38"/>
                  </a:cubicBezTo>
                  <a:cubicBezTo>
                    <a:pt x="614" y="29"/>
                    <a:pt x="601" y="30"/>
                    <a:pt x="601" y="23"/>
                  </a:cubicBezTo>
                  <a:cubicBezTo>
                    <a:pt x="601" y="10"/>
                    <a:pt x="591" y="1"/>
                    <a:pt x="574" y="0"/>
                  </a:cubicBezTo>
                  <a:cubicBezTo>
                    <a:pt x="565" y="0"/>
                    <a:pt x="569" y="6"/>
                    <a:pt x="569" y="10"/>
                  </a:cubicBezTo>
                  <a:cubicBezTo>
                    <a:pt x="564" y="11"/>
                    <a:pt x="557" y="10"/>
                    <a:pt x="557" y="17"/>
                  </a:cubicBezTo>
                  <a:cubicBezTo>
                    <a:pt x="557" y="21"/>
                    <a:pt x="561" y="23"/>
                    <a:pt x="561" y="28"/>
                  </a:cubicBezTo>
                  <a:cubicBezTo>
                    <a:pt x="561" y="32"/>
                    <a:pt x="555" y="32"/>
                    <a:pt x="555" y="38"/>
                  </a:cubicBezTo>
                  <a:cubicBezTo>
                    <a:pt x="555" y="52"/>
                    <a:pt x="585" y="44"/>
                    <a:pt x="585" y="59"/>
                  </a:cubicBezTo>
                  <a:cubicBezTo>
                    <a:pt x="585" y="61"/>
                    <a:pt x="581" y="72"/>
                    <a:pt x="581" y="72"/>
                  </a:cubicBezTo>
                  <a:cubicBezTo>
                    <a:pt x="584" y="70"/>
                    <a:pt x="587" y="69"/>
                    <a:pt x="591" y="67"/>
                  </a:cubicBezTo>
                  <a:cubicBezTo>
                    <a:pt x="596" y="85"/>
                    <a:pt x="567" y="77"/>
                    <a:pt x="567" y="98"/>
                  </a:cubicBezTo>
                  <a:cubicBezTo>
                    <a:pt x="553" y="102"/>
                    <a:pt x="564" y="88"/>
                    <a:pt x="561" y="83"/>
                  </a:cubicBezTo>
                  <a:cubicBezTo>
                    <a:pt x="559" y="81"/>
                    <a:pt x="547" y="78"/>
                    <a:pt x="541" y="78"/>
                  </a:cubicBezTo>
                  <a:cubicBezTo>
                    <a:pt x="533" y="78"/>
                    <a:pt x="530" y="82"/>
                    <a:pt x="530" y="92"/>
                  </a:cubicBezTo>
                  <a:cubicBezTo>
                    <a:pt x="522" y="91"/>
                    <a:pt x="517" y="92"/>
                    <a:pt x="492" y="92"/>
                  </a:cubicBezTo>
                  <a:cubicBezTo>
                    <a:pt x="468" y="92"/>
                    <a:pt x="441" y="83"/>
                    <a:pt x="435" y="65"/>
                  </a:cubicBezTo>
                  <a:cubicBezTo>
                    <a:pt x="427" y="67"/>
                    <a:pt x="400" y="68"/>
                    <a:pt x="400" y="78"/>
                  </a:cubicBezTo>
                  <a:cubicBezTo>
                    <a:pt x="400" y="81"/>
                    <a:pt x="403" y="82"/>
                    <a:pt x="406" y="82"/>
                  </a:cubicBezTo>
                  <a:cubicBezTo>
                    <a:pt x="413" y="82"/>
                    <a:pt x="425" y="79"/>
                    <a:pt x="430" y="75"/>
                  </a:cubicBezTo>
                  <a:cubicBezTo>
                    <a:pt x="432" y="90"/>
                    <a:pt x="409" y="78"/>
                    <a:pt x="409" y="93"/>
                  </a:cubicBezTo>
                  <a:cubicBezTo>
                    <a:pt x="409" y="96"/>
                    <a:pt x="414" y="106"/>
                    <a:pt x="412" y="106"/>
                  </a:cubicBezTo>
                  <a:cubicBezTo>
                    <a:pt x="403" y="106"/>
                    <a:pt x="401" y="95"/>
                    <a:pt x="394" y="92"/>
                  </a:cubicBezTo>
                  <a:cubicBezTo>
                    <a:pt x="387" y="89"/>
                    <a:pt x="387" y="89"/>
                    <a:pt x="387" y="89"/>
                  </a:cubicBezTo>
                  <a:cubicBezTo>
                    <a:pt x="377" y="89"/>
                    <a:pt x="370" y="89"/>
                    <a:pt x="359" y="89"/>
                  </a:cubicBezTo>
                  <a:cubicBezTo>
                    <a:pt x="350" y="89"/>
                    <a:pt x="344" y="92"/>
                    <a:pt x="335" y="93"/>
                  </a:cubicBezTo>
                  <a:cubicBezTo>
                    <a:pt x="317" y="93"/>
                    <a:pt x="317" y="87"/>
                    <a:pt x="317" y="86"/>
                  </a:cubicBezTo>
                  <a:cubicBezTo>
                    <a:pt x="317" y="82"/>
                    <a:pt x="331" y="83"/>
                    <a:pt x="333" y="81"/>
                  </a:cubicBezTo>
                  <a:cubicBezTo>
                    <a:pt x="321" y="64"/>
                    <a:pt x="323" y="66"/>
                    <a:pt x="298" y="68"/>
                  </a:cubicBezTo>
                  <a:cubicBezTo>
                    <a:pt x="271" y="70"/>
                    <a:pt x="258" y="48"/>
                    <a:pt x="231" y="48"/>
                  </a:cubicBezTo>
                  <a:cubicBezTo>
                    <a:pt x="223" y="48"/>
                    <a:pt x="219" y="54"/>
                    <a:pt x="212" y="54"/>
                  </a:cubicBezTo>
                  <a:cubicBezTo>
                    <a:pt x="207" y="54"/>
                    <a:pt x="202" y="46"/>
                    <a:pt x="202" y="42"/>
                  </a:cubicBezTo>
                  <a:cubicBezTo>
                    <a:pt x="193" y="44"/>
                    <a:pt x="193" y="54"/>
                    <a:pt x="184" y="54"/>
                  </a:cubicBezTo>
                  <a:cubicBezTo>
                    <a:pt x="176" y="54"/>
                    <a:pt x="164" y="34"/>
                    <a:pt x="161" y="34"/>
                  </a:cubicBezTo>
                  <a:cubicBezTo>
                    <a:pt x="153" y="34"/>
                    <a:pt x="156" y="47"/>
                    <a:pt x="146" y="47"/>
                  </a:cubicBezTo>
                  <a:cubicBezTo>
                    <a:pt x="143" y="47"/>
                    <a:pt x="140" y="44"/>
                    <a:pt x="138" y="40"/>
                  </a:cubicBezTo>
                  <a:cubicBezTo>
                    <a:pt x="125" y="44"/>
                    <a:pt x="120" y="44"/>
                    <a:pt x="108" y="49"/>
                  </a:cubicBezTo>
                  <a:cubicBezTo>
                    <a:pt x="103" y="50"/>
                    <a:pt x="91" y="59"/>
                    <a:pt x="87" y="55"/>
                  </a:cubicBezTo>
                  <a:cubicBezTo>
                    <a:pt x="76" y="44"/>
                    <a:pt x="78" y="58"/>
                    <a:pt x="74" y="58"/>
                  </a:cubicBezTo>
                  <a:cubicBezTo>
                    <a:pt x="45" y="59"/>
                    <a:pt x="65" y="70"/>
                    <a:pt x="61" y="70"/>
                  </a:cubicBezTo>
                  <a:cubicBezTo>
                    <a:pt x="50" y="70"/>
                    <a:pt x="30" y="67"/>
                    <a:pt x="12" y="56"/>
                  </a:cubicBezTo>
                  <a:cubicBezTo>
                    <a:pt x="11" y="56"/>
                    <a:pt x="6" y="52"/>
                    <a:pt x="6" y="51"/>
                  </a:cubicBezTo>
                  <a:cubicBezTo>
                    <a:pt x="3" y="52"/>
                    <a:pt x="5" y="52"/>
                    <a:pt x="0" y="51"/>
                  </a:cubicBezTo>
                  <a:cubicBezTo>
                    <a:pt x="0" y="242"/>
                    <a:pt x="0" y="242"/>
                    <a:pt x="0" y="242"/>
                  </a:cubicBezTo>
                  <a:cubicBezTo>
                    <a:pt x="6" y="247"/>
                    <a:pt x="19" y="240"/>
                    <a:pt x="25" y="248"/>
                  </a:cubicBezTo>
                  <a:cubicBezTo>
                    <a:pt x="29" y="254"/>
                    <a:pt x="38" y="266"/>
                    <a:pt x="47" y="266"/>
                  </a:cubicBezTo>
                  <a:cubicBezTo>
                    <a:pt x="53" y="266"/>
                    <a:pt x="53" y="257"/>
                    <a:pt x="59" y="255"/>
                  </a:cubicBezTo>
                  <a:cubicBezTo>
                    <a:pt x="62" y="254"/>
                    <a:pt x="64" y="255"/>
                    <a:pt x="67" y="253"/>
                  </a:cubicBezTo>
                  <a:cubicBezTo>
                    <a:pt x="81" y="266"/>
                    <a:pt x="87" y="271"/>
                    <a:pt x="99" y="288"/>
                  </a:cubicBezTo>
                  <a:cubicBezTo>
                    <a:pt x="100" y="290"/>
                    <a:pt x="103" y="291"/>
                    <a:pt x="105" y="295"/>
                  </a:cubicBezTo>
                  <a:cubicBezTo>
                    <a:pt x="106" y="300"/>
                    <a:pt x="108" y="306"/>
                    <a:pt x="113" y="311"/>
                  </a:cubicBezTo>
                  <a:cubicBezTo>
                    <a:pt x="116" y="314"/>
                    <a:pt x="121" y="313"/>
                    <a:pt x="124" y="316"/>
                  </a:cubicBezTo>
                  <a:cubicBezTo>
                    <a:pt x="128" y="320"/>
                    <a:pt x="135" y="322"/>
                    <a:pt x="135" y="332"/>
                  </a:cubicBezTo>
                  <a:cubicBezTo>
                    <a:pt x="135" y="336"/>
                    <a:pt x="129" y="337"/>
                    <a:pt x="129" y="340"/>
                  </a:cubicBezTo>
                  <a:cubicBezTo>
                    <a:pt x="129" y="343"/>
                    <a:pt x="132" y="344"/>
                    <a:pt x="132" y="347"/>
                  </a:cubicBezTo>
                  <a:cubicBezTo>
                    <a:pt x="132" y="352"/>
                    <a:pt x="130" y="364"/>
                    <a:pt x="136" y="366"/>
                  </a:cubicBezTo>
                  <a:cubicBezTo>
                    <a:pt x="140" y="367"/>
                    <a:pt x="143" y="367"/>
                    <a:pt x="146" y="370"/>
                  </a:cubicBezTo>
                  <a:cubicBezTo>
                    <a:pt x="150" y="373"/>
                    <a:pt x="145" y="379"/>
                    <a:pt x="150" y="383"/>
                  </a:cubicBezTo>
                  <a:cubicBezTo>
                    <a:pt x="150" y="383"/>
                    <a:pt x="162" y="390"/>
                    <a:pt x="162" y="391"/>
                  </a:cubicBezTo>
                  <a:cubicBezTo>
                    <a:pt x="165" y="401"/>
                    <a:pt x="166" y="413"/>
                    <a:pt x="181" y="413"/>
                  </a:cubicBezTo>
                  <a:cubicBezTo>
                    <a:pt x="183" y="422"/>
                    <a:pt x="199" y="416"/>
                    <a:pt x="202" y="428"/>
                  </a:cubicBezTo>
                  <a:cubicBezTo>
                    <a:pt x="204" y="432"/>
                    <a:pt x="215" y="433"/>
                    <a:pt x="219" y="437"/>
                  </a:cubicBezTo>
                  <a:cubicBezTo>
                    <a:pt x="220" y="438"/>
                    <a:pt x="222" y="439"/>
                    <a:pt x="224" y="440"/>
                  </a:cubicBezTo>
                  <a:cubicBezTo>
                    <a:pt x="224" y="440"/>
                    <a:pt x="224" y="440"/>
                    <a:pt x="224" y="440"/>
                  </a:cubicBezTo>
                  <a:cubicBezTo>
                    <a:pt x="577" y="440"/>
                    <a:pt x="577" y="440"/>
                    <a:pt x="577" y="440"/>
                  </a:cubicBezTo>
                  <a:cubicBezTo>
                    <a:pt x="577" y="435"/>
                    <a:pt x="577" y="435"/>
                    <a:pt x="577" y="435"/>
                  </a:cubicBezTo>
                  <a:cubicBezTo>
                    <a:pt x="583" y="439"/>
                    <a:pt x="582" y="443"/>
                    <a:pt x="588" y="446"/>
                  </a:cubicBezTo>
                  <a:cubicBezTo>
                    <a:pt x="610" y="446"/>
                    <a:pt x="610" y="446"/>
                    <a:pt x="610" y="446"/>
                  </a:cubicBezTo>
                  <a:cubicBezTo>
                    <a:pt x="619" y="455"/>
                    <a:pt x="630" y="455"/>
                    <a:pt x="647" y="455"/>
                  </a:cubicBezTo>
                  <a:cubicBezTo>
                    <a:pt x="652" y="453"/>
                    <a:pt x="653" y="455"/>
                    <a:pt x="658" y="452"/>
                  </a:cubicBezTo>
                  <a:cubicBezTo>
                    <a:pt x="662" y="450"/>
                    <a:pt x="661" y="443"/>
                    <a:pt x="665" y="443"/>
                  </a:cubicBezTo>
                  <a:cubicBezTo>
                    <a:pt x="670" y="443"/>
                    <a:pt x="674" y="451"/>
                    <a:pt x="676" y="453"/>
                  </a:cubicBezTo>
                  <a:cubicBezTo>
                    <a:pt x="677" y="451"/>
                    <a:pt x="676" y="448"/>
                    <a:pt x="676" y="447"/>
                  </a:cubicBezTo>
                  <a:cubicBezTo>
                    <a:pt x="677" y="447"/>
                    <a:pt x="678" y="447"/>
                    <a:pt x="680" y="447"/>
                  </a:cubicBezTo>
                  <a:cubicBezTo>
                    <a:pt x="682" y="447"/>
                    <a:pt x="701" y="462"/>
                    <a:pt x="702" y="463"/>
                  </a:cubicBezTo>
                  <a:cubicBezTo>
                    <a:pt x="704" y="469"/>
                    <a:pt x="702" y="473"/>
                    <a:pt x="705" y="477"/>
                  </a:cubicBezTo>
                  <a:cubicBezTo>
                    <a:pt x="715" y="487"/>
                    <a:pt x="729" y="485"/>
                    <a:pt x="740" y="492"/>
                  </a:cubicBezTo>
                  <a:cubicBezTo>
                    <a:pt x="752" y="492"/>
                    <a:pt x="752" y="492"/>
                    <a:pt x="752" y="492"/>
                  </a:cubicBezTo>
                  <a:cubicBezTo>
                    <a:pt x="757" y="495"/>
                    <a:pt x="763" y="500"/>
                    <a:pt x="763" y="506"/>
                  </a:cubicBezTo>
                  <a:cubicBezTo>
                    <a:pt x="763" y="509"/>
                    <a:pt x="762" y="512"/>
                    <a:pt x="759" y="512"/>
                  </a:cubicBezTo>
                  <a:cubicBezTo>
                    <a:pt x="754" y="512"/>
                    <a:pt x="748" y="506"/>
                    <a:pt x="747" y="504"/>
                  </a:cubicBezTo>
                  <a:cubicBezTo>
                    <a:pt x="745" y="511"/>
                    <a:pt x="741" y="532"/>
                    <a:pt x="735" y="532"/>
                  </a:cubicBezTo>
                  <a:cubicBezTo>
                    <a:pt x="730" y="538"/>
                    <a:pt x="725" y="541"/>
                    <a:pt x="725" y="547"/>
                  </a:cubicBezTo>
                  <a:cubicBezTo>
                    <a:pt x="726" y="549"/>
                    <a:pt x="729" y="553"/>
                    <a:pt x="732" y="553"/>
                  </a:cubicBezTo>
                  <a:cubicBezTo>
                    <a:pt x="736" y="553"/>
                    <a:pt x="736" y="550"/>
                    <a:pt x="738" y="548"/>
                  </a:cubicBezTo>
                  <a:cubicBezTo>
                    <a:pt x="742" y="544"/>
                    <a:pt x="748" y="545"/>
                    <a:pt x="755" y="545"/>
                  </a:cubicBezTo>
                  <a:cubicBezTo>
                    <a:pt x="760" y="545"/>
                    <a:pt x="763" y="548"/>
                    <a:pt x="765" y="546"/>
                  </a:cubicBezTo>
                  <a:cubicBezTo>
                    <a:pt x="768" y="545"/>
                    <a:pt x="770" y="544"/>
                    <a:pt x="772" y="543"/>
                  </a:cubicBezTo>
                  <a:cubicBezTo>
                    <a:pt x="772" y="540"/>
                    <a:pt x="771" y="538"/>
                    <a:pt x="770" y="536"/>
                  </a:cubicBezTo>
                  <a:cubicBezTo>
                    <a:pt x="769" y="534"/>
                    <a:pt x="767" y="533"/>
                    <a:pt x="767" y="531"/>
                  </a:cubicBezTo>
                  <a:cubicBezTo>
                    <a:pt x="767" y="529"/>
                    <a:pt x="771" y="528"/>
                    <a:pt x="773" y="528"/>
                  </a:cubicBezTo>
                  <a:cubicBezTo>
                    <a:pt x="782" y="525"/>
                    <a:pt x="803" y="519"/>
                    <a:pt x="814" y="519"/>
                  </a:cubicBezTo>
                  <a:cubicBezTo>
                    <a:pt x="815" y="519"/>
                    <a:pt x="831" y="503"/>
                    <a:pt x="834" y="501"/>
                  </a:cubicBezTo>
                  <a:cubicBezTo>
                    <a:pt x="836" y="499"/>
                    <a:pt x="847" y="500"/>
                    <a:pt x="857" y="500"/>
                  </a:cubicBezTo>
                  <a:cubicBezTo>
                    <a:pt x="861" y="500"/>
                    <a:pt x="864" y="500"/>
                    <a:pt x="868" y="500"/>
                  </a:cubicBezTo>
                  <a:cubicBezTo>
                    <a:pt x="872" y="500"/>
                    <a:pt x="876" y="498"/>
                    <a:pt x="879" y="498"/>
                  </a:cubicBezTo>
                  <a:cubicBezTo>
                    <a:pt x="884" y="497"/>
                    <a:pt x="882" y="496"/>
                    <a:pt x="884" y="494"/>
                  </a:cubicBezTo>
                  <a:cubicBezTo>
                    <a:pt x="892" y="486"/>
                    <a:pt x="892" y="471"/>
                    <a:pt x="903" y="463"/>
                  </a:cubicBezTo>
                  <a:cubicBezTo>
                    <a:pt x="908" y="470"/>
                    <a:pt x="916" y="460"/>
                    <a:pt x="920" y="467"/>
                  </a:cubicBezTo>
                  <a:cubicBezTo>
                    <a:pt x="926" y="478"/>
                    <a:pt x="922" y="494"/>
                    <a:pt x="928" y="505"/>
                  </a:cubicBezTo>
                  <a:lnTo>
                    <a:pt x="928" y="503"/>
                  </a:lnTo>
                  <a:close/>
                </a:path>
              </a:pathLst>
            </a:custGeom>
            <a:solidFill>
              <a:schemeClr val="bg2">
                <a:lumMod val="9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63" name="íślíḋè-Freeform: Shape 136"/>
            <p:cNvSpPr>
              <a:spLocks/>
            </p:cNvSpPr>
            <p:nvPr/>
          </p:nvSpPr>
          <p:spPr bwMode="auto">
            <a:xfrm>
              <a:off x="1804714" y="1308148"/>
              <a:ext cx="564904" cy="419900"/>
            </a:xfrm>
            <a:custGeom>
              <a:avLst/>
              <a:gdLst/>
              <a:ahLst/>
              <a:cxnLst>
                <a:cxn ang="0">
                  <a:pos x="334" y="228"/>
                </a:cxn>
                <a:cxn ang="0">
                  <a:pos x="381" y="252"/>
                </a:cxn>
                <a:cxn ang="0">
                  <a:pos x="401" y="239"/>
                </a:cxn>
                <a:cxn ang="0">
                  <a:pos x="439" y="281"/>
                </a:cxn>
                <a:cxn ang="0">
                  <a:pos x="458" y="302"/>
                </a:cxn>
                <a:cxn ang="0">
                  <a:pos x="463" y="326"/>
                </a:cxn>
                <a:cxn ang="0">
                  <a:pos x="440" y="314"/>
                </a:cxn>
                <a:cxn ang="0">
                  <a:pos x="427" y="300"/>
                </a:cxn>
                <a:cxn ang="0">
                  <a:pos x="426" y="286"/>
                </a:cxn>
                <a:cxn ang="0">
                  <a:pos x="414" y="286"/>
                </a:cxn>
                <a:cxn ang="0">
                  <a:pos x="412" y="270"/>
                </a:cxn>
                <a:cxn ang="0">
                  <a:pos x="390" y="261"/>
                </a:cxn>
                <a:cxn ang="0">
                  <a:pos x="363" y="252"/>
                </a:cxn>
                <a:cxn ang="0">
                  <a:pos x="299" y="236"/>
                </a:cxn>
                <a:cxn ang="0">
                  <a:pos x="240" y="221"/>
                </a:cxn>
                <a:cxn ang="0">
                  <a:pos x="200" y="252"/>
                </a:cxn>
                <a:cxn ang="0">
                  <a:pos x="199" y="245"/>
                </a:cxn>
                <a:cxn ang="0">
                  <a:pos x="218" y="219"/>
                </a:cxn>
                <a:cxn ang="0">
                  <a:pos x="213" y="214"/>
                </a:cxn>
                <a:cxn ang="0">
                  <a:pos x="173" y="260"/>
                </a:cxn>
                <a:cxn ang="0">
                  <a:pos x="143" y="288"/>
                </a:cxn>
                <a:cxn ang="0">
                  <a:pos x="79" y="322"/>
                </a:cxn>
                <a:cxn ang="0">
                  <a:pos x="57" y="328"/>
                </a:cxn>
                <a:cxn ang="0">
                  <a:pos x="92" y="307"/>
                </a:cxn>
                <a:cxn ang="0">
                  <a:pos x="148" y="256"/>
                </a:cxn>
                <a:cxn ang="0">
                  <a:pos x="125" y="262"/>
                </a:cxn>
                <a:cxn ang="0">
                  <a:pos x="110" y="266"/>
                </a:cxn>
                <a:cxn ang="0">
                  <a:pos x="88" y="261"/>
                </a:cxn>
                <a:cxn ang="0">
                  <a:pos x="76" y="264"/>
                </a:cxn>
                <a:cxn ang="0">
                  <a:pos x="72" y="244"/>
                </a:cxn>
                <a:cxn ang="0">
                  <a:pos x="60" y="245"/>
                </a:cxn>
                <a:cxn ang="0">
                  <a:pos x="37" y="224"/>
                </a:cxn>
                <a:cxn ang="0">
                  <a:pos x="52" y="180"/>
                </a:cxn>
                <a:cxn ang="0">
                  <a:pos x="79" y="152"/>
                </a:cxn>
                <a:cxn ang="0">
                  <a:pos x="85" y="145"/>
                </a:cxn>
                <a:cxn ang="0">
                  <a:pos x="60" y="153"/>
                </a:cxn>
                <a:cxn ang="0">
                  <a:pos x="18" y="150"/>
                </a:cxn>
                <a:cxn ang="0">
                  <a:pos x="13" y="133"/>
                </a:cxn>
                <a:cxn ang="0">
                  <a:pos x="40" y="106"/>
                </a:cxn>
                <a:cxn ang="0">
                  <a:pos x="64" y="116"/>
                </a:cxn>
                <a:cxn ang="0">
                  <a:pos x="50" y="95"/>
                </a:cxn>
                <a:cxn ang="0">
                  <a:pos x="13" y="68"/>
                </a:cxn>
                <a:cxn ang="0">
                  <a:pos x="44" y="56"/>
                </a:cxn>
                <a:cxn ang="0">
                  <a:pos x="117" y="13"/>
                </a:cxn>
                <a:cxn ang="0">
                  <a:pos x="150" y="7"/>
                </a:cxn>
                <a:cxn ang="0">
                  <a:pos x="157" y="7"/>
                </a:cxn>
                <a:cxn ang="0">
                  <a:pos x="189" y="11"/>
                </a:cxn>
                <a:cxn ang="0">
                  <a:pos x="236" y="20"/>
                </a:cxn>
                <a:cxn ang="0">
                  <a:pos x="307" y="28"/>
                </a:cxn>
                <a:cxn ang="0">
                  <a:pos x="334" y="36"/>
                </a:cxn>
              </a:cxnLst>
              <a:rect l="0" t="0" r="r" b="b"/>
              <a:pathLst>
                <a:path w="469" h="343">
                  <a:moveTo>
                    <a:pt x="334" y="37"/>
                  </a:moveTo>
                  <a:cubicBezTo>
                    <a:pt x="334" y="228"/>
                    <a:pt x="334" y="228"/>
                    <a:pt x="334" y="228"/>
                  </a:cubicBezTo>
                  <a:cubicBezTo>
                    <a:pt x="340" y="233"/>
                    <a:pt x="353" y="226"/>
                    <a:pt x="359" y="234"/>
                  </a:cubicBezTo>
                  <a:cubicBezTo>
                    <a:pt x="363" y="240"/>
                    <a:pt x="372" y="252"/>
                    <a:pt x="381" y="252"/>
                  </a:cubicBezTo>
                  <a:cubicBezTo>
                    <a:pt x="387" y="252"/>
                    <a:pt x="387" y="243"/>
                    <a:pt x="393" y="241"/>
                  </a:cubicBezTo>
                  <a:cubicBezTo>
                    <a:pt x="396" y="240"/>
                    <a:pt x="398" y="241"/>
                    <a:pt x="401" y="239"/>
                  </a:cubicBezTo>
                  <a:cubicBezTo>
                    <a:pt x="415" y="252"/>
                    <a:pt x="421" y="257"/>
                    <a:pt x="433" y="274"/>
                  </a:cubicBezTo>
                  <a:cubicBezTo>
                    <a:pt x="434" y="276"/>
                    <a:pt x="437" y="277"/>
                    <a:pt x="439" y="281"/>
                  </a:cubicBezTo>
                  <a:cubicBezTo>
                    <a:pt x="440" y="286"/>
                    <a:pt x="442" y="292"/>
                    <a:pt x="447" y="297"/>
                  </a:cubicBezTo>
                  <a:cubicBezTo>
                    <a:pt x="450" y="300"/>
                    <a:pt x="455" y="299"/>
                    <a:pt x="458" y="302"/>
                  </a:cubicBezTo>
                  <a:cubicBezTo>
                    <a:pt x="462" y="306"/>
                    <a:pt x="469" y="308"/>
                    <a:pt x="469" y="318"/>
                  </a:cubicBezTo>
                  <a:cubicBezTo>
                    <a:pt x="469" y="322"/>
                    <a:pt x="463" y="323"/>
                    <a:pt x="463" y="326"/>
                  </a:cubicBezTo>
                  <a:cubicBezTo>
                    <a:pt x="461" y="326"/>
                    <a:pt x="461" y="327"/>
                    <a:pt x="459" y="327"/>
                  </a:cubicBezTo>
                  <a:cubicBezTo>
                    <a:pt x="451" y="327"/>
                    <a:pt x="440" y="318"/>
                    <a:pt x="440" y="314"/>
                  </a:cubicBezTo>
                  <a:cubicBezTo>
                    <a:pt x="440" y="310"/>
                    <a:pt x="440" y="311"/>
                    <a:pt x="440" y="307"/>
                  </a:cubicBezTo>
                  <a:cubicBezTo>
                    <a:pt x="440" y="300"/>
                    <a:pt x="435" y="300"/>
                    <a:pt x="427" y="300"/>
                  </a:cubicBezTo>
                  <a:cubicBezTo>
                    <a:pt x="421" y="300"/>
                    <a:pt x="419" y="296"/>
                    <a:pt x="419" y="294"/>
                  </a:cubicBezTo>
                  <a:cubicBezTo>
                    <a:pt x="419" y="290"/>
                    <a:pt x="426" y="290"/>
                    <a:pt x="426" y="286"/>
                  </a:cubicBezTo>
                  <a:cubicBezTo>
                    <a:pt x="426" y="283"/>
                    <a:pt x="426" y="281"/>
                    <a:pt x="426" y="281"/>
                  </a:cubicBezTo>
                  <a:cubicBezTo>
                    <a:pt x="417" y="281"/>
                    <a:pt x="420" y="286"/>
                    <a:pt x="414" y="286"/>
                  </a:cubicBezTo>
                  <a:cubicBezTo>
                    <a:pt x="412" y="286"/>
                    <a:pt x="407" y="282"/>
                    <a:pt x="407" y="280"/>
                  </a:cubicBezTo>
                  <a:cubicBezTo>
                    <a:pt x="407" y="274"/>
                    <a:pt x="410" y="273"/>
                    <a:pt x="412" y="270"/>
                  </a:cubicBezTo>
                  <a:cubicBezTo>
                    <a:pt x="409" y="268"/>
                    <a:pt x="405" y="264"/>
                    <a:pt x="404" y="267"/>
                  </a:cubicBezTo>
                  <a:cubicBezTo>
                    <a:pt x="397" y="267"/>
                    <a:pt x="394" y="264"/>
                    <a:pt x="390" y="261"/>
                  </a:cubicBezTo>
                  <a:cubicBezTo>
                    <a:pt x="389" y="264"/>
                    <a:pt x="387" y="269"/>
                    <a:pt x="384" y="269"/>
                  </a:cubicBezTo>
                  <a:cubicBezTo>
                    <a:pt x="375" y="269"/>
                    <a:pt x="368" y="256"/>
                    <a:pt x="363" y="252"/>
                  </a:cubicBezTo>
                  <a:cubicBezTo>
                    <a:pt x="352" y="243"/>
                    <a:pt x="337" y="244"/>
                    <a:pt x="323" y="236"/>
                  </a:cubicBezTo>
                  <a:cubicBezTo>
                    <a:pt x="299" y="236"/>
                    <a:pt x="299" y="236"/>
                    <a:pt x="299" y="236"/>
                  </a:cubicBezTo>
                  <a:cubicBezTo>
                    <a:pt x="285" y="232"/>
                    <a:pt x="265" y="230"/>
                    <a:pt x="258" y="214"/>
                  </a:cubicBezTo>
                  <a:cubicBezTo>
                    <a:pt x="252" y="217"/>
                    <a:pt x="244" y="219"/>
                    <a:pt x="240" y="221"/>
                  </a:cubicBezTo>
                  <a:cubicBezTo>
                    <a:pt x="241" y="224"/>
                    <a:pt x="242" y="225"/>
                    <a:pt x="244" y="227"/>
                  </a:cubicBezTo>
                  <a:cubicBezTo>
                    <a:pt x="238" y="236"/>
                    <a:pt x="210" y="252"/>
                    <a:pt x="200" y="252"/>
                  </a:cubicBezTo>
                  <a:cubicBezTo>
                    <a:pt x="198" y="252"/>
                    <a:pt x="195" y="251"/>
                    <a:pt x="195" y="249"/>
                  </a:cubicBezTo>
                  <a:cubicBezTo>
                    <a:pt x="195" y="246"/>
                    <a:pt x="198" y="246"/>
                    <a:pt x="199" y="245"/>
                  </a:cubicBezTo>
                  <a:cubicBezTo>
                    <a:pt x="197" y="242"/>
                    <a:pt x="199" y="242"/>
                    <a:pt x="199" y="240"/>
                  </a:cubicBezTo>
                  <a:cubicBezTo>
                    <a:pt x="199" y="230"/>
                    <a:pt x="205" y="223"/>
                    <a:pt x="218" y="219"/>
                  </a:cubicBezTo>
                  <a:cubicBezTo>
                    <a:pt x="218" y="217"/>
                    <a:pt x="218" y="216"/>
                    <a:pt x="218" y="214"/>
                  </a:cubicBezTo>
                  <a:cubicBezTo>
                    <a:pt x="214" y="214"/>
                    <a:pt x="215" y="214"/>
                    <a:pt x="213" y="214"/>
                  </a:cubicBezTo>
                  <a:cubicBezTo>
                    <a:pt x="203" y="214"/>
                    <a:pt x="173" y="239"/>
                    <a:pt x="173" y="253"/>
                  </a:cubicBezTo>
                  <a:cubicBezTo>
                    <a:pt x="173" y="255"/>
                    <a:pt x="173" y="258"/>
                    <a:pt x="173" y="260"/>
                  </a:cubicBezTo>
                  <a:cubicBezTo>
                    <a:pt x="173" y="270"/>
                    <a:pt x="164" y="273"/>
                    <a:pt x="154" y="277"/>
                  </a:cubicBezTo>
                  <a:cubicBezTo>
                    <a:pt x="148" y="280"/>
                    <a:pt x="146" y="284"/>
                    <a:pt x="143" y="288"/>
                  </a:cubicBezTo>
                  <a:cubicBezTo>
                    <a:pt x="136" y="297"/>
                    <a:pt x="121" y="301"/>
                    <a:pt x="114" y="308"/>
                  </a:cubicBezTo>
                  <a:cubicBezTo>
                    <a:pt x="107" y="315"/>
                    <a:pt x="91" y="320"/>
                    <a:pt x="79" y="322"/>
                  </a:cubicBezTo>
                  <a:cubicBezTo>
                    <a:pt x="63" y="324"/>
                    <a:pt x="54" y="343"/>
                    <a:pt x="35" y="337"/>
                  </a:cubicBezTo>
                  <a:cubicBezTo>
                    <a:pt x="41" y="329"/>
                    <a:pt x="49" y="333"/>
                    <a:pt x="57" y="328"/>
                  </a:cubicBezTo>
                  <a:cubicBezTo>
                    <a:pt x="62" y="325"/>
                    <a:pt x="66" y="316"/>
                    <a:pt x="71" y="314"/>
                  </a:cubicBezTo>
                  <a:cubicBezTo>
                    <a:pt x="78" y="309"/>
                    <a:pt x="87" y="314"/>
                    <a:pt x="92" y="307"/>
                  </a:cubicBezTo>
                  <a:cubicBezTo>
                    <a:pt x="99" y="297"/>
                    <a:pt x="117" y="290"/>
                    <a:pt x="127" y="283"/>
                  </a:cubicBezTo>
                  <a:cubicBezTo>
                    <a:pt x="137" y="276"/>
                    <a:pt x="137" y="263"/>
                    <a:pt x="148" y="256"/>
                  </a:cubicBezTo>
                  <a:cubicBezTo>
                    <a:pt x="141" y="256"/>
                    <a:pt x="141" y="256"/>
                    <a:pt x="141" y="256"/>
                  </a:cubicBezTo>
                  <a:cubicBezTo>
                    <a:pt x="135" y="259"/>
                    <a:pt x="132" y="262"/>
                    <a:pt x="125" y="262"/>
                  </a:cubicBezTo>
                  <a:cubicBezTo>
                    <a:pt x="120" y="262"/>
                    <a:pt x="117" y="260"/>
                    <a:pt x="113" y="258"/>
                  </a:cubicBezTo>
                  <a:cubicBezTo>
                    <a:pt x="112" y="262"/>
                    <a:pt x="110" y="263"/>
                    <a:pt x="110" y="266"/>
                  </a:cubicBezTo>
                  <a:cubicBezTo>
                    <a:pt x="99" y="262"/>
                    <a:pt x="96" y="260"/>
                    <a:pt x="89" y="254"/>
                  </a:cubicBezTo>
                  <a:cubicBezTo>
                    <a:pt x="88" y="257"/>
                    <a:pt x="88" y="259"/>
                    <a:pt x="88" y="261"/>
                  </a:cubicBezTo>
                  <a:cubicBezTo>
                    <a:pt x="84" y="261"/>
                    <a:pt x="85" y="261"/>
                    <a:pt x="83" y="261"/>
                  </a:cubicBezTo>
                  <a:cubicBezTo>
                    <a:pt x="80" y="261"/>
                    <a:pt x="78" y="264"/>
                    <a:pt x="76" y="264"/>
                  </a:cubicBezTo>
                  <a:cubicBezTo>
                    <a:pt x="74" y="264"/>
                    <a:pt x="72" y="257"/>
                    <a:pt x="72" y="253"/>
                  </a:cubicBezTo>
                  <a:cubicBezTo>
                    <a:pt x="72" y="248"/>
                    <a:pt x="72" y="248"/>
                    <a:pt x="72" y="244"/>
                  </a:cubicBezTo>
                  <a:cubicBezTo>
                    <a:pt x="72" y="243"/>
                    <a:pt x="72" y="238"/>
                    <a:pt x="68" y="238"/>
                  </a:cubicBezTo>
                  <a:cubicBezTo>
                    <a:pt x="65" y="238"/>
                    <a:pt x="61" y="245"/>
                    <a:pt x="60" y="245"/>
                  </a:cubicBezTo>
                  <a:cubicBezTo>
                    <a:pt x="54" y="245"/>
                    <a:pt x="33" y="229"/>
                    <a:pt x="30" y="225"/>
                  </a:cubicBezTo>
                  <a:cubicBezTo>
                    <a:pt x="32" y="225"/>
                    <a:pt x="35" y="224"/>
                    <a:pt x="37" y="224"/>
                  </a:cubicBezTo>
                  <a:cubicBezTo>
                    <a:pt x="33" y="214"/>
                    <a:pt x="19" y="212"/>
                    <a:pt x="19" y="205"/>
                  </a:cubicBezTo>
                  <a:cubicBezTo>
                    <a:pt x="19" y="191"/>
                    <a:pt x="43" y="180"/>
                    <a:pt x="52" y="180"/>
                  </a:cubicBezTo>
                  <a:cubicBezTo>
                    <a:pt x="56" y="180"/>
                    <a:pt x="86" y="169"/>
                    <a:pt x="86" y="163"/>
                  </a:cubicBezTo>
                  <a:cubicBezTo>
                    <a:pt x="86" y="160"/>
                    <a:pt x="79" y="153"/>
                    <a:pt x="79" y="152"/>
                  </a:cubicBezTo>
                  <a:cubicBezTo>
                    <a:pt x="83" y="150"/>
                    <a:pt x="82" y="150"/>
                    <a:pt x="85" y="152"/>
                  </a:cubicBezTo>
                  <a:cubicBezTo>
                    <a:pt x="85" y="145"/>
                    <a:pt x="85" y="145"/>
                    <a:pt x="85" y="145"/>
                  </a:cubicBezTo>
                  <a:cubicBezTo>
                    <a:pt x="81" y="145"/>
                    <a:pt x="81" y="145"/>
                    <a:pt x="79" y="145"/>
                  </a:cubicBezTo>
                  <a:cubicBezTo>
                    <a:pt x="72" y="145"/>
                    <a:pt x="69" y="153"/>
                    <a:pt x="60" y="153"/>
                  </a:cubicBezTo>
                  <a:cubicBezTo>
                    <a:pt x="51" y="153"/>
                    <a:pt x="48" y="148"/>
                    <a:pt x="41" y="150"/>
                  </a:cubicBezTo>
                  <a:cubicBezTo>
                    <a:pt x="32" y="150"/>
                    <a:pt x="21" y="150"/>
                    <a:pt x="18" y="150"/>
                  </a:cubicBezTo>
                  <a:cubicBezTo>
                    <a:pt x="17" y="143"/>
                    <a:pt x="12" y="141"/>
                    <a:pt x="12" y="137"/>
                  </a:cubicBezTo>
                  <a:cubicBezTo>
                    <a:pt x="12" y="136"/>
                    <a:pt x="13" y="134"/>
                    <a:pt x="13" y="133"/>
                  </a:cubicBezTo>
                  <a:cubicBezTo>
                    <a:pt x="6" y="133"/>
                    <a:pt x="2" y="130"/>
                    <a:pt x="0" y="126"/>
                  </a:cubicBezTo>
                  <a:cubicBezTo>
                    <a:pt x="11" y="119"/>
                    <a:pt x="29" y="113"/>
                    <a:pt x="40" y="106"/>
                  </a:cubicBezTo>
                  <a:cubicBezTo>
                    <a:pt x="48" y="106"/>
                    <a:pt x="48" y="106"/>
                    <a:pt x="48" y="106"/>
                  </a:cubicBezTo>
                  <a:cubicBezTo>
                    <a:pt x="48" y="120"/>
                    <a:pt x="55" y="116"/>
                    <a:pt x="64" y="116"/>
                  </a:cubicBezTo>
                  <a:cubicBezTo>
                    <a:pt x="70" y="116"/>
                    <a:pt x="71" y="118"/>
                    <a:pt x="76" y="116"/>
                  </a:cubicBezTo>
                  <a:cubicBezTo>
                    <a:pt x="72" y="102"/>
                    <a:pt x="63" y="101"/>
                    <a:pt x="50" y="95"/>
                  </a:cubicBezTo>
                  <a:cubicBezTo>
                    <a:pt x="46" y="94"/>
                    <a:pt x="41" y="80"/>
                    <a:pt x="37" y="78"/>
                  </a:cubicBezTo>
                  <a:cubicBezTo>
                    <a:pt x="31" y="75"/>
                    <a:pt x="13" y="71"/>
                    <a:pt x="13" y="68"/>
                  </a:cubicBezTo>
                  <a:cubicBezTo>
                    <a:pt x="13" y="68"/>
                    <a:pt x="20" y="57"/>
                    <a:pt x="20" y="56"/>
                  </a:cubicBezTo>
                  <a:cubicBezTo>
                    <a:pt x="44" y="56"/>
                    <a:pt x="44" y="56"/>
                    <a:pt x="44" y="56"/>
                  </a:cubicBezTo>
                  <a:cubicBezTo>
                    <a:pt x="57" y="38"/>
                    <a:pt x="77" y="21"/>
                    <a:pt x="101" y="14"/>
                  </a:cubicBezTo>
                  <a:cubicBezTo>
                    <a:pt x="107" y="12"/>
                    <a:pt x="111" y="15"/>
                    <a:pt x="117" y="13"/>
                  </a:cubicBezTo>
                  <a:cubicBezTo>
                    <a:pt x="124" y="10"/>
                    <a:pt x="128" y="0"/>
                    <a:pt x="136" y="0"/>
                  </a:cubicBezTo>
                  <a:cubicBezTo>
                    <a:pt x="142" y="0"/>
                    <a:pt x="144" y="5"/>
                    <a:pt x="150" y="7"/>
                  </a:cubicBezTo>
                  <a:cubicBezTo>
                    <a:pt x="147" y="10"/>
                    <a:pt x="147" y="11"/>
                    <a:pt x="146" y="13"/>
                  </a:cubicBezTo>
                  <a:cubicBezTo>
                    <a:pt x="150" y="14"/>
                    <a:pt x="154" y="11"/>
                    <a:pt x="157" y="7"/>
                  </a:cubicBezTo>
                  <a:cubicBezTo>
                    <a:pt x="162" y="9"/>
                    <a:pt x="163" y="10"/>
                    <a:pt x="167" y="11"/>
                  </a:cubicBezTo>
                  <a:cubicBezTo>
                    <a:pt x="189" y="11"/>
                    <a:pt x="189" y="11"/>
                    <a:pt x="189" y="11"/>
                  </a:cubicBezTo>
                  <a:cubicBezTo>
                    <a:pt x="194" y="15"/>
                    <a:pt x="196" y="17"/>
                    <a:pt x="202" y="20"/>
                  </a:cubicBezTo>
                  <a:cubicBezTo>
                    <a:pt x="236" y="20"/>
                    <a:pt x="236" y="20"/>
                    <a:pt x="236" y="20"/>
                  </a:cubicBezTo>
                  <a:cubicBezTo>
                    <a:pt x="245" y="29"/>
                    <a:pt x="272" y="31"/>
                    <a:pt x="286" y="31"/>
                  </a:cubicBezTo>
                  <a:cubicBezTo>
                    <a:pt x="294" y="31"/>
                    <a:pt x="299" y="28"/>
                    <a:pt x="307" y="28"/>
                  </a:cubicBezTo>
                  <a:cubicBezTo>
                    <a:pt x="319" y="28"/>
                    <a:pt x="323" y="34"/>
                    <a:pt x="334" y="37"/>
                  </a:cubicBezTo>
                  <a:cubicBezTo>
                    <a:pt x="334" y="36"/>
                    <a:pt x="334" y="36"/>
                    <a:pt x="334" y="36"/>
                  </a:cubicBezTo>
                  <a:lnTo>
                    <a:pt x="334" y="37"/>
                  </a:lnTo>
                  <a:close/>
                </a:path>
              </a:pathLst>
            </a:custGeom>
            <a:solidFill>
              <a:srgbClr val="9AC1E4"/>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64" name="íślíḋè-Freeform: Shape 177"/>
            <p:cNvSpPr>
              <a:spLocks/>
            </p:cNvSpPr>
            <p:nvPr/>
          </p:nvSpPr>
          <p:spPr bwMode="auto">
            <a:xfrm>
              <a:off x="2566542" y="2131909"/>
              <a:ext cx="608026" cy="414068"/>
            </a:xfrm>
            <a:custGeom>
              <a:avLst/>
              <a:gdLst/>
              <a:ahLst/>
              <a:cxnLst>
                <a:cxn ang="0">
                  <a:pos x="250" y="98"/>
                </a:cxn>
                <a:cxn ang="0">
                  <a:pos x="246" y="141"/>
                </a:cxn>
                <a:cxn ang="0">
                  <a:pos x="251" y="160"/>
                </a:cxn>
                <a:cxn ang="0">
                  <a:pos x="281" y="192"/>
                </a:cxn>
                <a:cxn ang="0">
                  <a:pos x="312" y="191"/>
                </a:cxn>
                <a:cxn ang="0">
                  <a:pos x="327" y="187"/>
                </a:cxn>
                <a:cxn ang="0">
                  <a:pos x="363" y="152"/>
                </a:cxn>
                <a:cxn ang="0">
                  <a:pos x="382" y="154"/>
                </a:cxn>
                <a:cxn ang="0">
                  <a:pos x="374" y="180"/>
                </a:cxn>
                <a:cxn ang="0">
                  <a:pos x="369" y="192"/>
                </a:cxn>
                <a:cxn ang="0">
                  <a:pos x="365" y="213"/>
                </a:cxn>
                <a:cxn ang="0">
                  <a:pos x="357" y="224"/>
                </a:cxn>
                <a:cxn ang="0">
                  <a:pos x="405" y="226"/>
                </a:cxn>
                <a:cxn ang="0">
                  <a:pos x="426" y="242"/>
                </a:cxn>
                <a:cxn ang="0">
                  <a:pos x="423" y="289"/>
                </a:cxn>
                <a:cxn ang="0">
                  <a:pos x="451" y="316"/>
                </a:cxn>
                <a:cxn ang="0">
                  <a:pos x="504" y="322"/>
                </a:cxn>
                <a:cxn ang="0">
                  <a:pos x="488" y="329"/>
                </a:cxn>
                <a:cxn ang="0">
                  <a:pos x="480" y="316"/>
                </a:cxn>
                <a:cxn ang="0">
                  <a:pos x="468" y="332"/>
                </a:cxn>
                <a:cxn ang="0">
                  <a:pos x="446" y="326"/>
                </a:cxn>
                <a:cxn ang="0">
                  <a:pos x="431" y="323"/>
                </a:cxn>
                <a:cxn ang="0">
                  <a:pos x="406" y="302"/>
                </a:cxn>
                <a:cxn ang="0">
                  <a:pos x="402" y="306"/>
                </a:cxn>
                <a:cxn ang="0">
                  <a:pos x="391" y="281"/>
                </a:cxn>
                <a:cxn ang="0">
                  <a:pos x="372" y="260"/>
                </a:cxn>
                <a:cxn ang="0">
                  <a:pos x="345" y="255"/>
                </a:cxn>
                <a:cxn ang="0">
                  <a:pos x="294" y="226"/>
                </a:cxn>
                <a:cxn ang="0">
                  <a:pos x="282" y="222"/>
                </a:cxn>
                <a:cxn ang="0">
                  <a:pos x="256" y="227"/>
                </a:cxn>
                <a:cxn ang="0">
                  <a:pos x="221" y="214"/>
                </a:cxn>
                <a:cxn ang="0">
                  <a:pos x="195" y="203"/>
                </a:cxn>
                <a:cxn ang="0">
                  <a:pos x="175" y="195"/>
                </a:cxn>
                <a:cxn ang="0">
                  <a:pos x="148" y="172"/>
                </a:cxn>
                <a:cxn ang="0">
                  <a:pos x="148" y="150"/>
                </a:cxn>
                <a:cxn ang="0">
                  <a:pos x="102" y="101"/>
                </a:cxn>
                <a:cxn ang="0">
                  <a:pos x="82" y="68"/>
                </a:cxn>
                <a:cxn ang="0">
                  <a:pos x="62" y="53"/>
                </a:cxn>
                <a:cxn ang="0">
                  <a:pos x="49" y="22"/>
                </a:cxn>
                <a:cxn ang="0">
                  <a:pos x="28" y="19"/>
                </a:cxn>
                <a:cxn ang="0">
                  <a:pos x="49" y="53"/>
                </a:cxn>
                <a:cxn ang="0">
                  <a:pos x="73" y="95"/>
                </a:cxn>
                <a:cxn ang="0">
                  <a:pos x="96" y="130"/>
                </a:cxn>
                <a:cxn ang="0">
                  <a:pos x="86" y="127"/>
                </a:cxn>
                <a:cxn ang="0">
                  <a:pos x="65" y="109"/>
                </a:cxn>
                <a:cxn ang="0">
                  <a:pos x="52" y="84"/>
                </a:cxn>
                <a:cxn ang="0">
                  <a:pos x="40" y="69"/>
                </a:cxn>
                <a:cxn ang="0">
                  <a:pos x="11" y="24"/>
                </a:cxn>
                <a:cxn ang="0">
                  <a:pos x="0" y="0"/>
                </a:cxn>
                <a:cxn ang="0">
                  <a:pos x="76" y="16"/>
                </a:cxn>
                <a:cxn ang="0">
                  <a:pos x="113" y="10"/>
                </a:cxn>
                <a:cxn ang="0">
                  <a:pos x="152" y="29"/>
                </a:cxn>
                <a:cxn ang="0">
                  <a:pos x="188" y="38"/>
                </a:cxn>
                <a:cxn ang="0">
                  <a:pos x="249" y="90"/>
                </a:cxn>
                <a:cxn ang="0">
                  <a:pos x="247" y="86"/>
                </a:cxn>
              </a:cxnLst>
              <a:rect l="0" t="0" r="r" b="b"/>
              <a:pathLst>
                <a:path w="504" h="338">
                  <a:moveTo>
                    <a:pt x="248" y="91"/>
                  </a:moveTo>
                  <a:cubicBezTo>
                    <a:pt x="249" y="94"/>
                    <a:pt x="250" y="96"/>
                    <a:pt x="250" y="98"/>
                  </a:cubicBezTo>
                  <a:cubicBezTo>
                    <a:pt x="250" y="106"/>
                    <a:pt x="247" y="109"/>
                    <a:pt x="246" y="116"/>
                  </a:cubicBezTo>
                  <a:cubicBezTo>
                    <a:pt x="246" y="141"/>
                    <a:pt x="246" y="141"/>
                    <a:pt x="246" y="141"/>
                  </a:cubicBezTo>
                  <a:cubicBezTo>
                    <a:pt x="245" y="144"/>
                    <a:pt x="248" y="148"/>
                    <a:pt x="249" y="150"/>
                  </a:cubicBezTo>
                  <a:cubicBezTo>
                    <a:pt x="251" y="154"/>
                    <a:pt x="249" y="156"/>
                    <a:pt x="251" y="160"/>
                  </a:cubicBezTo>
                  <a:cubicBezTo>
                    <a:pt x="252" y="164"/>
                    <a:pt x="258" y="170"/>
                    <a:pt x="261" y="173"/>
                  </a:cubicBezTo>
                  <a:cubicBezTo>
                    <a:pt x="269" y="181"/>
                    <a:pt x="269" y="188"/>
                    <a:pt x="281" y="192"/>
                  </a:cubicBezTo>
                  <a:cubicBezTo>
                    <a:pt x="285" y="193"/>
                    <a:pt x="285" y="197"/>
                    <a:pt x="288" y="197"/>
                  </a:cubicBezTo>
                  <a:cubicBezTo>
                    <a:pt x="297" y="197"/>
                    <a:pt x="304" y="191"/>
                    <a:pt x="312" y="191"/>
                  </a:cubicBezTo>
                  <a:cubicBezTo>
                    <a:pt x="317" y="191"/>
                    <a:pt x="319" y="194"/>
                    <a:pt x="321" y="194"/>
                  </a:cubicBezTo>
                  <a:cubicBezTo>
                    <a:pt x="324" y="194"/>
                    <a:pt x="327" y="188"/>
                    <a:pt x="327" y="187"/>
                  </a:cubicBezTo>
                  <a:cubicBezTo>
                    <a:pt x="329" y="181"/>
                    <a:pt x="336" y="176"/>
                    <a:pt x="336" y="169"/>
                  </a:cubicBezTo>
                  <a:cubicBezTo>
                    <a:pt x="336" y="156"/>
                    <a:pt x="351" y="152"/>
                    <a:pt x="363" y="152"/>
                  </a:cubicBezTo>
                  <a:cubicBezTo>
                    <a:pt x="367" y="152"/>
                    <a:pt x="370" y="152"/>
                    <a:pt x="372" y="153"/>
                  </a:cubicBezTo>
                  <a:cubicBezTo>
                    <a:pt x="373" y="154"/>
                    <a:pt x="379" y="154"/>
                    <a:pt x="382" y="154"/>
                  </a:cubicBezTo>
                  <a:cubicBezTo>
                    <a:pt x="382" y="155"/>
                    <a:pt x="382" y="157"/>
                    <a:pt x="382" y="158"/>
                  </a:cubicBezTo>
                  <a:cubicBezTo>
                    <a:pt x="382" y="164"/>
                    <a:pt x="374" y="172"/>
                    <a:pt x="374" y="180"/>
                  </a:cubicBezTo>
                  <a:cubicBezTo>
                    <a:pt x="374" y="188"/>
                    <a:pt x="372" y="191"/>
                    <a:pt x="369" y="195"/>
                  </a:cubicBezTo>
                  <a:cubicBezTo>
                    <a:pt x="369" y="194"/>
                    <a:pt x="369" y="193"/>
                    <a:pt x="369" y="192"/>
                  </a:cubicBezTo>
                  <a:cubicBezTo>
                    <a:pt x="368" y="192"/>
                    <a:pt x="367" y="192"/>
                    <a:pt x="365" y="192"/>
                  </a:cubicBezTo>
                  <a:cubicBezTo>
                    <a:pt x="365" y="197"/>
                    <a:pt x="365" y="207"/>
                    <a:pt x="365" y="213"/>
                  </a:cubicBezTo>
                  <a:cubicBezTo>
                    <a:pt x="365" y="217"/>
                    <a:pt x="360" y="219"/>
                    <a:pt x="357" y="222"/>
                  </a:cubicBezTo>
                  <a:cubicBezTo>
                    <a:pt x="357" y="223"/>
                    <a:pt x="357" y="223"/>
                    <a:pt x="357" y="224"/>
                  </a:cubicBezTo>
                  <a:cubicBezTo>
                    <a:pt x="357" y="227"/>
                    <a:pt x="360" y="229"/>
                    <a:pt x="363" y="229"/>
                  </a:cubicBezTo>
                  <a:cubicBezTo>
                    <a:pt x="377" y="229"/>
                    <a:pt x="389" y="226"/>
                    <a:pt x="405" y="226"/>
                  </a:cubicBezTo>
                  <a:cubicBezTo>
                    <a:pt x="415" y="226"/>
                    <a:pt x="418" y="234"/>
                    <a:pt x="426" y="236"/>
                  </a:cubicBezTo>
                  <a:cubicBezTo>
                    <a:pt x="426" y="238"/>
                    <a:pt x="426" y="240"/>
                    <a:pt x="426" y="242"/>
                  </a:cubicBezTo>
                  <a:cubicBezTo>
                    <a:pt x="426" y="246"/>
                    <a:pt x="425" y="257"/>
                    <a:pt x="423" y="262"/>
                  </a:cubicBezTo>
                  <a:cubicBezTo>
                    <a:pt x="423" y="272"/>
                    <a:pt x="423" y="281"/>
                    <a:pt x="423" y="289"/>
                  </a:cubicBezTo>
                  <a:cubicBezTo>
                    <a:pt x="423" y="298"/>
                    <a:pt x="432" y="302"/>
                    <a:pt x="439" y="306"/>
                  </a:cubicBezTo>
                  <a:cubicBezTo>
                    <a:pt x="444" y="308"/>
                    <a:pt x="444" y="316"/>
                    <a:pt x="451" y="316"/>
                  </a:cubicBezTo>
                  <a:cubicBezTo>
                    <a:pt x="463" y="316"/>
                    <a:pt x="469" y="307"/>
                    <a:pt x="479" y="307"/>
                  </a:cubicBezTo>
                  <a:cubicBezTo>
                    <a:pt x="491" y="307"/>
                    <a:pt x="497" y="316"/>
                    <a:pt x="504" y="322"/>
                  </a:cubicBezTo>
                  <a:cubicBezTo>
                    <a:pt x="503" y="323"/>
                    <a:pt x="494" y="333"/>
                    <a:pt x="493" y="332"/>
                  </a:cubicBezTo>
                  <a:cubicBezTo>
                    <a:pt x="492" y="331"/>
                    <a:pt x="488" y="330"/>
                    <a:pt x="488" y="329"/>
                  </a:cubicBezTo>
                  <a:cubicBezTo>
                    <a:pt x="488" y="327"/>
                    <a:pt x="490" y="326"/>
                    <a:pt x="491" y="324"/>
                  </a:cubicBezTo>
                  <a:cubicBezTo>
                    <a:pt x="486" y="322"/>
                    <a:pt x="484" y="316"/>
                    <a:pt x="480" y="316"/>
                  </a:cubicBezTo>
                  <a:cubicBezTo>
                    <a:pt x="476" y="316"/>
                    <a:pt x="464" y="325"/>
                    <a:pt x="464" y="328"/>
                  </a:cubicBezTo>
                  <a:cubicBezTo>
                    <a:pt x="464" y="330"/>
                    <a:pt x="467" y="331"/>
                    <a:pt x="468" y="332"/>
                  </a:cubicBezTo>
                  <a:cubicBezTo>
                    <a:pt x="467" y="336"/>
                    <a:pt x="465" y="338"/>
                    <a:pt x="461" y="338"/>
                  </a:cubicBezTo>
                  <a:cubicBezTo>
                    <a:pt x="454" y="338"/>
                    <a:pt x="450" y="330"/>
                    <a:pt x="446" y="326"/>
                  </a:cubicBezTo>
                  <a:cubicBezTo>
                    <a:pt x="443" y="323"/>
                    <a:pt x="436" y="326"/>
                    <a:pt x="433" y="326"/>
                  </a:cubicBezTo>
                  <a:cubicBezTo>
                    <a:pt x="432" y="326"/>
                    <a:pt x="431" y="324"/>
                    <a:pt x="431" y="323"/>
                  </a:cubicBezTo>
                  <a:cubicBezTo>
                    <a:pt x="424" y="322"/>
                    <a:pt x="424" y="318"/>
                    <a:pt x="423" y="314"/>
                  </a:cubicBezTo>
                  <a:cubicBezTo>
                    <a:pt x="421" y="311"/>
                    <a:pt x="406" y="302"/>
                    <a:pt x="406" y="302"/>
                  </a:cubicBezTo>
                  <a:cubicBezTo>
                    <a:pt x="405" y="304"/>
                    <a:pt x="405" y="305"/>
                    <a:pt x="406" y="306"/>
                  </a:cubicBezTo>
                  <a:cubicBezTo>
                    <a:pt x="402" y="306"/>
                    <a:pt x="402" y="306"/>
                    <a:pt x="402" y="306"/>
                  </a:cubicBezTo>
                  <a:cubicBezTo>
                    <a:pt x="395" y="302"/>
                    <a:pt x="399" y="296"/>
                    <a:pt x="397" y="289"/>
                  </a:cubicBezTo>
                  <a:cubicBezTo>
                    <a:pt x="396" y="285"/>
                    <a:pt x="394" y="284"/>
                    <a:pt x="391" y="281"/>
                  </a:cubicBezTo>
                  <a:cubicBezTo>
                    <a:pt x="384" y="274"/>
                    <a:pt x="377" y="270"/>
                    <a:pt x="374" y="260"/>
                  </a:cubicBezTo>
                  <a:cubicBezTo>
                    <a:pt x="373" y="260"/>
                    <a:pt x="372" y="260"/>
                    <a:pt x="372" y="260"/>
                  </a:cubicBezTo>
                  <a:cubicBezTo>
                    <a:pt x="368" y="260"/>
                    <a:pt x="366" y="262"/>
                    <a:pt x="363" y="262"/>
                  </a:cubicBezTo>
                  <a:cubicBezTo>
                    <a:pt x="355" y="262"/>
                    <a:pt x="350" y="257"/>
                    <a:pt x="345" y="255"/>
                  </a:cubicBezTo>
                  <a:cubicBezTo>
                    <a:pt x="336" y="251"/>
                    <a:pt x="330" y="253"/>
                    <a:pt x="321" y="248"/>
                  </a:cubicBezTo>
                  <a:cubicBezTo>
                    <a:pt x="308" y="242"/>
                    <a:pt x="306" y="232"/>
                    <a:pt x="294" y="226"/>
                  </a:cubicBezTo>
                  <a:cubicBezTo>
                    <a:pt x="291" y="226"/>
                    <a:pt x="291" y="226"/>
                    <a:pt x="291" y="226"/>
                  </a:cubicBezTo>
                  <a:cubicBezTo>
                    <a:pt x="288" y="224"/>
                    <a:pt x="285" y="222"/>
                    <a:pt x="282" y="222"/>
                  </a:cubicBezTo>
                  <a:cubicBezTo>
                    <a:pt x="274" y="222"/>
                    <a:pt x="272" y="231"/>
                    <a:pt x="265" y="231"/>
                  </a:cubicBezTo>
                  <a:cubicBezTo>
                    <a:pt x="261" y="231"/>
                    <a:pt x="258" y="228"/>
                    <a:pt x="256" y="227"/>
                  </a:cubicBezTo>
                  <a:cubicBezTo>
                    <a:pt x="252" y="225"/>
                    <a:pt x="249" y="226"/>
                    <a:pt x="246" y="226"/>
                  </a:cubicBezTo>
                  <a:cubicBezTo>
                    <a:pt x="241" y="226"/>
                    <a:pt x="226" y="216"/>
                    <a:pt x="221" y="214"/>
                  </a:cubicBezTo>
                  <a:cubicBezTo>
                    <a:pt x="216" y="211"/>
                    <a:pt x="213" y="214"/>
                    <a:pt x="208" y="213"/>
                  </a:cubicBezTo>
                  <a:cubicBezTo>
                    <a:pt x="202" y="211"/>
                    <a:pt x="201" y="206"/>
                    <a:pt x="195" y="203"/>
                  </a:cubicBezTo>
                  <a:cubicBezTo>
                    <a:pt x="189" y="200"/>
                    <a:pt x="186" y="201"/>
                    <a:pt x="180" y="198"/>
                  </a:cubicBezTo>
                  <a:cubicBezTo>
                    <a:pt x="177" y="197"/>
                    <a:pt x="177" y="196"/>
                    <a:pt x="175" y="195"/>
                  </a:cubicBezTo>
                  <a:cubicBezTo>
                    <a:pt x="170" y="190"/>
                    <a:pt x="156" y="187"/>
                    <a:pt x="155" y="181"/>
                  </a:cubicBezTo>
                  <a:cubicBezTo>
                    <a:pt x="151" y="181"/>
                    <a:pt x="148" y="176"/>
                    <a:pt x="148" y="172"/>
                  </a:cubicBezTo>
                  <a:cubicBezTo>
                    <a:pt x="148" y="167"/>
                    <a:pt x="153" y="165"/>
                    <a:pt x="153" y="160"/>
                  </a:cubicBezTo>
                  <a:cubicBezTo>
                    <a:pt x="153" y="154"/>
                    <a:pt x="149" y="153"/>
                    <a:pt x="148" y="150"/>
                  </a:cubicBezTo>
                  <a:cubicBezTo>
                    <a:pt x="143" y="134"/>
                    <a:pt x="128" y="121"/>
                    <a:pt x="118" y="111"/>
                  </a:cubicBezTo>
                  <a:cubicBezTo>
                    <a:pt x="114" y="107"/>
                    <a:pt x="107" y="105"/>
                    <a:pt x="102" y="101"/>
                  </a:cubicBezTo>
                  <a:cubicBezTo>
                    <a:pt x="99" y="97"/>
                    <a:pt x="102" y="93"/>
                    <a:pt x="100" y="88"/>
                  </a:cubicBezTo>
                  <a:cubicBezTo>
                    <a:pt x="96" y="80"/>
                    <a:pt x="82" y="79"/>
                    <a:pt x="82" y="68"/>
                  </a:cubicBezTo>
                  <a:cubicBezTo>
                    <a:pt x="78" y="68"/>
                    <a:pt x="79" y="67"/>
                    <a:pt x="77" y="68"/>
                  </a:cubicBezTo>
                  <a:cubicBezTo>
                    <a:pt x="72" y="63"/>
                    <a:pt x="67" y="58"/>
                    <a:pt x="62" y="53"/>
                  </a:cubicBezTo>
                  <a:cubicBezTo>
                    <a:pt x="58" y="49"/>
                    <a:pt x="60" y="42"/>
                    <a:pt x="56" y="38"/>
                  </a:cubicBezTo>
                  <a:cubicBezTo>
                    <a:pt x="52" y="34"/>
                    <a:pt x="53" y="24"/>
                    <a:pt x="49" y="22"/>
                  </a:cubicBezTo>
                  <a:cubicBezTo>
                    <a:pt x="42" y="19"/>
                    <a:pt x="35" y="19"/>
                    <a:pt x="29" y="13"/>
                  </a:cubicBezTo>
                  <a:cubicBezTo>
                    <a:pt x="27" y="15"/>
                    <a:pt x="28" y="18"/>
                    <a:pt x="28" y="19"/>
                  </a:cubicBezTo>
                  <a:cubicBezTo>
                    <a:pt x="28" y="28"/>
                    <a:pt x="32" y="34"/>
                    <a:pt x="36" y="41"/>
                  </a:cubicBezTo>
                  <a:cubicBezTo>
                    <a:pt x="39" y="48"/>
                    <a:pt x="45" y="48"/>
                    <a:pt x="49" y="53"/>
                  </a:cubicBezTo>
                  <a:cubicBezTo>
                    <a:pt x="55" y="59"/>
                    <a:pt x="56" y="63"/>
                    <a:pt x="58" y="71"/>
                  </a:cubicBezTo>
                  <a:cubicBezTo>
                    <a:pt x="61" y="81"/>
                    <a:pt x="70" y="86"/>
                    <a:pt x="73" y="95"/>
                  </a:cubicBezTo>
                  <a:cubicBezTo>
                    <a:pt x="77" y="106"/>
                    <a:pt x="80" y="117"/>
                    <a:pt x="87" y="122"/>
                  </a:cubicBezTo>
                  <a:cubicBezTo>
                    <a:pt x="91" y="119"/>
                    <a:pt x="96" y="126"/>
                    <a:pt x="96" y="130"/>
                  </a:cubicBezTo>
                  <a:cubicBezTo>
                    <a:pt x="96" y="132"/>
                    <a:pt x="95" y="136"/>
                    <a:pt x="93" y="136"/>
                  </a:cubicBezTo>
                  <a:cubicBezTo>
                    <a:pt x="92" y="136"/>
                    <a:pt x="86" y="129"/>
                    <a:pt x="86" y="127"/>
                  </a:cubicBezTo>
                  <a:cubicBezTo>
                    <a:pt x="78" y="127"/>
                    <a:pt x="74" y="117"/>
                    <a:pt x="69" y="113"/>
                  </a:cubicBezTo>
                  <a:cubicBezTo>
                    <a:pt x="66" y="112"/>
                    <a:pt x="66" y="112"/>
                    <a:pt x="65" y="109"/>
                  </a:cubicBezTo>
                  <a:cubicBezTo>
                    <a:pt x="65" y="98"/>
                    <a:pt x="65" y="98"/>
                    <a:pt x="65" y="98"/>
                  </a:cubicBezTo>
                  <a:cubicBezTo>
                    <a:pt x="60" y="93"/>
                    <a:pt x="56" y="88"/>
                    <a:pt x="52" y="84"/>
                  </a:cubicBezTo>
                  <a:cubicBezTo>
                    <a:pt x="46" y="78"/>
                    <a:pt x="36" y="79"/>
                    <a:pt x="31" y="72"/>
                  </a:cubicBezTo>
                  <a:cubicBezTo>
                    <a:pt x="34" y="72"/>
                    <a:pt x="44" y="74"/>
                    <a:pt x="40" y="69"/>
                  </a:cubicBezTo>
                  <a:cubicBezTo>
                    <a:pt x="34" y="59"/>
                    <a:pt x="26" y="50"/>
                    <a:pt x="19" y="45"/>
                  </a:cubicBezTo>
                  <a:cubicBezTo>
                    <a:pt x="14" y="41"/>
                    <a:pt x="14" y="29"/>
                    <a:pt x="11" y="24"/>
                  </a:cubicBezTo>
                  <a:cubicBezTo>
                    <a:pt x="7" y="16"/>
                    <a:pt x="3" y="13"/>
                    <a:pt x="0" y="3"/>
                  </a:cubicBezTo>
                  <a:cubicBezTo>
                    <a:pt x="0" y="0"/>
                    <a:pt x="0" y="0"/>
                    <a:pt x="0" y="0"/>
                  </a:cubicBezTo>
                  <a:cubicBezTo>
                    <a:pt x="29" y="0"/>
                    <a:pt x="29" y="0"/>
                    <a:pt x="29" y="0"/>
                  </a:cubicBezTo>
                  <a:cubicBezTo>
                    <a:pt x="76" y="16"/>
                    <a:pt x="76" y="16"/>
                    <a:pt x="76" y="16"/>
                  </a:cubicBezTo>
                  <a:cubicBezTo>
                    <a:pt x="113" y="16"/>
                    <a:pt x="113" y="16"/>
                    <a:pt x="113" y="16"/>
                  </a:cubicBezTo>
                  <a:cubicBezTo>
                    <a:pt x="113" y="10"/>
                    <a:pt x="113" y="10"/>
                    <a:pt x="113" y="10"/>
                  </a:cubicBezTo>
                  <a:cubicBezTo>
                    <a:pt x="121" y="10"/>
                    <a:pt x="121" y="10"/>
                    <a:pt x="121" y="10"/>
                  </a:cubicBezTo>
                  <a:cubicBezTo>
                    <a:pt x="136" y="14"/>
                    <a:pt x="145" y="16"/>
                    <a:pt x="152" y="29"/>
                  </a:cubicBezTo>
                  <a:cubicBezTo>
                    <a:pt x="156" y="35"/>
                    <a:pt x="163" y="50"/>
                    <a:pt x="172" y="50"/>
                  </a:cubicBezTo>
                  <a:cubicBezTo>
                    <a:pt x="181" y="50"/>
                    <a:pt x="178" y="38"/>
                    <a:pt x="188" y="38"/>
                  </a:cubicBezTo>
                  <a:cubicBezTo>
                    <a:pt x="214" y="38"/>
                    <a:pt x="213" y="70"/>
                    <a:pt x="227" y="84"/>
                  </a:cubicBezTo>
                  <a:cubicBezTo>
                    <a:pt x="231" y="87"/>
                    <a:pt x="242" y="90"/>
                    <a:pt x="249" y="90"/>
                  </a:cubicBezTo>
                  <a:cubicBezTo>
                    <a:pt x="249" y="89"/>
                    <a:pt x="247" y="87"/>
                    <a:pt x="247" y="86"/>
                  </a:cubicBezTo>
                  <a:cubicBezTo>
                    <a:pt x="247" y="86"/>
                    <a:pt x="247" y="86"/>
                    <a:pt x="247" y="86"/>
                  </a:cubicBezTo>
                  <a:lnTo>
                    <a:pt x="248" y="91"/>
                  </a:lnTo>
                  <a:close/>
                </a:path>
              </a:pathLst>
            </a:custGeom>
            <a:solidFill>
              <a:schemeClr val="bg2">
                <a:lumMod val="9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grpSp>
          <p:nvGrpSpPr>
            <p:cNvPr id="65" name="Group 14"/>
            <p:cNvGrpSpPr/>
            <p:nvPr/>
          </p:nvGrpSpPr>
          <p:grpSpPr>
            <a:xfrm>
              <a:off x="4050211" y="1305868"/>
              <a:ext cx="622386" cy="761087"/>
              <a:chOff x="4219575" y="1416050"/>
              <a:chExt cx="687388" cy="828676"/>
            </a:xfrm>
            <a:solidFill>
              <a:schemeClr val="accent4">
                <a:lumMod val="40000"/>
                <a:lumOff val="60000"/>
              </a:schemeClr>
            </a:solidFill>
          </p:grpSpPr>
          <p:sp>
            <p:nvSpPr>
              <p:cNvPr id="144" name="is1ide-Freeform: Shape 108"/>
              <p:cNvSpPr>
                <a:spLocks/>
              </p:cNvSpPr>
              <p:nvPr/>
            </p:nvSpPr>
            <p:spPr bwMode="auto">
              <a:xfrm>
                <a:off x="4568825" y="1816100"/>
                <a:ext cx="26988" cy="39688"/>
              </a:xfrm>
              <a:custGeom>
                <a:avLst/>
                <a:gdLst/>
                <a:ahLst/>
                <a:cxnLst>
                  <a:cxn ang="0">
                    <a:pos x="3" y="27"/>
                  </a:cxn>
                  <a:cxn ang="0">
                    <a:pos x="9" y="21"/>
                  </a:cxn>
                  <a:cxn ang="0">
                    <a:pos x="0" y="14"/>
                  </a:cxn>
                  <a:cxn ang="0">
                    <a:pos x="9" y="0"/>
                  </a:cxn>
                  <a:cxn ang="0">
                    <a:pos x="20" y="12"/>
                  </a:cxn>
                  <a:cxn ang="0">
                    <a:pos x="6" y="30"/>
                  </a:cxn>
                  <a:cxn ang="0">
                    <a:pos x="0" y="27"/>
                  </a:cxn>
                  <a:cxn ang="0">
                    <a:pos x="2" y="25"/>
                  </a:cxn>
                  <a:cxn ang="0">
                    <a:pos x="3" y="27"/>
                  </a:cxn>
                </a:cxnLst>
                <a:rect l="0" t="0" r="r" b="b"/>
                <a:pathLst>
                  <a:path w="20" h="30">
                    <a:moveTo>
                      <a:pt x="3" y="27"/>
                    </a:moveTo>
                    <a:cubicBezTo>
                      <a:pt x="6" y="26"/>
                      <a:pt x="9" y="23"/>
                      <a:pt x="9" y="21"/>
                    </a:cubicBezTo>
                    <a:cubicBezTo>
                      <a:pt x="5" y="20"/>
                      <a:pt x="0" y="16"/>
                      <a:pt x="0" y="14"/>
                    </a:cubicBezTo>
                    <a:cubicBezTo>
                      <a:pt x="0" y="12"/>
                      <a:pt x="5" y="0"/>
                      <a:pt x="9" y="0"/>
                    </a:cubicBezTo>
                    <a:cubicBezTo>
                      <a:pt x="17" y="0"/>
                      <a:pt x="18" y="4"/>
                      <a:pt x="20" y="12"/>
                    </a:cubicBezTo>
                    <a:cubicBezTo>
                      <a:pt x="12" y="14"/>
                      <a:pt x="16" y="30"/>
                      <a:pt x="6" y="30"/>
                    </a:cubicBezTo>
                    <a:cubicBezTo>
                      <a:pt x="3" y="30"/>
                      <a:pt x="1" y="27"/>
                      <a:pt x="0" y="27"/>
                    </a:cubicBezTo>
                    <a:cubicBezTo>
                      <a:pt x="1" y="26"/>
                      <a:pt x="2" y="25"/>
                      <a:pt x="2" y="25"/>
                    </a:cubicBezTo>
                    <a:lnTo>
                      <a:pt x="3" y="27"/>
                    </a:ln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grpSp>
            <p:nvGrpSpPr>
              <p:cNvPr id="145" name="Group 109"/>
              <p:cNvGrpSpPr/>
              <p:nvPr/>
            </p:nvGrpSpPr>
            <p:grpSpPr>
              <a:xfrm>
                <a:off x="4219575" y="1416050"/>
                <a:ext cx="687388" cy="828676"/>
                <a:chOff x="4219575" y="1416050"/>
                <a:chExt cx="687388" cy="828676"/>
              </a:xfrm>
              <a:grpFill/>
            </p:grpSpPr>
            <p:sp>
              <p:nvSpPr>
                <p:cNvPr id="146" name="is1ide-Freeform: Shape 110"/>
                <p:cNvSpPr>
                  <a:spLocks/>
                </p:cNvSpPr>
                <p:nvPr/>
              </p:nvSpPr>
              <p:spPr bwMode="auto">
                <a:xfrm>
                  <a:off x="4230699" y="1782763"/>
                  <a:ext cx="646115" cy="461963"/>
                </a:xfrm>
                <a:custGeom>
                  <a:avLst/>
                  <a:gdLst/>
                  <a:ahLst/>
                  <a:cxnLst>
                    <a:cxn ang="0">
                      <a:pos x="473" y="233"/>
                    </a:cxn>
                    <a:cxn ang="0">
                      <a:pos x="470" y="273"/>
                    </a:cxn>
                    <a:cxn ang="0">
                      <a:pos x="427" y="274"/>
                    </a:cxn>
                    <a:cxn ang="0">
                      <a:pos x="401" y="283"/>
                    </a:cxn>
                    <a:cxn ang="0">
                      <a:pos x="403" y="303"/>
                    </a:cxn>
                    <a:cxn ang="0">
                      <a:pos x="413" y="322"/>
                    </a:cxn>
                    <a:cxn ang="0">
                      <a:pos x="401" y="319"/>
                    </a:cxn>
                    <a:cxn ang="0">
                      <a:pos x="397" y="336"/>
                    </a:cxn>
                    <a:cxn ang="0">
                      <a:pos x="382" y="315"/>
                    </a:cxn>
                    <a:cxn ang="0">
                      <a:pos x="358" y="278"/>
                    </a:cxn>
                    <a:cxn ang="0">
                      <a:pos x="329" y="238"/>
                    </a:cxn>
                    <a:cxn ang="0">
                      <a:pos x="289" y="213"/>
                    </a:cxn>
                    <a:cxn ang="0">
                      <a:pos x="270" y="212"/>
                    </a:cxn>
                    <a:cxn ang="0">
                      <a:pos x="289" y="244"/>
                    </a:cxn>
                    <a:cxn ang="0">
                      <a:pos x="315" y="264"/>
                    </a:cxn>
                    <a:cxn ang="0">
                      <a:pos x="330" y="283"/>
                    </a:cxn>
                    <a:cxn ang="0">
                      <a:pos x="323" y="305"/>
                    </a:cxn>
                    <a:cxn ang="0">
                      <a:pos x="316" y="303"/>
                    </a:cxn>
                    <a:cxn ang="0">
                      <a:pos x="291" y="273"/>
                    </a:cxn>
                    <a:cxn ang="0">
                      <a:pos x="229" y="223"/>
                    </a:cxn>
                    <a:cxn ang="0">
                      <a:pos x="168" y="237"/>
                    </a:cxn>
                    <a:cxn ang="0">
                      <a:pos x="135" y="272"/>
                    </a:cxn>
                    <a:cxn ang="0">
                      <a:pos x="101" y="326"/>
                    </a:cxn>
                    <a:cxn ang="0">
                      <a:pos x="72" y="338"/>
                    </a:cxn>
                    <a:cxn ang="0">
                      <a:pos x="10" y="334"/>
                    </a:cxn>
                    <a:cxn ang="0">
                      <a:pos x="0" y="306"/>
                    </a:cxn>
                    <a:cxn ang="0">
                      <a:pos x="4" y="246"/>
                    </a:cxn>
                    <a:cxn ang="0">
                      <a:pos x="48" y="235"/>
                    </a:cxn>
                    <a:cxn ang="0">
                      <a:pos x="89" y="240"/>
                    </a:cxn>
                    <a:cxn ang="0">
                      <a:pos x="105" y="206"/>
                    </a:cxn>
                    <a:cxn ang="0">
                      <a:pos x="103" y="193"/>
                    </a:cxn>
                    <a:cxn ang="0">
                      <a:pos x="60" y="163"/>
                    </a:cxn>
                    <a:cxn ang="0">
                      <a:pos x="88" y="157"/>
                    </a:cxn>
                    <a:cxn ang="0">
                      <a:pos x="96" y="143"/>
                    </a:cxn>
                    <a:cxn ang="0">
                      <a:pos x="114" y="145"/>
                    </a:cxn>
                    <a:cxn ang="0">
                      <a:pos x="147" y="118"/>
                    </a:cxn>
                    <a:cxn ang="0">
                      <a:pos x="176" y="89"/>
                    </a:cxn>
                    <a:cxn ang="0">
                      <a:pos x="208" y="73"/>
                    </a:cxn>
                    <a:cxn ang="0">
                      <a:pos x="225" y="54"/>
                    </a:cxn>
                    <a:cxn ang="0">
                      <a:pos x="245" y="5"/>
                    </a:cxn>
                    <a:cxn ang="0">
                      <a:pos x="251" y="25"/>
                    </a:cxn>
                    <a:cxn ang="0">
                      <a:pos x="240" y="54"/>
                    </a:cxn>
                    <a:cxn ang="0">
                      <a:pos x="254" y="66"/>
                    </a:cxn>
                    <a:cxn ang="0">
                      <a:pos x="289" y="68"/>
                    </a:cxn>
                    <a:cxn ang="0">
                      <a:pos x="333" y="50"/>
                    </a:cxn>
                    <a:cxn ang="0">
                      <a:pos x="378" y="55"/>
                    </a:cxn>
                    <a:cxn ang="0">
                      <a:pos x="408" y="95"/>
                    </a:cxn>
                    <a:cxn ang="0">
                      <a:pos x="399" y="153"/>
                    </a:cxn>
                    <a:cxn ang="0">
                      <a:pos x="470" y="180"/>
                    </a:cxn>
                    <a:cxn ang="0">
                      <a:pos x="474" y="204"/>
                    </a:cxn>
                    <a:cxn ang="0">
                      <a:pos x="476" y="216"/>
                    </a:cxn>
                  </a:cxnLst>
                  <a:rect l="0" t="0" r="r" b="b"/>
                  <a:pathLst>
                    <a:path w="485" h="347">
                      <a:moveTo>
                        <a:pt x="476" y="216"/>
                      </a:moveTo>
                      <a:cubicBezTo>
                        <a:pt x="474" y="223"/>
                        <a:pt x="475" y="219"/>
                        <a:pt x="473" y="222"/>
                      </a:cubicBezTo>
                      <a:cubicBezTo>
                        <a:pt x="473" y="233"/>
                        <a:pt x="473" y="233"/>
                        <a:pt x="473" y="233"/>
                      </a:cubicBezTo>
                      <a:cubicBezTo>
                        <a:pt x="469" y="238"/>
                        <a:pt x="461" y="246"/>
                        <a:pt x="461" y="253"/>
                      </a:cubicBezTo>
                      <a:cubicBezTo>
                        <a:pt x="461" y="261"/>
                        <a:pt x="473" y="268"/>
                        <a:pt x="476" y="272"/>
                      </a:cubicBezTo>
                      <a:cubicBezTo>
                        <a:pt x="474" y="273"/>
                        <a:pt x="472" y="273"/>
                        <a:pt x="470" y="273"/>
                      </a:cubicBezTo>
                      <a:cubicBezTo>
                        <a:pt x="466" y="275"/>
                        <a:pt x="463" y="273"/>
                        <a:pt x="459" y="275"/>
                      </a:cubicBezTo>
                      <a:cubicBezTo>
                        <a:pt x="453" y="277"/>
                        <a:pt x="452" y="283"/>
                        <a:pt x="446" y="283"/>
                      </a:cubicBezTo>
                      <a:cubicBezTo>
                        <a:pt x="439" y="283"/>
                        <a:pt x="435" y="274"/>
                        <a:pt x="427" y="274"/>
                      </a:cubicBezTo>
                      <a:cubicBezTo>
                        <a:pt x="420" y="274"/>
                        <a:pt x="419" y="278"/>
                        <a:pt x="413" y="280"/>
                      </a:cubicBezTo>
                      <a:cubicBezTo>
                        <a:pt x="414" y="284"/>
                        <a:pt x="414" y="286"/>
                        <a:pt x="413" y="290"/>
                      </a:cubicBezTo>
                      <a:cubicBezTo>
                        <a:pt x="406" y="290"/>
                        <a:pt x="405" y="283"/>
                        <a:pt x="401" y="283"/>
                      </a:cubicBezTo>
                      <a:cubicBezTo>
                        <a:pt x="399" y="283"/>
                        <a:pt x="397" y="286"/>
                        <a:pt x="397" y="288"/>
                      </a:cubicBezTo>
                      <a:cubicBezTo>
                        <a:pt x="405" y="298"/>
                        <a:pt x="405" y="298"/>
                        <a:pt x="405" y="298"/>
                      </a:cubicBezTo>
                      <a:cubicBezTo>
                        <a:pt x="405" y="300"/>
                        <a:pt x="403" y="302"/>
                        <a:pt x="403" y="303"/>
                      </a:cubicBezTo>
                      <a:cubicBezTo>
                        <a:pt x="403" y="304"/>
                        <a:pt x="415" y="315"/>
                        <a:pt x="419" y="315"/>
                      </a:cubicBezTo>
                      <a:cubicBezTo>
                        <a:pt x="419" y="317"/>
                        <a:pt x="420" y="318"/>
                        <a:pt x="420" y="319"/>
                      </a:cubicBezTo>
                      <a:cubicBezTo>
                        <a:pt x="418" y="321"/>
                        <a:pt x="414" y="319"/>
                        <a:pt x="413" y="322"/>
                      </a:cubicBezTo>
                      <a:cubicBezTo>
                        <a:pt x="412" y="322"/>
                        <a:pt x="412" y="322"/>
                        <a:pt x="412" y="322"/>
                      </a:cubicBezTo>
                      <a:cubicBezTo>
                        <a:pt x="407" y="321"/>
                        <a:pt x="403" y="317"/>
                        <a:pt x="401" y="315"/>
                      </a:cubicBezTo>
                      <a:cubicBezTo>
                        <a:pt x="401" y="319"/>
                        <a:pt x="401" y="319"/>
                        <a:pt x="401" y="319"/>
                      </a:cubicBezTo>
                      <a:cubicBezTo>
                        <a:pt x="402" y="321"/>
                        <a:pt x="403" y="323"/>
                        <a:pt x="403" y="326"/>
                      </a:cubicBezTo>
                      <a:cubicBezTo>
                        <a:pt x="403" y="329"/>
                        <a:pt x="399" y="334"/>
                        <a:pt x="403" y="336"/>
                      </a:cubicBezTo>
                      <a:cubicBezTo>
                        <a:pt x="401" y="336"/>
                        <a:pt x="397" y="336"/>
                        <a:pt x="397" y="336"/>
                      </a:cubicBezTo>
                      <a:cubicBezTo>
                        <a:pt x="390" y="336"/>
                        <a:pt x="384" y="329"/>
                        <a:pt x="384" y="322"/>
                      </a:cubicBezTo>
                      <a:cubicBezTo>
                        <a:pt x="384" y="319"/>
                        <a:pt x="388" y="317"/>
                        <a:pt x="390" y="315"/>
                      </a:cubicBezTo>
                      <a:cubicBezTo>
                        <a:pt x="387" y="315"/>
                        <a:pt x="385" y="315"/>
                        <a:pt x="382" y="315"/>
                      </a:cubicBezTo>
                      <a:cubicBezTo>
                        <a:pt x="380" y="315"/>
                        <a:pt x="379" y="311"/>
                        <a:pt x="379" y="310"/>
                      </a:cubicBezTo>
                      <a:cubicBezTo>
                        <a:pt x="378" y="304"/>
                        <a:pt x="374" y="300"/>
                        <a:pt x="370" y="296"/>
                      </a:cubicBezTo>
                      <a:cubicBezTo>
                        <a:pt x="365" y="291"/>
                        <a:pt x="358" y="287"/>
                        <a:pt x="358" y="278"/>
                      </a:cubicBezTo>
                      <a:cubicBezTo>
                        <a:pt x="358" y="272"/>
                        <a:pt x="358" y="270"/>
                        <a:pt x="358" y="266"/>
                      </a:cubicBezTo>
                      <a:cubicBezTo>
                        <a:pt x="358" y="260"/>
                        <a:pt x="348" y="251"/>
                        <a:pt x="342" y="248"/>
                      </a:cubicBezTo>
                      <a:cubicBezTo>
                        <a:pt x="336" y="245"/>
                        <a:pt x="329" y="244"/>
                        <a:pt x="329" y="238"/>
                      </a:cubicBezTo>
                      <a:cubicBezTo>
                        <a:pt x="326" y="238"/>
                        <a:pt x="325" y="238"/>
                        <a:pt x="323" y="238"/>
                      </a:cubicBezTo>
                      <a:cubicBezTo>
                        <a:pt x="313" y="238"/>
                        <a:pt x="302" y="223"/>
                        <a:pt x="302" y="213"/>
                      </a:cubicBezTo>
                      <a:cubicBezTo>
                        <a:pt x="297" y="213"/>
                        <a:pt x="293" y="213"/>
                        <a:pt x="289" y="213"/>
                      </a:cubicBezTo>
                      <a:cubicBezTo>
                        <a:pt x="283" y="213"/>
                        <a:pt x="285" y="204"/>
                        <a:pt x="283" y="201"/>
                      </a:cubicBezTo>
                      <a:cubicBezTo>
                        <a:pt x="278" y="204"/>
                        <a:pt x="268" y="204"/>
                        <a:pt x="268" y="209"/>
                      </a:cubicBezTo>
                      <a:cubicBezTo>
                        <a:pt x="268" y="210"/>
                        <a:pt x="270" y="212"/>
                        <a:pt x="270" y="212"/>
                      </a:cubicBezTo>
                      <a:cubicBezTo>
                        <a:pt x="270" y="214"/>
                        <a:pt x="269" y="217"/>
                        <a:pt x="269" y="220"/>
                      </a:cubicBezTo>
                      <a:cubicBezTo>
                        <a:pt x="269" y="226"/>
                        <a:pt x="273" y="229"/>
                        <a:pt x="278" y="231"/>
                      </a:cubicBezTo>
                      <a:cubicBezTo>
                        <a:pt x="285" y="233"/>
                        <a:pt x="288" y="240"/>
                        <a:pt x="289" y="244"/>
                      </a:cubicBezTo>
                      <a:cubicBezTo>
                        <a:pt x="291" y="250"/>
                        <a:pt x="294" y="257"/>
                        <a:pt x="298" y="259"/>
                      </a:cubicBezTo>
                      <a:cubicBezTo>
                        <a:pt x="304" y="262"/>
                        <a:pt x="309" y="260"/>
                        <a:pt x="315" y="260"/>
                      </a:cubicBezTo>
                      <a:cubicBezTo>
                        <a:pt x="315" y="261"/>
                        <a:pt x="315" y="263"/>
                        <a:pt x="315" y="264"/>
                      </a:cubicBezTo>
                      <a:cubicBezTo>
                        <a:pt x="313" y="269"/>
                        <a:pt x="323" y="271"/>
                        <a:pt x="326" y="272"/>
                      </a:cubicBezTo>
                      <a:cubicBezTo>
                        <a:pt x="335" y="277"/>
                        <a:pt x="345" y="280"/>
                        <a:pt x="344" y="290"/>
                      </a:cubicBezTo>
                      <a:cubicBezTo>
                        <a:pt x="340" y="289"/>
                        <a:pt x="337" y="283"/>
                        <a:pt x="330" y="283"/>
                      </a:cubicBezTo>
                      <a:cubicBezTo>
                        <a:pt x="325" y="283"/>
                        <a:pt x="320" y="286"/>
                        <a:pt x="320" y="290"/>
                      </a:cubicBezTo>
                      <a:cubicBezTo>
                        <a:pt x="320" y="296"/>
                        <a:pt x="328" y="297"/>
                        <a:pt x="328" y="303"/>
                      </a:cubicBezTo>
                      <a:cubicBezTo>
                        <a:pt x="328" y="305"/>
                        <a:pt x="323" y="305"/>
                        <a:pt x="323" y="305"/>
                      </a:cubicBezTo>
                      <a:cubicBezTo>
                        <a:pt x="319" y="309"/>
                        <a:pt x="319" y="318"/>
                        <a:pt x="313" y="318"/>
                      </a:cubicBezTo>
                      <a:cubicBezTo>
                        <a:pt x="310" y="318"/>
                        <a:pt x="308" y="317"/>
                        <a:pt x="308" y="315"/>
                      </a:cubicBezTo>
                      <a:cubicBezTo>
                        <a:pt x="314" y="315"/>
                        <a:pt x="316" y="309"/>
                        <a:pt x="316" y="303"/>
                      </a:cubicBezTo>
                      <a:cubicBezTo>
                        <a:pt x="316" y="297"/>
                        <a:pt x="312" y="295"/>
                        <a:pt x="311" y="291"/>
                      </a:cubicBezTo>
                      <a:cubicBezTo>
                        <a:pt x="310" y="291"/>
                        <a:pt x="300" y="281"/>
                        <a:pt x="299" y="278"/>
                      </a:cubicBezTo>
                      <a:cubicBezTo>
                        <a:pt x="297" y="278"/>
                        <a:pt x="291" y="276"/>
                        <a:pt x="291" y="273"/>
                      </a:cubicBezTo>
                      <a:cubicBezTo>
                        <a:pt x="277" y="270"/>
                        <a:pt x="274" y="266"/>
                        <a:pt x="266" y="259"/>
                      </a:cubicBezTo>
                      <a:cubicBezTo>
                        <a:pt x="263" y="256"/>
                        <a:pt x="257" y="254"/>
                        <a:pt x="256" y="251"/>
                      </a:cubicBezTo>
                      <a:cubicBezTo>
                        <a:pt x="248" y="241"/>
                        <a:pt x="245" y="223"/>
                        <a:pt x="229" y="223"/>
                      </a:cubicBezTo>
                      <a:cubicBezTo>
                        <a:pt x="221" y="223"/>
                        <a:pt x="220" y="228"/>
                        <a:pt x="216" y="230"/>
                      </a:cubicBezTo>
                      <a:cubicBezTo>
                        <a:pt x="208" y="234"/>
                        <a:pt x="202" y="242"/>
                        <a:pt x="192" y="242"/>
                      </a:cubicBezTo>
                      <a:cubicBezTo>
                        <a:pt x="183" y="242"/>
                        <a:pt x="177" y="237"/>
                        <a:pt x="168" y="237"/>
                      </a:cubicBezTo>
                      <a:cubicBezTo>
                        <a:pt x="161" y="237"/>
                        <a:pt x="154" y="242"/>
                        <a:pt x="154" y="248"/>
                      </a:cubicBezTo>
                      <a:cubicBezTo>
                        <a:pt x="157" y="258"/>
                        <a:pt x="157" y="258"/>
                        <a:pt x="157" y="258"/>
                      </a:cubicBezTo>
                      <a:cubicBezTo>
                        <a:pt x="154" y="267"/>
                        <a:pt x="144" y="270"/>
                        <a:pt x="135" y="272"/>
                      </a:cubicBezTo>
                      <a:cubicBezTo>
                        <a:pt x="127" y="274"/>
                        <a:pt x="114" y="292"/>
                        <a:pt x="114" y="302"/>
                      </a:cubicBezTo>
                      <a:cubicBezTo>
                        <a:pt x="114" y="305"/>
                        <a:pt x="117" y="306"/>
                        <a:pt x="119" y="307"/>
                      </a:cubicBezTo>
                      <a:cubicBezTo>
                        <a:pt x="113" y="316"/>
                        <a:pt x="110" y="321"/>
                        <a:pt x="101" y="326"/>
                      </a:cubicBezTo>
                      <a:cubicBezTo>
                        <a:pt x="96" y="328"/>
                        <a:pt x="95" y="340"/>
                        <a:pt x="86" y="337"/>
                      </a:cubicBezTo>
                      <a:cubicBezTo>
                        <a:pt x="86" y="337"/>
                        <a:pt x="86" y="337"/>
                        <a:pt x="86" y="337"/>
                      </a:cubicBezTo>
                      <a:cubicBezTo>
                        <a:pt x="82" y="336"/>
                        <a:pt x="75" y="338"/>
                        <a:pt x="72" y="338"/>
                      </a:cubicBezTo>
                      <a:cubicBezTo>
                        <a:pt x="62" y="338"/>
                        <a:pt x="56" y="347"/>
                        <a:pt x="46" y="347"/>
                      </a:cubicBezTo>
                      <a:cubicBezTo>
                        <a:pt x="40" y="347"/>
                        <a:pt x="39" y="331"/>
                        <a:pt x="29" y="331"/>
                      </a:cubicBezTo>
                      <a:cubicBezTo>
                        <a:pt x="22" y="331"/>
                        <a:pt x="17" y="334"/>
                        <a:pt x="10" y="334"/>
                      </a:cubicBezTo>
                      <a:cubicBezTo>
                        <a:pt x="8" y="334"/>
                        <a:pt x="7" y="332"/>
                        <a:pt x="7" y="330"/>
                      </a:cubicBezTo>
                      <a:cubicBezTo>
                        <a:pt x="7" y="321"/>
                        <a:pt x="7" y="318"/>
                        <a:pt x="7" y="313"/>
                      </a:cubicBezTo>
                      <a:cubicBezTo>
                        <a:pt x="3" y="313"/>
                        <a:pt x="0" y="310"/>
                        <a:pt x="0" y="306"/>
                      </a:cubicBezTo>
                      <a:cubicBezTo>
                        <a:pt x="0" y="301"/>
                        <a:pt x="4" y="299"/>
                        <a:pt x="4" y="296"/>
                      </a:cubicBezTo>
                      <a:cubicBezTo>
                        <a:pt x="4" y="285"/>
                        <a:pt x="8" y="274"/>
                        <a:pt x="8" y="262"/>
                      </a:cubicBezTo>
                      <a:cubicBezTo>
                        <a:pt x="8" y="256"/>
                        <a:pt x="4" y="250"/>
                        <a:pt x="4" y="246"/>
                      </a:cubicBezTo>
                      <a:cubicBezTo>
                        <a:pt x="4" y="243"/>
                        <a:pt x="19" y="234"/>
                        <a:pt x="21" y="234"/>
                      </a:cubicBezTo>
                      <a:cubicBezTo>
                        <a:pt x="23" y="234"/>
                        <a:pt x="25" y="236"/>
                        <a:pt x="28" y="235"/>
                      </a:cubicBezTo>
                      <a:cubicBezTo>
                        <a:pt x="48" y="235"/>
                        <a:pt x="48" y="235"/>
                        <a:pt x="48" y="235"/>
                      </a:cubicBezTo>
                      <a:cubicBezTo>
                        <a:pt x="49" y="237"/>
                        <a:pt x="53" y="238"/>
                        <a:pt x="55" y="238"/>
                      </a:cubicBezTo>
                      <a:cubicBezTo>
                        <a:pt x="76" y="238"/>
                        <a:pt x="76" y="238"/>
                        <a:pt x="76" y="238"/>
                      </a:cubicBezTo>
                      <a:cubicBezTo>
                        <a:pt x="82" y="237"/>
                        <a:pt x="84" y="240"/>
                        <a:pt x="89" y="240"/>
                      </a:cubicBezTo>
                      <a:cubicBezTo>
                        <a:pt x="92" y="240"/>
                        <a:pt x="98" y="238"/>
                        <a:pt x="100" y="238"/>
                      </a:cubicBezTo>
                      <a:cubicBezTo>
                        <a:pt x="100" y="229"/>
                        <a:pt x="105" y="226"/>
                        <a:pt x="105" y="218"/>
                      </a:cubicBezTo>
                      <a:cubicBezTo>
                        <a:pt x="105" y="216"/>
                        <a:pt x="105" y="208"/>
                        <a:pt x="105" y="206"/>
                      </a:cubicBezTo>
                      <a:cubicBezTo>
                        <a:pt x="104" y="206"/>
                        <a:pt x="104" y="206"/>
                        <a:pt x="104" y="206"/>
                      </a:cubicBezTo>
                      <a:cubicBezTo>
                        <a:pt x="105" y="205"/>
                        <a:pt x="106" y="201"/>
                        <a:pt x="106" y="200"/>
                      </a:cubicBezTo>
                      <a:cubicBezTo>
                        <a:pt x="106" y="196"/>
                        <a:pt x="103" y="197"/>
                        <a:pt x="103" y="193"/>
                      </a:cubicBezTo>
                      <a:cubicBezTo>
                        <a:pt x="94" y="193"/>
                        <a:pt x="92" y="185"/>
                        <a:pt x="92" y="178"/>
                      </a:cubicBezTo>
                      <a:cubicBezTo>
                        <a:pt x="89" y="178"/>
                        <a:pt x="89" y="175"/>
                        <a:pt x="87" y="175"/>
                      </a:cubicBezTo>
                      <a:cubicBezTo>
                        <a:pt x="79" y="173"/>
                        <a:pt x="60" y="169"/>
                        <a:pt x="60" y="163"/>
                      </a:cubicBezTo>
                      <a:cubicBezTo>
                        <a:pt x="60" y="163"/>
                        <a:pt x="60" y="161"/>
                        <a:pt x="60" y="161"/>
                      </a:cubicBezTo>
                      <a:cubicBezTo>
                        <a:pt x="60" y="157"/>
                        <a:pt x="72" y="154"/>
                        <a:pt x="76" y="153"/>
                      </a:cubicBezTo>
                      <a:cubicBezTo>
                        <a:pt x="78" y="156"/>
                        <a:pt x="85" y="157"/>
                        <a:pt x="88" y="157"/>
                      </a:cubicBezTo>
                      <a:cubicBezTo>
                        <a:pt x="92" y="157"/>
                        <a:pt x="97" y="156"/>
                        <a:pt x="98" y="155"/>
                      </a:cubicBezTo>
                      <a:cubicBezTo>
                        <a:pt x="98" y="152"/>
                        <a:pt x="98" y="152"/>
                        <a:pt x="98" y="152"/>
                      </a:cubicBezTo>
                      <a:cubicBezTo>
                        <a:pt x="95" y="151"/>
                        <a:pt x="97" y="145"/>
                        <a:pt x="96" y="143"/>
                      </a:cubicBezTo>
                      <a:cubicBezTo>
                        <a:pt x="96" y="140"/>
                        <a:pt x="96" y="140"/>
                        <a:pt x="96" y="140"/>
                      </a:cubicBezTo>
                      <a:cubicBezTo>
                        <a:pt x="101" y="140"/>
                        <a:pt x="101" y="140"/>
                        <a:pt x="101" y="140"/>
                      </a:cubicBezTo>
                      <a:cubicBezTo>
                        <a:pt x="104" y="143"/>
                        <a:pt x="109" y="145"/>
                        <a:pt x="114" y="145"/>
                      </a:cubicBezTo>
                      <a:cubicBezTo>
                        <a:pt x="117" y="145"/>
                        <a:pt x="120" y="142"/>
                        <a:pt x="121" y="139"/>
                      </a:cubicBezTo>
                      <a:cubicBezTo>
                        <a:pt x="135" y="139"/>
                        <a:pt x="138" y="129"/>
                        <a:pt x="141" y="119"/>
                      </a:cubicBezTo>
                      <a:cubicBezTo>
                        <a:pt x="143" y="119"/>
                        <a:pt x="145" y="118"/>
                        <a:pt x="147" y="118"/>
                      </a:cubicBezTo>
                      <a:cubicBezTo>
                        <a:pt x="150" y="117"/>
                        <a:pt x="167" y="110"/>
                        <a:pt x="169" y="108"/>
                      </a:cubicBezTo>
                      <a:cubicBezTo>
                        <a:pt x="173" y="104"/>
                        <a:pt x="171" y="99"/>
                        <a:pt x="171" y="94"/>
                      </a:cubicBezTo>
                      <a:cubicBezTo>
                        <a:pt x="171" y="92"/>
                        <a:pt x="175" y="89"/>
                        <a:pt x="176" y="89"/>
                      </a:cubicBezTo>
                      <a:cubicBezTo>
                        <a:pt x="182" y="83"/>
                        <a:pt x="188" y="76"/>
                        <a:pt x="198" y="76"/>
                      </a:cubicBezTo>
                      <a:cubicBezTo>
                        <a:pt x="204" y="76"/>
                        <a:pt x="201" y="77"/>
                        <a:pt x="204" y="76"/>
                      </a:cubicBezTo>
                      <a:cubicBezTo>
                        <a:pt x="206" y="77"/>
                        <a:pt x="207" y="74"/>
                        <a:pt x="208" y="73"/>
                      </a:cubicBezTo>
                      <a:cubicBezTo>
                        <a:pt x="211" y="70"/>
                        <a:pt x="215" y="72"/>
                        <a:pt x="219" y="72"/>
                      </a:cubicBezTo>
                      <a:cubicBezTo>
                        <a:pt x="221" y="72"/>
                        <a:pt x="229" y="68"/>
                        <a:pt x="229" y="65"/>
                      </a:cubicBezTo>
                      <a:cubicBezTo>
                        <a:pt x="229" y="63"/>
                        <a:pt x="225" y="54"/>
                        <a:pt x="225" y="54"/>
                      </a:cubicBezTo>
                      <a:cubicBezTo>
                        <a:pt x="224" y="42"/>
                        <a:pt x="217" y="38"/>
                        <a:pt x="217" y="28"/>
                      </a:cubicBezTo>
                      <a:cubicBezTo>
                        <a:pt x="217" y="9"/>
                        <a:pt x="234" y="8"/>
                        <a:pt x="245" y="0"/>
                      </a:cubicBezTo>
                      <a:cubicBezTo>
                        <a:pt x="245" y="5"/>
                        <a:pt x="245" y="5"/>
                        <a:pt x="245" y="5"/>
                      </a:cubicBezTo>
                      <a:cubicBezTo>
                        <a:pt x="243" y="10"/>
                        <a:pt x="242" y="12"/>
                        <a:pt x="242" y="17"/>
                      </a:cubicBezTo>
                      <a:cubicBezTo>
                        <a:pt x="242" y="21"/>
                        <a:pt x="247" y="22"/>
                        <a:pt x="251" y="22"/>
                      </a:cubicBezTo>
                      <a:cubicBezTo>
                        <a:pt x="251" y="23"/>
                        <a:pt x="251" y="24"/>
                        <a:pt x="251" y="25"/>
                      </a:cubicBezTo>
                      <a:cubicBezTo>
                        <a:pt x="251" y="27"/>
                        <a:pt x="247" y="28"/>
                        <a:pt x="245" y="29"/>
                      </a:cubicBezTo>
                      <a:cubicBezTo>
                        <a:pt x="241" y="34"/>
                        <a:pt x="236" y="38"/>
                        <a:pt x="236" y="46"/>
                      </a:cubicBezTo>
                      <a:cubicBezTo>
                        <a:pt x="236" y="50"/>
                        <a:pt x="238" y="53"/>
                        <a:pt x="240" y="54"/>
                      </a:cubicBezTo>
                      <a:cubicBezTo>
                        <a:pt x="240" y="56"/>
                        <a:pt x="241" y="57"/>
                        <a:pt x="240" y="59"/>
                      </a:cubicBezTo>
                      <a:cubicBezTo>
                        <a:pt x="245" y="59"/>
                        <a:pt x="247" y="60"/>
                        <a:pt x="251" y="60"/>
                      </a:cubicBezTo>
                      <a:cubicBezTo>
                        <a:pt x="252" y="63"/>
                        <a:pt x="253" y="66"/>
                        <a:pt x="254" y="66"/>
                      </a:cubicBezTo>
                      <a:cubicBezTo>
                        <a:pt x="266" y="66"/>
                        <a:pt x="274" y="56"/>
                        <a:pt x="285" y="57"/>
                      </a:cubicBezTo>
                      <a:cubicBezTo>
                        <a:pt x="284" y="59"/>
                        <a:pt x="282" y="60"/>
                        <a:pt x="282" y="62"/>
                      </a:cubicBezTo>
                      <a:cubicBezTo>
                        <a:pt x="282" y="63"/>
                        <a:pt x="289" y="68"/>
                        <a:pt x="289" y="68"/>
                      </a:cubicBezTo>
                      <a:cubicBezTo>
                        <a:pt x="294" y="68"/>
                        <a:pt x="295" y="65"/>
                        <a:pt x="297" y="64"/>
                      </a:cubicBezTo>
                      <a:cubicBezTo>
                        <a:pt x="304" y="60"/>
                        <a:pt x="310" y="62"/>
                        <a:pt x="317" y="59"/>
                      </a:cubicBezTo>
                      <a:cubicBezTo>
                        <a:pt x="321" y="57"/>
                        <a:pt x="328" y="50"/>
                        <a:pt x="333" y="50"/>
                      </a:cubicBezTo>
                      <a:cubicBezTo>
                        <a:pt x="339" y="50"/>
                        <a:pt x="345" y="51"/>
                        <a:pt x="348" y="52"/>
                      </a:cubicBezTo>
                      <a:cubicBezTo>
                        <a:pt x="347" y="54"/>
                        <a:pt x="346" y="56"/>
                        <a:pt x="346" y="57"/>
                      </a:cubicBezTo>
                      <a:cubicBezTo>
                        <a:pt x="358" y="57"/>
                        <a:pt x="370" y="55"/>
                        <a:pt x="378" y="55"/>
                      </a:cubicBezTo>
                      <a:cubicBezTo>
                        <a:pt x="386" y="55"/>
                        <a:pt x="392" y="54"/>
                        <a:pt x="401" y="54"/>
                      </a:cubicBezTo>
                      <a:cubicBezTo>
                        <a:pt x="410" y="54"/>
                        <a:pt x="414" y="70"/>
                        <a:pt x="414" y="80"/>
                      </a:cubicBezTo>
                      <a:cubicBezTo>
                        <a:pt x="414" y="86"/>
                        <a:pt x="408" y="89"/>
                        <a:pt x="408" y="95"/>
                      </a:cubicBezTo>
                      <a:cubicBezTo>
                        <a:pt x="408" y="104"/>
                        <a:pt x="416" y="110"/>
                        <a:pt x="416" y="118"/>
                      </a:cubicBezTo>
                      <a:cubicBezTo>
                        <a:pt x="416" y="123"/>
                        <a:pt x="408" y="125"/>
                        <a:pt x="406" y="128"/>
                      </a:cubicBezTo>
                      <a:cubicBezTo>
                        <a:pt x="401" y="136"/>
                        <a:pt x="399" y="143"/>
                        <a:pt x="399" y="153"/>
                      </a:cubicBezTo>
                      <a:cubicBezTo>
                        <a:pt x="399" y="166"/>
                        <a:pt x="408" y="163"/>
                        <a:pt x="418" y="163"/>
                      </a:cubicBezTo>
                      <a:cubicBezTo>
                        <a:pt x="432" y="163"/>
                        <a:pt x="439" y="157"/>
                        <a:pt x="450" y="157"/>
                      </a:cubicBezTo>
                      <a:cubicBezTo>
                        <a:pt x="461" y="157"/>
                        <a:pt x="459" y="180"/>
                        <a:pt x="470" y="180"/>
                      </a:cubicBezTo>
                      <a:cubicBezTo>
                        <a:pt x="470" y="198"/>
                        <a:pt x="470" y="198"/>
                        <a:pt x="470" y="198"/>
                      </a:cubicBezTo>
                      <a:cubicBezTo>
                        <a:pt x="470" y="200"/>
                        <a:pt x="471" y="201"/>
                        <a:pt x="472" y="201"/>
                      </a:cubicBezTo>
                      <a:cubicBezTo>
                        <a:pt x="474" y="204"/>
                        <a:pt x="474" y="204"/>
                        <a:pt x="474" y="204"/>
                      </a:cubicBezTo>
                      <a:cubicBezTo>
                        <a:pt x="476" y="204"/>
                        <a:pt x="482" y="202"/>
                        <a:pt x="485" y="201"/>
                      </a:cubicBezTo>
                      <a:cubicBezTo>
                        <a:pt x="485" y="204"/>
                        <a:pt x="485" y="206"/>
                        <a:pt x="485" y="208"/>
                      </a:cubicBezTo>
                      <a:cubicBezTo>
                        <a:pt x="481" y="209"/>
                        <a:pt x="476" y="211"/>
                        <a:pt x="476" y="216"/>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47" name="is1ide-Freeform: Shape 111"/>
                <p:cNvSpPr>
                  <a:spLocks/>
                </p:cNvSpPr>
                <p:nvPr/>
              </p:nvSpPr>
              <p:spPr bwMode="auto">
                <a:xfrm>
                  <a:off x="4470400" y="1416050"/>
                  <a:ext cx="436563" cy="423863"/>
                </a:xfrm>
                <a:custGeom>
                  <a:avLst/>
                  <a:gdLst/>
                  <a:ahLst/>
                  <a:cxnLst>
                    <a:cxn ang="0">
                      <a:pos x="66" y="236"/>
                    </a:cxn>
                    <a:cxn ang="0">
                      <a:pos x="4" y="254"/>
                    </a:cxn>
                    <a:cxn ang="0">
                      <a:pos x="12" y="241"/>
                    </a:cxn>
                    <a:cxn ang="0">
                      <a:pos x="8" y="231"/>
                    </a:cxn>
                    <a:cxn ang="0">
                      <a:pos x="10" y="190"/>
                    </a:cxn>
                    <a:cxn ang="0">
                      <a:pos x="55" y="163"/>
                    </a:cxn>
                    <a:cxn ang="0">
                      <a:pos x="85" y="129"/>
                    </a:cxn>
                    <a:cxn ang="0">
                      <a:pos x="97" y="102"/>
                    </a:cxn>
                    <a:cxn ang="0">
                      <a:pos x="142" y="55"/>
                    </a:cxn>
                    <a:cxn ang="0">
                      <a:pos x="124" y="57"/>
                    </a:cxn>
                    <a:cxn ang="0">
                      <a:pos x="124" y="49"/>
                    </a:cxn>
                    <a:cxn ang="0">
                      <a:pos x="132" y="44"/>
                    </a:cxn>
                    <a:cxn ang="0">
                      <a:pos x="148" y="57"/>
                    </a:cxn>
                    <a:cxn ang="0">
                      <a:pos x="149" y="45"/>
                    </a:cxn>
                    <a:cxn ang="0">
                      <a:pos x="168" y="37"/>
                    </a:cxn>
                    <a:cxn ang="0">
                      <a:pos x="183" y="28"/>
                    </a:cxn>
                    <a:cxn ang="0">
                      <a:pos x="199" y="21"/>
                    </a:cxn>
                    <a:cxn ang="0">
                      <a:pos x="221" y="17"/>
                    </a:cxn>
                    <a:cxn ang="0">
                      <a:pos x="223" y="5"/>
                    </a:cxn>
                    <a:cxn ang="0">
                      <a:pos x="256" y="6"/>
                    </a:cxn>
                    <a:cxn ang="0">
                      <a:pos x="266" y="7"/>
                    </a:cxn>
                    <a:cxn ang="0">
                      <a:pos x="285" y="2"/>
                    </a:cxn>
                    <a:cxn ang="0">
                      <a:pos x="296" y="6"/>
                    </a:cxn>
                    <a:cxn ang="0">
                      <a:pos x="293" y="24"/>
                    </a:cxn>
                    <a:cxn ang="0">
                      <a:pos x="315" y="32"/>
                    </a:cxn>
                    <a:cxn ang="0">
                      <a:pos x="309" y="72"/>
                    </a:cxn>
                    <a:cxn ang="0">
                      <a:pos x="310" y="113"/>
                    </a:cxn>
                    <a:cxn ang="0">
                      <a:pos x="318" y="148"/>
                    </a:cxn>
                    <a:cxn ang="0">
                      <a:pos x="327" y="172"/>
                    </a:cxn>
                    <a:cxn ang="0">
                      <a:pos x="255" y="224"/>
                    </a:cxn>
                    <a:cxn ang="0">
                      <a:pos x="218" y="225"/>
                    </a:cxn>
                    <a:cxn ang="0">
                      <a:pos x="206" y="200"/>
                    </a:cxn>
                    <a:cxn ang="0">
                      <a:pos x="197" y="174"/>
                    </a:cxn>
                    <a:cxn ang="0">
                      <a:pos x="254" y="130"/>
                    </a:cxn>
                    <a:cxn ang="0">
                      <a:pos x="202" y="135"/>
                    </a:cxn>
                    <a:cxn ang="0">
                      <a:pos x="172" y="169"/>
                    </a:cxn>
                    <a:cxn ang="0">
                      <a:pos x="146" y="201"/>
                    </a:cxn>
                    <a:cxn ang="0">
                      <a:pos x="150" y="218"/>
                    </a:cxn>
                    <a:cxn ang="0">
                      <a:pos x="152" y="253"/>
                    </a:cxn>
                    <a:cxn ang="0">
                      <a:pos x="146" y="283"/>
                    </a:cxn>
                    <a:cxn ang="0">
                      <a:pos x="121" y="304"/>
                    </a:cxn>
                    <a:cxn ang="0">
                      <a:pos x="90" y="297"/>
                    </a:cxn>
                    <a:cxn ang="0">
                      <a:pos x="82" y="269"/>
                    </a:cxn>
                    <a:cxn ang="0">
                      <a:pos x="76" y="245"/>
                    </a:cxn>
                  </a:cxnLst>
                  <a:rect l="0" t="0" r="r" b="b"/>
                  <a:pathLst>
                    <a:path w="327" h="318">
                      <a:moveTo>
                        <a:pt x="76" y="247"/>
                      </a:moveTo>
                      <a:cubicBezTo>
                        <a:pt x="70" y="245"/>
                        <a:pt x="69" y="241"/>
                        <a:pt x="66" y="236"/>
                      </a:cubicBezTo>
                      <a:cubicBezTo>
                        <a:pt x="57" y="249"/>
                        <a:pt x="43" y="266"/>
                        <a:pt x="24" y="266"/>
                      </a:cubicBezTo>
                      <a:cubicBezTo>
                        <a:pt x="22" y="266"/>
                        <a:pt x="4" y="256"/>
                        <a:pt x="4" y="254"/>
                      </a:cubicBezTo>
                      <a:cubicBezTo>
                        <a:pt x="4" y="250"/>
                        <a:pt x="10" y="248"/>
                        <a:pt x="12" y="247"/>
                      </a:cubicBezTo>
                      <a:cubicBezTo>
                        <a:pt x="12" y="241"/>
                        <a:pt x="12" y="241"/>
                        <a:pt x="12" y="241"/>
                      </a:cubicBezTo>
                      <a:cubicBezTo>
                        <a:pt x="6" y="241"/>
                        <a:pt x="6" y="241"/>
                        <a:pt x="0" y="243"/>
                      </a:cubicBezTo>
                      <a:cubicBezTo>
                        <a:pt x="0" y="240"/>
                        <a:pt x="5" y="234"/>
                        <a:pt x="8" y="231"/>
                      </a:cubicBezTo>
                      <a:cubicBezTo>
                        <a:pt x="1" y="223"/>
                        <a:pt x="0" y="212"/>
                        <a:pt x="0" y="200"/>
                      </a:cubicBezTo>
                      <a:cubicBezTo>
                        <a:pt x="0" y="193"/>
                        <a:pt x="7" y="194"/>
                        <a:pt x="10" y="190"/>
                      </a:cubicBezTo>
                      <a:cubicBezTo>
                        <a:pt x="15" y="182"/>
                        <a:pt x="20" y="177"/>
                        <a:pt x="30" y="174"/>
                      </a:cubicBezTo>
                      <a:cubicBezTo>
                        <a:pt x="38" y="172"/>
                        <a:pt x="39" y="162"/>
                        <a:pt x="55" y="163"/>
                      </a:cubicBezTo>
                      <a:cubicBezTo>
                        <a:pt x="50" y="162"/>
                        <a:pt x="49" y="161"/>
                        <a:pt x="45" y="160"/>
                      </a:cubicBezTo>
                      <a:cubicBezTo>
                        <a:pt x="64" y="155"/>
                        <a:pt x="71" y="140"/>
                        <a:pt x="85" y="129"/>
                      </a:cubicBezTo>
                      <a:cubicBezTo>
                        <a:pt x="90" y="126"/>
                        <a:pt x="89" y="112"/>
                        <a:pt x="93" y="112"/>
                      </a:cubicBezTo>
                      <a:cubicBezTo>
                        <a:pt x="93" y="112"/>
                        <a:pt x="97" y="102"/>
                        <a:pt x="97" y="102"/>
                      </a:cubicBezTo>
                      <a:cubicBezTo>
                        <a:pt x="102" y="93"/>
                        <a:pt x="109" y="87"/>
                        <a:pt x="118" y="83"/>
                      </a:cubicBezTo>
                      <a:cubicBezTo>
                        <a:pt x="127" y="80"/>
                        <a:pt x="139" y="65"/>
                        <a:pt x="142" y="55"/>
                      </a:cubicBezTo>
                      <a:cubicBezTo>
                        <a:pt x="131" y="58"/>
                        <a:pt x="126" y="63"/>
                        <a:pt x="116" y="63"/>
                      </a:cubicBezTo>
                      <a:cubicBezTo>
                        <a:pt x="118" y="60"/>
                        <a:pt x="123" y="58"/>
                        <a:pt x="124" y="57"/>
                      </a:cubicBezTo>
                      <a:cubicBezTo>
                        <a:pt x="122" y="57"/>
                        <a:pt x="118" y="56"/>
                        <a:pt x="118" y="56"/>
                      </a:cubicBezTo>
                      <a:cubicBezTo>
                        <a:pt x="119" y="51"/>
                        <a:pt x="121" y="49"/>
                        <a:pt x="124" y="49"/>
                      </a:cubicBezTo>
                      <a:cubicBezTo>
                        <a:pt x="126" y="49"/>
                        <a:pt x="127" y="50"/>
                        <a:pt x="128" y="50"/>
                      </a:cubicBezTo>
                      <a:cubicBezTo>
                        <a:pt x="129" y="47"/>
                        <a:pt x="131" y="46"/>
                        <a:pt x="132" y="44"/>
                      </a:cubicBezTo>
                      <a:cubicBezTo>
                        <a:pt x="134" y="47"/>
                        <a:pt x="135" y="49"/>
                        <a:pt x="133" y="52"/>
                      </a:cubicBezTo>
                      <a:cubicBezTo>
                        <a:pt x="140" y="52"/>
                        <a:pt x="142" y="57"/>
                        <a:pt x="148" y="57"/>
                      </a:cubicBezTo>
                      <a:cubicBezTo>
                        <a:pt x="150" y="57"/>
                        <a:pt x="155" y="46"/>
                        <a:pt x="156" y="46"/>
                      </a:cubicBezTo>
                      <a:cubicBezTo>
                        <a:pt x="153" y="45"/>
                        <a:pt x="153" y="44"/>
                        <a:pt x="149" y="45"/>
                      </a:cubicBezTo>
                      <a:cubicBezTo>
                        <a:pt x="151" y="41"/>
                        <a:pt x="154" y="38"/>
                        <a:pt x="159" y="38"/>
                      </a:cubicBezTo>
                      <a:cubicBezTo>
                        <a:pt x="162" y="38"/>
                        <a:pt x="165" y="39"/>
                        <a:pt x="168" y="37"/>
                      </a:cubicBezTo>
                      <a:cubicBezTo>
                        <a:pt x="165" y="35"/>
                        <a:pt x="166" y="35"/>
                        <a:pt x="164" y="33"/>
                      </a:cubicBezTo>
                      <a:cubicBezTo>
                        <a:pt x="169" y="29"/>
                        <a:pt x="176" y="29"/>
                        <a:pt x="183" y="28"/>
                      </a:cubicBezTo>
                      <a:cubicBezTo>
                        <a:pt x="183" y="33"/>
                        <a:pt x="183" y="33"/>
                        <a:pt x="183" y="33"/>
                      </a:cubicBezTo>
                      <a:cubicBezTo>
                        <a:pt x="189" y="32"/>
                        <a:pt x="190" y="22"/>
                        <a:pt x="199" y="21"/>
                      </a:cubicBezTo>
                      <a:cubicBezTo>
                        <a:pt x="199" y="29"/>
                        <a:pt x="199" y="29"/>
                        <a:pt x="199" y="29"/>
                      </a:cubicBezTo>
                      <a:cubicBezTo>
                        <a:pt x="205" y="18"/>
                        <a:pt x="213" y="21"/>
                        <a:pt x="221" y="17"/>
                      </a:cubicBezTo>
                      <a:cubicBezTo>
                        <a:pt x="217" y="15"/>
                        <a:pt x="214" y="14"/>
                        <a:pt x="214" y="11"/>
                      </a:cubicBezTo>
                      <a:cubicBezTo>
                        <a:pt x="214" y="9"/>
                        <a:pt x="222" y="7"/>
                        <a:pt x="223" y="5"/>
                      </a:cubicBezTo>
                      <a:cubicBezTo>
                        <a:pt x="226" y="8"/>
                        <a:pt x="228" y="11"/>
                        <a:pt x="232" y="11"/>
                      </a:cubicBezTo>
                      <a:cubicBezTo>
                        <a:pt x="239" y="11"/>
                        <a:pt x="256" y="0"/>
                        <a:pt x="256" y="6"/>
                      </a:cubicBezTo>
                      <a:cubicBezTo>
                        <a:pt x="256" y="12"/>
                        <a:pt x="248" y="14"/>
                        <a:pt x="247" y="20"/>
                      </a:cubicBezTo>
                      <a:cubicBezTo>
                        <a:pt x="255" y="21"/>
                        <a:pt x="258" y="11"/>
                        <a:pt x="266" y="7"/>
                      </a:cubicBezTo>
                      <a:cubicBezTo>
                        <a:pt x="267" y="10"/>
                        <a:pt x="267" y="12"/>
                        <a:pt x="268" y="15"/>
                      </a:cubicBezTo>
                      <a:cubicBezTo>
                        <a:pt x="274" y="9"/>
                        <a:pt x="277" y="7"/>
                        <a:pt x="285" y="2"/>
                      </a:cubicBezTo>
                      <a:cubicBezTo>
                        <a:pt x="285" y="8"/>
                        <a:pt x="284" y="12"/>
                        <a:pt x="289" y="13"/>
                      </a:cubicBezTo>
                      <a:cubicBezTo>
                        <a:pt x="290" y="9"/>
                        <a:pt x="292" y="6"/>
                        <a:pt x="296" y="6"/>
                      </a:cubicBezTo>
                      <a:cubicBezTo>
                        <a:pt x="298" y="6"/>
                        <a:pt x="307" y="11"/>
                        <a:pt x="311" y="13"/>
                      </a:cubicBezTo>
                      <a:cubicBezTo>
                        <a:pt x="307" y="24"/>
                        <a:pt x="303" y="20"/>
                        <a:pt x="293" y="24"/>
                      </a:cubicBezTo>
                      <a:cubicBezTo>
                        <a:pt x="298" y="27"/>
                        <a:pt x="301" y="28"/>
                        <a:pt x="301" y="30"/>
                      </a:cubicBezTo>
                      <a:cubicBezTo>
                        <a:pt x="305" y="31"/>
                        <a:pt x="314" y="32"/>
                        <a:pt x="315" y="32"/>
                      </a:cubicBezTo>
                      <a:cubicBezTo>
                        <a:pt x="309" y="36"/>
                        <a:pt x="293" y="44"/>
                        <a:pt x="293" y="55"/>
                      </a:cubicBezTo>
                      <a:cubicBezTo>
                        <a:pt x="293" y="63"/>
                        <a:pt x="309" y="62"/>
                        <a:pt x="309" y="72"/>
                      </a:cubicBezTo>
                      <a:cubicBezTo>
                        <a:pt x="309" y="80"/>
                        <a:pt x="301" y="83"/>
                        <a:pt x="301" y="91"/>
                      </a:cubicBezTo>
                      <a:cubicBezTo>
                        <a:pt x="301" y="99"/>
                        <a:pt x="310" y="104"/>
                        <a:pt x="310" y="113"/>
                      </a:cubicBezTo>
                      <a:cubicBezTo>
                        <a:pt x="310" y="118"/>
                        <a:pt x="305" y="121"/>
                        <a:pt x="305" y="126"/>
                      </a:cubicBezTo>
                      <a:cubicBezTo>
                        <a:pt x="305" y="136"/>
                        <a:pt x="318" y="138"/>
                        <a:pt x="318" y="148"/>
                      </a:cubicBezTo>
                      <a:cubicBezTo>
                        <a:pt x="318" y="151"/>
                        <a:pt x="314" y="153"/>
                        <a:pt x="313" y="154"/>
                      </a:cubicBezTo>
                      <a:cubicBezTo>
                        <a:pt x="317" y="161"/>
                        <a:pt x="327" y="163"/>
                        <a:pt x="327" y="172"/>
                      </a:cubicBezTo>
                      <a:cubicBezTo>
                        <a:pt x="327" y="187"/>
                        <a:pt x="297" y="203"/>
                        <a:pt x="288" y="215"/>
                      </a:cubicBezTo>
                      <a:cubicBezTo>
                        <a:pt x="283" y="224"/>
                        <a:pt x="263" y="226"/>
                        <a:pt x="255" y="224"/>
                      </a:cubicBezTo>
                      <a:cubicBezTo>
                        <a:pt x="246" y="227"/>
                        <a:pt x="236" y="231"/>
                        <a:pt x="228" y="231"/>
                      </a:cubicBezTo>
                      <a:cubicBezTo>
                        <a:pt x="222" y="231"/>
                        <a:pt x="218" y="230"/>
                        <a:pt x="218" y="225"/>
                      </a:cubicBezTo>
                      <a:cubicBezTo>
                        <a:pt x="209" y="225"/>
                        <a:pt x="199" y="219"/>
                        <a:pt x="199" y="210"/>
                      </a:cubicBezTo>
                      <a:cubicBezTo>
                        <a:pt x="199" y="205"/>
                        <a:pt x="204" y="202"/>
                        <a:pt x="206" y="200"/>
                      </a:cubicBezTo>
                      <a:cubicBezTo>
                        <a:pt x="201" y="198"/>
                        <a:pt x="197" y="188"/>
                        <a:pt x="197" y="183"/>
                      </a:cubicBezTo>
                      <a:cubicBezTo>
                        <a:pt x="197" y="180"/>
                        <a:pt x="198" y="178"/>
                        <a:pt x="197" y="174"/>
                      </a:cubicBezTo>
                      <a:cubicBezTo>
                        <a:pt x="216" y="174"/>
                        <a:pt x="225" y="150"/>
                        <a:pt x="237" y="144"/>
                      </a:cubicBezTo>
                      <a:cubicBezTo>
                        <a:pt x="243" y="140"/>
                        <a:pt x="254" y="138"/>
                        <a:pt x="254" y="130"/>
                      </a:cubicBezTo>
                      <a:cubicBezTo>
                        <a:pt x="254" y="119"/>
                        <a:pt x="239" y="117"/>
                        <a:pt x="228" y="117"/>
                      </a:cubicBezTo>
                      <a:cubicBezTo>
                        <a:pt x="213" y="117"/>
                        <a:pt x="202" y="122"/>
                        <a:pt x="202" y="135"/>
                      </a:cubicBezTo>
                      <a:cubicBezTo>
                        <a:pt x="202" y="140"/>
                        <a:pt x="203" y="142"/>
                        <a:pt x="202" y="145"/>
                      </a:cubicBezTo>
                      <a:cubicBezTo>
                        <a:pt x="202" y="155"/>
                        <a:pt x="181" y="164"/>
                        <a:pt x="172" y="169"/>
                      </a:cubicBezTo>
                      <a:cubicBezTo>
                        <a:pt x="165" y="174"/>
                        <a:pt x="157" y="175"/>
                        <a:pt x="152" y="183"/>
                      </a:cubicBezTo>
                      <a:cubicBezTo>
                        <a:pt x="149" y="189"/>
                        <a:pt x="153" y="198"/>
                        <a:pt x="146" y="201"/>
                      </a:cubicBezTo>
                      <a:cubicBezTo>
                        <a:pt x="146" y="210"/>
                        <a:pt x="146" y="210"/>
                        <a:pt x="146" y="210"/>
                      </a:cubicBezTo>
                      <a:cubicBezTo>
                        <a:pt x="149" y="212"/>
                        <a:pt x="150" y="215"/>
                        <a:pt x="150" y="218"/>
                      </a:cubicBezTo>
                      <a:cubicBezTo>
                        <a:pt x="158" y="219"/>
                        <a:pt x="170" y="227"/>
                        <a:pt x="170" y="235"/>
                      </a:cubicBezTo>
                      <a:cubicBezTo>
                        <a:pt x="170" y="242"/>
                        <a:pt x="157" y="253"/>
                        <a:pt x="152" y="253"/>
                      </a:cubicBezTo>
                      <a:cubicBezTo>
                        <a:pt x="143" y="253"/>
                        <a:pt x="140" y="266"/>
                        <a:pt x="140" y="275"/>
                      </a:cubicBezTo>
                      <a:cubicBezTo>
                        <a:pt x="140" y="280"/>
                        <a:pt x="144" y="282"/>
                        <a:pt x="146" y="283"/>
                      </a:cubicBezTo>
                      <a:cubicBezTo>
                        <a:pt x="145" y="294"/>
                        <a:pt x="135" y="295"/>
                        <a:pt x="133" y="304"/>
                      </a:cubicBezTo>
                      <a:cubicBezTo>
                        <a:pt x="127" y="304"/>
                        <a:pt x="125" y="304"/>
                        <a:pt x="121" y="304"/>
                      </a:cubicBezTo>
                      <a:cubicBezTo>
                        <a:pt x="114" y="304"/>
                        <a:pt x="111" y="318"/>
                        <a:pt x="100" y="318"/>
                      </a:cubicBezTo>
                      <a:cubicBezTo>
                        <a:pt x="97" y="318"/>
                        <a:pt x="90" y="299"/>
                        <a:pt x="90" y="297"/>
                      </a:cubicBezTo>
                      <a:cubicBezTo>
                        <a:pt x="90" y="296"/>
                        <a:pt x="91" y="294"/>
                        <a:pt x="91" y="293"/>
                      </a:cubicBezTo>
                      <a:cubicBezTo>
                        <a:pt x="84" y="285"/>
                        <a:pt x="85" y="279"/>
                        <a:pt x="82" y="269"/>
                      </a:cubicBezTo>
                      <a:cubicBezTo>
                        <a:pt x="79" y="263"/>
                        <a:pt x="73" y="261"/>
                        <a:pt x="73" y="253"/>
                      </a:cubicBezTo>
                      <a:cubicBezTo>
                        <a:pt x="73" y="250"/>
                        <a:pt x="75" y="246"/>
                        <a:pt x="76" y="245"/>
                      </a:cubicBezTo>
                      <a:lnTo>
                        <a:pt x="76" y="247"/>
                      </a:ln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48" name="is1ide-Freeform: Shape 114"/>
                <p:cNvSpPr>
                  <a:spLocks/>
                </p:cNvSpPr>
                <p:nvPr/>
              </p:nvSpPr>
              <p:spPr bwMode="auto">
                <a:xfrm>
                  <a:off x="4219575" y="1841500"/>
                  <a:ext cx="73025" cy="87313"/>
                </a:xfrm>
                <a:custGeom>
                  <a:avLst/>
                  <a:gdLst/>
                  <a:ahLst/>
                  <a:cxnLst>
                    <a:cxn ang="0">
                      <a:pos x="9" y="19"/>
                    </a:cxn>
                    <a:cxn ang="0">
                      <a:pos x="22" y="14"/>
                    </a:cxn>
                    <a:cxn ang="0">
                      <a:pos x="19" y="8"/>
                    </a:cxn>
                    <a:cxn ang="0">
                      <a:pos x="32" y="0"/>
                    </a:cxn>
                    <a:cxn ang="0">
                      <a:pos x="40" y="0"/>
                    </a:cxn>
                    <a:cxn ang="0">
                      <a:pos x="55" y="18"/>
                    </a:cxn>
                    <a:cxn ang="0">
                      <a:pos x="47" y="24"/>
                    </a:cxn>
                    <a:cxn ang="0">
                      <a:pos x="47" y="39"/>
                    </a:cxn>
                    <a:cxn ang="0">
                      <a:pos x="47" y="52"/>
                    </a:cxn>
                    <a:cxn ang="0">
                      <a:pos x="35" y="54"/>
                    </a:cxn>
                    <a:cxn ang="0">
                      <a:pos x="19" y="64"/>
                    </a:cxn>
                    <a:cxn ang="0">
                      <a:pos x="11" y="65"/>
                    </a:cxn>
                    <a:cxn ang="0">
                      <a:pos x="0" y="55"/>
                    </a:cxn>
                    <a:cxn ang="0">
                      <a:pos x="13" y="33"/>
                    </a:cxn>
                    <a:cxn ang="0">
                      <a:pos x="4" y="23"/>
                    </a:cxn>
                    <a:cxn ang="0">
                      <a:pos x="9" y="19"/>
                    </a:cxn>
                  </a:cxnLst>
                  <a:rect l="0" t="0" r="r" b="b"/>
                  <a:pathLst>
                    <a:path w="55" h="65">
                      <a:moveTo>
                        <a:pt x="9" y="19"/>
                      </a:moveTo>
                      <a:cubicBezTo>
                        <a:pt x="12" y="19"/>
                        <a:pt x="19" y="16"/>
                        <a:pt x="22" y="14"/>
                      </a:cubicBezTo>
                      <a:cubicBezTo>
                        <a:pt x="20" y="11"/>
                        <a:pt x="19" y="10"/>
                        <a:pt x="19" y="8"/>
                      </a:cubicBezTo>
                      <a:cubicBezTo>
                        <a:pt x="19" y="5"/>
                        <a:pt x="28" y="0"/>
                        <a:pt x="32" y="0"/>
                      </a:cubicBezTo>
                      <a:cubicBezTo>
                        <a:pt x="35" y="0"/>
                        <a:pt x="37" y="0"/>
                        <a:pt x="40" y="0"/>
                      </a:cubicBezTo>
                      <a:cubicBezTo>
                        <a:pt x="50" y="0"/>
                        <a:pt x="55" y="10"/>
                        <a:pt x="55" y="18"/>
                      </a:cubicBezTo>
                      <a:cubicBezTo>
                        <a:pt x="55" y="21"/>
                        <a:pt x="47" y="21"/>
                        <a:pt x="47" y="24"/>
                      </a:cubicBezTo>
                      <a:cubicBezTo>
                        <a:pt x="47" y="27"/>
                        <a:pt x="47" y="39"/>
                        <a:pt x="47" y="39"/>
                      </a:cubicBezTo>
                      <a:cubicBezTo>
                        <a:pt x="47" y="43"/>
                        <a:pt x="50" y="48"/>
                        <a:pt x="47" y="52"/>
                      </a:cubicBezTo>
                      <a:cubicBezTo>
                        <a:pt x="44" y="54"/>
                        <a:pt x="40" y="54"/>
                        <a:pt x="35" y="54"/>
                      </a:cubicBezTo>
                      <a:cubicBezTo>
                        <a:pt x="28" y="54"/>
                        <a:pt x="23" y="61"/>
                        <a:pt x="19" y="64"/>
                      </a:cubicBezTo>
                      <a:cubicBezTo>
                        <a:pt x="17" y="65"/>
                        <a:pt x="13" y="65"/>
                        <a:pt x="11" y="65"/>
                      </a:cubicBezTo>
                      <a:cubicBezTo>
                        <a:pt x="6" y="65"/>
                        <a:pt x="0" y="60"/>
                        <a:pt x="0" y="55"/>
                      </a:cubicBezTo>
                      <a:cubicBezTo>
                        <a:pt x="0" y="44"/>
                        <a:pt x="11" y="43"/>
                        <a:pt x="13" y="33"/>
                      </a:cubicBezTo>
                      <a:cubicBezTo>
                        <a:pt x="8" y="30"/>
                        <a:pt x="4" y="28"/>
                        <a:pt x="4" y="23"/>
                      </a:cubicBezTo>
                      <a:cubicBezTo>
                        <a:pt x="4" y="18"/>
                        <a:pt x="8" y="19"/>
                        <a:pt x="9" y="19"/>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49" name="is1ide-Freeform: Shape 116"/>
                <p:cNvSpPr>
                  <a:spLocks/>
                </p:cNvSpPr>
                <p:nvPr/>
              </p:nvSpPr>
              <p:spPr bwMode="auto">
                <a:xfrm>
                  <a:off x="4592638" y="2203450"/>
                  <a:ext cx="46038" cy="30163"/>
                </a:xfrm>
                <a:custGeom>
                  <a:avLst/>
                  <a:gdLst/>
                  <a:ahLst/>
                  <a:cxnLst>
                    <a:cxn ang="0">
                      <a:pos x="0" y="5"/>
                    </a:cxn>
                    <a:cxn ang="0">
                      <a:pos x="0" y="8"/>
                    </a:cxn>
                    <a:cxn ang="0">
                      <a:pos x="7" y="10"/>
                    </a:cxn>
                    <a:cxn ang="0">
                      <a:pos x="27" y="21"/>
                    </a:cxn>
                    <a:cxn ang="0">
                      <a:pos x="30" y="23"/>
                    </a:cxn>
                    <a:cxn ang="0">
                      <a:pos x="33" y="20"/>
                    </a:cxn>
                    <a:cxn ang="0">
                      <a:pos x="31" y="13"/>
                    </a:cxn>
                    <a:cxn ang="0">
                      <a:pos x="33" y="8"/>
                    </a:cxn>
                    <a:cxn ang="0">
                      <a:pos x="35" y="3"/>
                    </a:cxn>
                    <a:cxn ang="0">
                      <a:pos x="20" y="6"/>
                    </a:cxn>
                    <a:cxn ang="0">
                      <a:pos x="0" y="5"/>
                    </a:cxn>
                  </a:cxnLst>
                  <a:rect l="0" t="0" r="r" b="b"/>
                  <a:pathLst>
                    <a:path w="35" h="23">
                      <a:moveTo>
                        <a:pt x="0" y="5"/>
                      </a:moveTo>
                      <a:cubicBezTo>
                        <a:pt x="0" y="8"/>
                        <a:pt x="0" y="8"/>
                        <a:pt x="0" y="8"/>
                      </a:cubicBezTo>
                      <a:cubicBezTo>
                        <a:pt x="2" y="10"/>
                        <a:pt x="5" y="10"/>
                        <a:pt x="7" y="10"/>
                      </a:cubicBezTo>
                      <a:cubicBezTo>
                        <a:pt x="14" y="12"/>
                        <a:pt x="19" y="20"/>
                        <a:pt x="27" y="21"/>
                      </a:cubicBezTo>
                      <a:cubicBezTo>
                        <a:pt x="27" y="23"/>
                        <a:pt x="29" y="23"/>
                        <a:pt x="30" y="23"/>
                      </a:cubicBezTo>
                      <a:cubicBezTo>
                        <a:pt x="32" y="23"/>
                        <a:pt x="33" y="21"/>
                        <a:pt x="33" y="20"/>
                      </a:cubicBezTo>
                      <a:cubicBezTo>
                        <a:pt x="33" y="17"/>
                        <a:pt x="31" y="16"/>
                        <a:pt x="31" y="13"/>
                      </a:cubicBezTo>
                      <a:cubicBezTo>
                        <a:pt x="31" y="11"/>
                        <a:pt x="33" y="8"/>
                        <a:pt x="33" y="8"/>
                      </a:cubicBezTo>
                      <a:cubicBezTo>
                        <a:pt x="35" y="3"/>
                        <a:pt x="35" y="3"/>
                        <a:pt x="35" y="3"/>
                      </a:cubicBezTo>
                      <a:cubicBezTo>
                        <a:pt x="28" y="2"/>
                        <a:pt x="25" y="6"/>
                        <a:pt x="20" y="6"/>
                      </a:cubicBezTo>
                      <a:cubicBezTo>
                        <a:pt x="14" y="6"/>
                        <a:pt x="10" y="0"/>
                        <a:pt x="0" y="5"/>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50" name="is1ide-Freeform: Shape 117"/>
                <p:cNvSpPr>
                  <a:spLocks/>
                </p:cNvSpPr>
                <p:nvPr/>
              </p:nvSpPr>
              <p:spPr bwMode="auto">
                <a:xfrm>
                  <a:off x="4527550" y="2111375"/>
                  <a:ext cx="15875" cy="30163"/>
                </a:xfrm>
                <a:custGeom>
                  <a:avLst/>
                  <a:gdLst/>
                  <a:ahLst/>
                  <a:cxnLst>
                    <a:cxn ang="0">
                      <a:pos x="3" y="5"/>
                    </a:cxn>
                    <a:cxn ang="0">
                      <a:pos x="10" y="0"/>
                    </a:cxn>
                    <a:cxn ang="0">
                      <a:pos x="12" y="5"/>
                    </a:cxn>
                    <a:cxn ang="0">
                      <a:pos x="8" y="23"/>
                    </a:cxn>
                    <a:cxn ang="0">
                      <a:pos x="0" y="6"/>
                    </a:cxn>
                    <a:cxn ang="0">
                      <a:pos x="3" y="5"/>
                    </a:cxn>
                  </a:cxnLst>
                  <a:rect l="0" t="0" r="r" b="b"/>
                  <a:pathLst>
                    <a:path w="12" h="23">
                      <a:moveTo>
                        <a:pt x="3" y="5"/>
                      </a:moveTo>
                      <a:cubicBezTo>
                        <a:pt x="6" y="5"/>
                        <a:pt x="8" y="1"/>
                        <a:pt x="10" y="0"/>
                      </a:cubicBezTo>
                      <a:cubicBezTo>
                        <a:pt x="10" y="3"/>
                        <a:pt x="11" y="5"/>
                        <a:pt x="12" y="5"/>
                      </a:cubicBezTo>
                      <a:cubicBezTo>
                        <a:pt x="11" y="11"/>
                        <a:pt x="10" y="20"/>
                        <a:pt x="8" y="23"/>
                      </a:cubicBezTo>
                      <a:cubicBezTo>
                        <a:pt x="4" y="22"/>
                        <a:pt x="2" y="9"/>
                        <a:pt x="0" y="6"/>
                      </a:cubicBezTo>
                      <a:cubicBezTo>
                        <a:pt x="1" y="6"/>
                        <a:pt x="2" y="5"/>
                        <a:pt x="3" y="5"/>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51" name="is1ide-Freeform: Shape 118"/>
                <p:cNvSpPr>
                  <a:spLocks/>
                </p:cNvSpPr>
                <p:nvPr/>
              </p:nvSpPr>
              <p:spPr bwMode="auto">
                <a:xfrm>
                  <a:off x="4524375" y="2144713"/>
                  <a:ext cx="25400" cy="44450"/>
                </a:xfrm>
                <a:custGeom>
                  <a:avLst/>
                  <a:gdLst/>
                  <a:ahLst/>
                  <a:cxnLst>
                    <a:cxn ang="0">
                      <a:pos x="5" y="15"/>
                    </a:cxn>
                    <a:cxn ang="0">
                      <a:pos x="0" y="6"/>
                    </a:cxn>
                    <a:cxn ang="0">
                      <a:pos x="9" y="0"/>
                    </a:cxn>
                    <a:cxn ang="0">
                      <a:pos x="15" y="3"/>
                    </a:cxn>
                    <a:cxn ang="0">
                      <a:pos x="18" y="21"/>
                    </a:cxn>
                    <a:cxn ang="0">
                      <a:pos x="6" y="33"/>
                    </a:cxn>
                    <a:cxn ang="0">
                      <a:pos x="2" y="24"/>
                    </a:cxn>
                    <a:cxn ang="0">
                      <a:pos x="5" y="15"/>
                    </a:cxn>
                  </a:cxnLst>
                  <a:rect l="0" t="0" r="r" b="b"/>
                  <a:pathLst>
                    <a:path w="19" h="33">
                      <a:moveTo>
                        <a:pt x="5" y="15"/>
                      </a:moveTo>
                      <a:cubicBezTo>
                        <a:pt x="5" y="12"/>
                        <a:pt x="1" y="9"/>
                        <a:pt x="0" y="6"/>
                      </a:cubicBezTo>
                      <a:cubicBezTo>
                        <a:pt x="5" y="4"/>
                        <a:pt x="5" y="0"/>
                        <a:pt x="9" y="0"/>
                      </a:cubicBezTo>
                      <a:cubicBezTo>
                        <a:pt x="13" y="0"/>
                        <a:pt x="14" y="3"/>
                        <a:pt x="15" y="3"/>
                      </a:cubicBezTo>
                      <a:cubicBezTo>
                        <a:pt x="19" y="10"/>
                        <a:pt x="18" y="14"/>
                        <a:pt x="18" y="21"/>
                      </a:cubicBezTo>
                      <a:cubicBezTo>
                        <a:pt x="18" y="27"/>
                        <a:pt x="10" y="33"/>
                        <a:pt x="6" y="33"/>
                      </a:cubicBezTo>
                      <a:cubicBezTo>
                        <a:pt x="2" y="33"/>
                        <a:pt x="2" y="27"/>
                        <a:pt x="2" y="24"/>
                      </a:cubicBezTo>
                      <a:cubicBezTo>
                        <a:pt x="2" y="20"/>
                        <a:pt x="5" y="18"/>
                        <a:pt x="5" y="15"/>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52" name="is1ide-Freeform: Shape 119"/>
                <p:cNvSpPr>
                  <a:spLocks/>
                </p:cNvSpPr>
                <p:nvPr/>
              </p:nvSpPr>
              <p:spPr bwMode="auto">
                <a:xfrm>
                  <a:off x="4429125" y="2171700"/>
                  <a:ext cx="12700" cy="9525"/>
                </a:xfrm>
                <a:custGeom>
                  <a:avLst/>
                  <a:gdLst/>
                  <a:ahLst/>
                  <a:cxnLst>
                    <a:cxn ang="0">
                      <a:pos x="9" y="5"/>
                    </a:cxn>
                    <a:cxn ang="0">
                      <a:pos x="6" y="7"/>
                    </a:cxn>
                    <a:cxn ang="0">
                      <a:pos x="0" y="3"/>
                    </a:cxn>
                    <a:cxn ang="0">
                      <a:pos x="7" y="0"/>
                    </a:cxn>
                    <a:cxn ang="0">
                      <a:pos x="9" y="5"/>
                    </a:cxn>
                  </a:cxnLst>
                  <a:rect l="0" t="0" r="r" b="b"/>
                  <a:pathLst>
                    <a:path w="9" h="7">
                      <a:moveTo>
                        <a:pt x="9" y="5"/>
                      </a:moveTo>
                      <a:cubicBezTo>
                        <a:pt x="9" y="6"/>
                        <a:pt x="7" y="7"/>
                        <a:pt x="6" y="7"/>
                      </a:cubicBezTo>
                      <a:cubicBezTo>
                        <a:pt x="4" y="7"/>
                        <a:pt x="1" y="3"/>
                        <a:pt x="0" y="3"/>
                      </a:cubicBezTo>
                      <a:cubicBezTo>
                        <a:pt x="3" y="2"/>
                        <a:pt x="5" y="0"/>
                        <a:pt x="7" y="0"/>
                      </a:cubicBezTo>
                      <a:cubicBezTo>
                        <a:pt x="7" y="1"/>
                        <a:pt x="9" y="3"/>
                        <a:pt x="9" y="5"/>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53" name="is1ide-Freeform: Shape 120"/>
                <p:cNvSpPr>
                  <a:spLocks/>
                </p:cNvSpPr>
                <p:nvPr/>
              </p:nvSpPr>
              <p:spPr bwMode="auto">
                <a:xfrm>
                  <a:off x="4551363" y="1833563"/>
                  <a:ext cx="15875" cy="19050"/>
                </a:xfrm>
                <a:custGeom>
                  <a:avLst/>
                  <a:gdLst/>
                  <a:ahLst/>
                  <a:cxnLst>
                    <a:cxn ang="0">
                      <a:pos x="11" y="10"/>
                    </a:cxn>
                    <a:cxn ang="0">
                      <a:pos x="0" y="5"/>
                    </a:cxn>
                    <a:cxn ang="0">
                      <a:pos x="0" y="0"/>
                    </a:cxn>
                    <a:cxn ang="0">
                      <a:pos x="9" y="0"/>
                    </a:cxn>
                    <a:cxn ang="0">
                      <a:pos x="12" y="9"/>
                    </a:cxn>
                    <a:cxn ang="0">
                      <a:pos x="11" y="14"/>
                    </a:cxn>
                    <a:cxn ang="0">
                      <a:pos x="11" y="10"/>
                    </a:cxn>
                  </a:cxnLst>
                  <a:rect l="0" t="0" r="r" b="b"/>
                  <a:pathLst>
                    <a:path w="12" h="14">
                      <a:moveTo>
                        <a:pt x="11" y="10"/>
                      </a:moveTo>
                      <a:cubicBezTo>
                        <a:pt x="5" y="10"/>
                        <a:pt x="0" y="9"/>
                        <a:pt x="0" y="5"/>
                      </a:cubicBezTo>
                      <a:cubicBezTo>
                        <a:pt x="0" y="3"/>
                        <a:pt x="0" y="2"/>
                        <a:pt x="0" y="0"/>
                      </a:cubicBezTo>
                      <a:cubicBezTo>
                        <a:pt x="9" y="0"/>
                        <a:pt x="9" y="0"/>
                        <a:pt x="9" y="0"/>
                      </a:cubicBezTo>
                      <a:cubicBezTo>
                        <a:pt x="9" y="6"/>
                        <a:pt x="12" y="5"/>
                        <a:pt x="12" y="9"/>
                      </a:cubicBezTo>
                      <a:cubicBezTo>
                        <a:pt x="12" y="13"/>
                        <a:pt x="11" y="12"/>
                        <a:pt x="11" y="14"/>
                      </a:cubicBezTo>
                      <a:cubicBezTo>
                        <a:pt x="11" y="13"/>
                        <a:pt x="11" y="12"/>
                        <a:pt x="11" y="10"/>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54" name="is1ide-Freeform: Shape 121"/>
                <p:cNvSpPr>
                  <a:spLocks/>
                </p:cNvSpPr>
                <p:nvPr/>
              </p:nvSpPr>
              <p:spPr bwMode="auto">
                <a:xfrm>
                  <a:off x="4684713" y="1773238"/>
                  <a:ext cx="15875" cy="23813"/>
                </a:xfrm>
                <a:custGeom>
                  <a:avLst/>
                  <a:gdLst/>
                  <a:ahLst/>
                  <a:cxnLst>
                    <a:cxn ang="0">
                      <a:pos x="8" y="6"/>
                    </a:cxn>
                    <a:cxn ang="0">
                      <a:pos x="1" y="17"/>
                    </a:cxn>
                    <a:cxn ang="0">
                      <a:pos x="1" y="11"/>
                    </a:cxn>
                    <a:cxn ang="0">
                      <a:pos x="11" y="0"/>
                    </a:cxn>
                    <a:cxn ang="0">
                      <a:pos x="8" y="6"/>
                    </a:cxn>
                  </a:cxnLst>
                  <a:rect l="0" t="0" r="r" b="b"/>
                  <a:pathLst>
                    <a:path w="11" h="17">
                      <a:moveTo>
                        <a:pt x="8" y="6"/>
                      </a:moveTo>
                      <a:cubicBezTo>
                        <a:pt x="8" y="11"/>
                        <a:pt x="4" y="13"/>
                        <a:pt x="1" y="17"/>
                      </a:cubicBezTo>
                      <a:cubicBezTo>
                        <a:pt x="0" y="15"/>
                        <a:pt x="1" y="14"/>
                        <a:pt x="1" y="11"/>
                      </a:cubicBezTo>
                      <a:cubicBezTo>
                        <a:pt x="1" y="9"/>
                        <a:pt x="3" y="1"/>
                        <a:pt x="11" y="0"/>
                      </a:cubicBezTo>
                      <a:cubicBezTo>
                        <a:pt x="10" y="2"/>
                        <a:pt x="8" y="4"/>
                        <a:pt x="8" y="6"/>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55" name="is1ide-Freeform: Shape 122"/>
                <p:cNvSpPr>
                  <a:spLocks/>
                </p:cNvSpPr>
                <p:nvPr/>
              </p:nvSpPr>
              <p:spPr bwMode="auto">
                <a:xfrm>
                  <a:off x="4746625" y="1744663"/>
                  <a:ext cx="20638" cy="26988"/>
                </a:xfrm>
                <a:custGeom>
                  <a:avLst/>
                  <a:gdLst/>
                  <a:ahLst/>
                  <a:cxnLst>
                    <a:cxn ang="0">
                      <a:pos x="12" y="10"/>
                    </a:cxn>
                    <a:cxn ang="0">
                      <a:pos x="12" y="16"/>
                    </a:cxn>
                    <a:cxn ang="0">
                      <a:pos x="5" y="20"/>
                    </a:cxn>
                    <a:cxn ang="0">
                      <a:pos x="0" y="13"/>
                    </a:cxn>
                    <a:cxn ang="0">
                      <a:pos x="10" y="10"/>
                    </a:cxn>
                    <a:cxn ang="0">
                      <a:pos x="7" y="5"/>
                    </a:cxn>
                    <a:cxn ang="0">
                      <a:pos x="11" y="0"/>
                    </a:cxn>
                    <a:cxn ang="0">
                      <a:pos x="16" y="5"/>
                    </a:cxn>
                    <a:cxn ang="0">
                      <a:pos x="12" y="10"/>
                    </a:cxn>
                  </a:cxnLst>
                  <a:rect l="0" t="0" r="r" b="b"/>
                  <a:pathLst>
                    <a:path w="16" h="20">
                      <a:moveTo>
                        <a:pt x="12" y="10"/>
                      </a:moveTo>
                      <a:cubicBezTo>
                        <a:pt x="12" y="12"/>
                        <a:pt x="12" y="14"/>
                        <a:pt x="12" y="16"/>
                      </a:cubicBezTo>
                      <a:cubicBezTo>
                        <a:pt x="12" y="17"/>
                        <a:pt x="6" y="20"/>
                        <a:pt x="5" y="20"/>
                      </a:cubicBezTo>
                      <a:cubicBezTo>
                        <a:pt x="1" y="20"/>
                        <a:pt x="0" y="16"/>
                        <a:pt x="0" y="13"/>
                      </a:cubicBezTo>
                      <a:cubicBezTo>
                        <a:pt x="4" y="13"/>
                        <a:pt x="6" y="10"/>
                        <a:pt x="10" y="10"/>
                      </a:cubicBezTo>
                      <a:cubicBezTo>
                        <a:pt x="9" y="8"/>
                        <a:pt x="7" y="7"/>
                        <a:pt x="7" y="5"/>
                      </a:cubicBezTo>
                      <a:cubicBezTo>
                        <a:pt x="7" y="2"/>
                        <a:pt x="11" y="0"/>
                        <a:pt x="11" y="0"/>
                      </a:cubicBezTo>
                      <a:cubicBezTo>
                        <a:pt x="13" y="3"/>
                        <a:pt x="14" y="4"/>
                        <a:pt x="16" y="5"/>
                      </a:cubicBezTo>
                      <a:cubicBezTo>
                        <a:pt x="15" y="7"/>
                        <a:pt x="13" y="10"/>
                        <a:pt x="12" y="10"/>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56" name="is1ide-Freeform: Shape 115"/>
                <p:cNvSpPr>
                  <a:spLocks/>
                </p:cNvSpPr>
                <p:nvPr/>
              </p:nvSpPr>
              <p:spPr bwMode="auto">
                <a:xfrm>
                  <a:off x="4276725" y="1758950"/>
                  <a:ext cx="139700" cy="203200"/>
                </a:xfrm>
                <a:custGeom>
                  <a:avLst/>
                  <a:gdLst/>
                  <a:ahLst/>
                  <a:cxnLst>
                    <a:cxn ang="0">
                      <a:pos x="96" y="102"/>
                    </a:cxn>
                    <a:cxn ang="0">
                      <a:pos x="91" y="128"/>
                    </a:cxn>
                    <a:cxn ang="0">
                      <a:pos x="100" y="133"/>
                    </a:cxn>
                    <a:cxn ang="0">
                      <a:pos x="70" y="139"/>
                    </a:cxn>
                    <a:cxn ang="0">
                      <a:pos x="39" y="141"/>
                    </a:cxn>
                    <a:cxn ang="0">
                      <a:pos x="26" y="148"/>
                    </a:cxn>
                    <a:cxn ang="0">
                      <a:pos x="16" y="152"/>
                    </a:cxn>
                    <a:cxn ang="0">
                      <a:pos x="32" y="133"/>
                    </a:cxn>
                    <a:cxn ang="0">
                      <a:pos x="46" y="124"/>
                    </a:cxn>
                    <a:cxn ang="0">
                      <a:pos x="26" y="123"/>
                    </a:cxn>
                    <a:cxn ang="0">
                      <a:pos x="19" y="123"/>
                    </a:cxn>
                    <a:cxn ang="0">
                      <a:pos x="28" y="96"/>
                    </a:cxn>
                    <a:cxn ang="0">
                      <a:pos x="48" y="81"/>
                    </a:cxn>
                    <a:cxn ang="0">
                      <a:pos x="40" y="70"/>
                    </a:cxn>
                    <a:cxn ang="0">
                      <a:pos x="26" y="72"/>
                    </a:cxn>
                    <a:cxn ang="0">
                      <a:pos x="23" y="59"/>
                    </a:cxn>
                    <a:cxn ang="0">
                      <a:pos x="16" y="49"/>
                    </a:cxn>
                    <a:cxn ang="0">
                      <a:pos x="12" y="55"/>
                    </a:cxn>
                    <a:cxn ang="0">
                      <a:pos x="14" y="45"/>
                    </a:cxn>
                    <a:cxn ang="0">
                      <a:pos x="8" y="38"/>
                    </a:cxn>
                    <a:cxn ang="0">
                      <a:pos x="11" y="29"/>
                    </a:cxn>
                    <a:cxn ang="0">
                      <a:pos x="8" y="20"/>
                    </a:cxn>
                    <a:cxn ang="0">
                      <a:pos x="12" y="21"/>
                    </a:cxn>
                    <a:cxn ang="0">
                      <a:pos x="16" y="14"/>
                    </a:cxn>
                    <a:cxn ang="0">
                      <a:pos x="25" y="0"/>
                    </a:cxn>
                    <a:cxn ang="0">
                      <a:pos x="42" y="4"/>
                    </a:cxn>
                    <a:cxn ang="0">
                      <a:pos x="33" y="19"/>
                    </a:cxn>
                    <a:cxn ang="0">
                      <a:pos x="47" y="46"/>
                    </a:cxn>
                    <a:cxn ang="0">
                      <a:pos x="53" y="50"/>
                    </a:cxn>
                    <a:cxn ang="0">
                      <a:pos x="84" y="89"/>
                    </a:cxn>
                    <a:cxn ang="0">
                      <a:pos x="87" y="102"/>
                    </a:cxn>
                    <a:cxn ang="0">
                      <a:pos x="92" y="102"/>
                    </a:cxn>
                  </a:cxnLst>
                  <a:rect l="0" t="0" r="r" b="b"/>
                  <a:pathLst>
                    <a:path w="105" h="152">
                      <a:moveTo>
                        <a:pt x="90" y="103"/>
                      </a:moveTo>
                      <a:cubicBezTo>
                        <a:pt x="93" y="101"/>
                        <a:pt x="92" y="102"/>
                        <a:pt x="96" y="102"/>
                      </a:cubicBezTo>
                      <a:cubicBezTo>
                        <a:pt x="101" y="102"/>
                        <a:pt x="105" y="106"/>
                        <a:pt x="105" y="110"/>
                      </a:cubicBezTo>
                      <a:cubicBezTo>
                        <a:pt x="105" y="118"/>
                        <a:pt x="94" y="122"/>
                        <a:pt x="91" y="128"/>
                      </a:cubicBezTo>
                      <a:cubicBezTo>
                        <a:pt x="95" y="129"/>
                        <a:pt x="97" y="130"/>
                        <a:pt x="100" y="130"/>
                      </a:cubicBezTo>
                      <a:cubicBezTo>
                        <a:pt x="100" y="133"/>
                        <a:pt x="100" y="133"/>
                        <a:pt x="100" y="133"/>
                      </a:cubicBezTo>
                      <a:cubicBezTo>
                        <a:pt x="96" y="137"/>
                        <a:pt x="93" y="139"/>
                        <a:pt x="87" y="139"/>
                      </a:cubicBezTo>
                      <a:cubicBezTo>
                        <a:pt x="82" y="139"/>
                        <a:pt x="72" y="139"/>
                        <a:pt x="70" y="139"/>
                      </a:cubicBezTo>
                      <a:cubicBezTo>
                        <a:pt x="65" y="139"/>
                        <a:pt x="53" y="143"/>
                        <a:pt x="47" y="143"/>
                      </a:cubicBezTo>
                      <a:cubicBezTo>
                        <a:pt x="44" y="143"/>
                        <a:pt x="42" y="141"/>
                        <a:pt x="39" y="141"/>
                      </a:cubicBezTo>
                      <a:cubicBezTo>
                        <a:pt x="34" y="141"/>
                        <a:pt x="32" y="144"/>
                        <a:pt x="32" y="148"/>
                      </a:cubicBezTo>
                      <a:cubicBezTo>
                        <a:pt x="26" y="148"/>
                        <a:pt x="26" y="148"/>
                        <a:pt x="26" y="148"/>
                      </a:cubicBezTo>
                      <a:cubicBezTo>
                        <a:pt x="23" y="148"/>
                        <a:pt x="21" y="150"/>
                        <a:pt x="19" y="152"/>
                      </a:cubicBezTo>
                      <a:cubicBezTo>
                        <a:pt x="16" y="152"/>
                        <a:pt x="16" y="152"/>
                        <a:pt x="16" y="152"/>
                      </a:cubicBezTo>
                      <a:cubicBezTo>
                        <a:pt x="16" y="149"/>
                        <a:pt x="16" y="149"/>
                        <a:pt x="16" y="149"/>
                      </a:cubicBezTo>
                      <a:cubicBezTo>
                        <a:pt x="17" y="147"/>
                        <a:pt x="30" y="133"/>
                        <a:pt x="32" y="133"/>
                      </a:cubicBezTo>
                      <a:cubicBezTo>
                        <a:pt x="38" y="131"/>
                        <a:pt x="47" y="133"/>
                        <a:pt x="47" y="127"/>
                      </a:cubicBezTo>
                      <a:cubicBezTo>
                        <a:pt x="47" y="126"/>
                        <a:pt x="46" y="125"/>
                        <a:pt x="46" y="124"/>
                      </a:cubicBezTo>
                      <a:cubicBezTo>
                        <a:pt x="44" y="126"/>
                        <a:pt x="41" y="128"/>
                        <a:pt x="38" y="128"/>
                      </a:cubicBezTo>
                      <a:cubicBezTo>
                        <a:pt x="32" y="128"/>
                        <a:pt x="30" y="123"/>
                        <a:pt x="26" y="123"/>
                      </a:cubicBezTo>
                      <a:cubicBezTo>
                        <a:pt x="23" y="123"/>
                        <a:pt x="23" y="125"/>
                        <a:pt x="21" y="125"/>
                      </a:cubicBezTo>
                      <a:cubicBezTo>
                        <a:pt x="20" y="125"/>
                        <a:pt x="19" y="124"/>
                        <a:pt x="19" y="123"/>
                      </a:cubicBezTo>
                      <a:cubicBezTo>
                        <a:pt x="19" y="116"/>
                        <a:pt x="31" y="116"/>
                        <a:pt x="31" y="109"/>
                      </a:cubicBezTo>
                      <a:cubicBezTo>
                        <a:pt x="31" y="103"/>
                        <a:pt x="28" y="101"/>
                        <a:pt x="28" y="96"/>
                      </a:cubicBezTo>
                      <a:cubicBezTo>
                        <a:pt x="36" y="96"/>
                        <a:pt x="45" y="92"/>
                        <a:pt x="48" y="88"/>
                      </a:cubicBezTo>
                      <a:cubicBezTo>
                        <a:pt x="48" y="81"/>
                        <a:pt x="48" y="81"/>
                        <a:pt x="48" y="81"/>
                      </a:cubicBezTo>
                      <a:cubicBezTo>
                        <a:pt x="43" y="82"/>
                        <a:pt x="37" y="81"/>
                        <a:pt x="37" y="77"/>
                      </a:cubicBezTo>
                      <a:cubicBezTo>
                        <a:pt x="37" y="73"/>
                        <a:pt x="39" y="72"/>
                        <a:pt x="40" y="70"/>
                      </a:cubicBezTo>
                      <a:cubicBezTo>
                        <a:pt x="39" y="70"/>
                        <a:pt x="38" y="70"/>
                        <a:pt x="36" y="70"/>
                      </a:cubicBezTo>
                      <a:cubicBezTo>
                        <a:pt x="32" y="70"/>
                        <a:pt x="30" y="72"/>
                        <a:pt x="26" y="72"/>
                      </a:cubicBezTo>
                      <a:cubicBezTo>
                        <a:pt x="22" y="72"/>
                        <a:pt x="19" y="72"/>
                        <a:pt x="19" y="69"/>
                      </a:cubicBezTo>
                      <a:cubicBezTo>
                        <a:pt x="19" y="65"/>
                        <a:pt x="23" y="63"/>
                        <a:pt x="23" y="59"/>
                      </a:cubicBezTo>
                      <a:cubicBezTo>
                        <a:pt x="23" y="55"/>
                        <a:pt x="22" y="55"/>
                        <a:pt x="23" y="51"/>
                      </a:cubicBezTo>
                      <a:cubicBezTo>
                        <a:pt x="20" y="51"/>
                        <a:pt x="17" y="50"/>
                        <a:pt x="16" y="49"/>
                      </a:cubicBezTo>
                      <a:cubicBezTo>
                        <a:pt x="14" y="52"/>
                        <a:pt x="15" y="54"/>
                        <a:pt x="16" y="55"/>
                      </a:cubicBezTo>
                      <a:cubicBezTo>
                        <a:pt x="12" y="55"/>
                        <a:pt x="12" y="55"/>
                        <a:pt x="12" y="55"/>
                      </a:cubicBezTo>
                      <a:cubicBezTo>
                        <a:pt x="12" y="52"/>
                        <a:pt x="12" y="51"/>
                        <a:pt x="12" y="48"/>
                      </a:cubicBezTo>
                      <a:cubicBezTo>
                        <a:pt x="12" y="47"/>
                        <a:pt x="13" y="46"/>
                        <a:pt x="14" y="45"/>
                      </a:cubicBezTo>
                      <a:cubicBezTo>
                        <a:pt x="14" y="41"/>
                        <a:pt x="14" y="41"/>
                        <a:pt x="14" y="41"/>
                      </a:cubicBezTo>
                      <a:cubicBezTo>
                        <a:pt x="12" y="41"/>
                        <a:pt x="8" y="40"/>
                        <a:pt x="8" y="38"/>
                      </a:cubicBezTo>
                      <a:cubicBezTo>
                        <a:pt x="8" y="36"/>
                        <a:pt x="11" y="32"/>
                        <a:pt x="11" y="32"/>
                      </a:cubicBezTo>
                      <a:cubicBezTo>
                        <a:pt x="11" y="29"/>
                        <a:pt x="11" y="29"/>
                        <a:pt x="11" y="29"/>
                      </a:cubicBezTo>
                      <a:cubicBezTo>
                        <a:pt x="4" y="27"/>
                        <a:pt x="0" y="26"/>
                        <a:pt x="0" y="20"/>
                      </a:cubicBezTo>
                      <a:cubicBezTo>
                        <a:pt x="8" y="20"/>
                        <a:pt x="8" y="20"/>
                        <a:pt x="8" y="20"/>
                      </a:cubicBezTo>
                      <a:cubicBezTo>
                        <a:pt x="8" y="23"/>
                        <a:pt x="10" y="24"/>
                        <a:pt x="11" y="24"/>
                      </a:cubicBezTo>
                      <a:cubicBezTo>
                        <a:pt x="12" y="24"/>
                        <a:pt x="12" y="22"/>
                        <a:pt x="12" y="21"/>
                      </a:cubicBezTo>
                      <a:cubicBezTo>
                        <a:pt x="12" y="21"/>
                        <a:pt x="10" y="20"/>
                        <a:pt x="10" y="19"/>
                      </a:cubicBezTo>
                      <a:cubicBezTo>
                        <a:pt x="10" y="15"/>
                        <a:pt x="13" y="14"/>
                        <a:pt x="16" y="14"/>
                      </a:cubicBezTo>
                      <a:cubicBezTo>
                        <a:pt x="16" y="10"/>
                        <a:pt x="18" y="8"/>
                        <a:pt x="18" y="6"/>
                      </a:cubicBezTo>
                      <a:cubicBezTo>
                        <a:pt x="18" y="4"/>
                        <a:pt x="23" y="0"/>
                        <a:pt x="25" y="0"/>
                      </a:cubicBezTo>
                      <a:cubicBezTo>
                        <a:pt x="30" y="0"/>
                        <a:pt x="35" y="0"/>
                        <a:pt x="38" y="0"/>
                      </a:cubicBezTo>
                      <a:cubicBezTo>
                        <a:pt x="40" y="0"/>
                        <a:pt x="42" y="3"/>
                        <a:pt x="42" y="4"/>
                      </a:cubicBezTo>
                      <a:cubicBezTo>
                        <a:pt x="42" y="10"/>
                        <a:pt x="33" y="10"/>
                        <a:pt x="31" y="16"/>
                      </a:cubicBezTo>
                      <a:cubicBezTo>
                        <a:pt x="31" y="17"/>
                        <a:pt x="32" y="18"/>
                        <a:pt x="33" y="19"/>
                      </a:cubicBezTo>
                      <a:cubicBezTo>
                        <a:pt x="59" y="19"/>
                        <a:pt x="59" y="19"/>
                        <a:pt x="59" y="19"/>
                      </a:cubicBezTo>
                      <a:cubicBezTo>
                        <a:pt x="60" y="32"/>
                        <a:pt x="47" y="37"/>
                        <a:pt x="47" y="46"/>
                      </a:cubicBezTo>
                      <a:cubicBezTo>
                        <a:pt x="45" y="47"/>
                        <a:pt x="44" y="48"/>
                        <a:pt x="43" y="50"/>
                      </a:cubicBezTo>
                      <a:cubicBezTo>
                        <a:pt x="48" y="51"/>
                        <a:pt x="50" y="49"/>
                        <a:pt x="53" y="50"/>
                      </a:cubicBezTo>
                      <a:cubicBezTo>
                        <a:pt x="62" y="53"/>
                        <a:pt x="60" y="63"/>
                        <a:pt x="66" y="69"/>
                      </a:cubicBezTo>
                      <a:cubicBezTo>
                        <a:pt x="73" y="76"/>
                        <a:pt x="84" y="79"/>
                        <a:pt x="84" y="89"/>
                      </a:cubicBezTo>
                      <a:cubicBezTo>
                        <a:pt x="84" y="93"/>
                        <a:pt x="89" y="95"/>
                        <a:pt x="89" y="99"/>
                      </a:cubicBezTo>
                      <a:cubicBezTo>
                        <a:pt x="89" y="100"/>
                        <a:pt x="88" y="101"/>
                        <a:pt x="87" y="102"/>
                      </a:cubicBezTo>
                      <a:cubicBezTo>
                        <a:pt x="87" y="105"/>
                        <a:pt x="87" y="105"/>
                        <a:pt x="87" y="105"/>
                      </a:cubicBezTo>
                      <a:cubicBezTo>
                        <a:pt x="90" y="104"/>
                        <a:pt x="90" y="103"/>
                        <a:pt x="92" y="102"/>
                      </a:cubicBezTo>
                      <a:lnTo>
                        <a:pt x="90" y="103"/>
                      </a:ln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grpSp>
        </p:grpSp>
        <p:grpSp>
          <p:nvGrpSpPr>
            <p:cNvPr id="66" name="Group 15"/>
            <p:cNvGrpSpPr/>
            <p:nvPr/>
          </p:nvGrpSpPr>
          <p:grpSpPr>
            <a:xfrm>
              <a:off x="5911636" y="2650133"/>
              <a:ext cx="875369" cy="775659"/>
              <a:chOff x="6275388" y="2879725"/>
              <a:chExt cx="966788" cy="844551"/>
            </a:xfrm>
            <a:solidFill>
              <a:srgbClr val="9AC1E4"/>
            </a:solidFill>
          </p:grpSpPr>
          <p:sp>
            <p:nvSpPr>
              <p:cNvPr id="126" name="is1ide-Freeform: Shape 90"/>
              <p:cNvSpPr>
                <a:spLocks/>
              </p:cNvSpPr>
              <p:nvPr/>
            </p:nvSpPr>
            <p:spPr bwMode="auto">
              <a:xfrm>
                <a:off x="6567488" y="2879725"/>
                <a:ext cx="339725" cy="176213"/>
              </a:xfrm>
              <a:custGeom>
                <a:avLst/>
                <a:gdLst/>
                <a:ahLst/>
                <a:cxnLst>
                  <a:cxn ang="0">
                    <a:pos x="128" y="28"/>
                  </a:cxn>
                  <a:cxn ang="0">
                    <a:pos x="160" y="39"/>
                  </a:cxn>
                  <a:cxn ang="0">
                    <a:pos x="173" y="45"/>
                  </a:cxn>
                  <a:cxn ang="0">
                    <a:pos x="179" y="49"/>
                  </a:cxn>
                  <a:cxn ang="0">
                    <a:pos x="203" y="71"/>
                  </a:cxn>
                  <a:cxn ang="0">
                    <a:pos x="217" y="78"/>
                  </a:cxn>
                  <a:cxn ang="0">
                    <a:pos x="208" y="85"/>
                  </a:cxn>
                  <a:cxn ang="0">
                    <a:pos x="217" y="96"/>
                  </a:cxn>
                  <a:cxn ang="0">
                    <a:pos x="224" y="108"/>
                  </a:cxn>
                  <a:cxn ang="0">
                    <a:pos x="233" y="113"/>
                  </a:cxn>
                  <a:cxn ang="0">
                    <a:pos x="237" y="118"/>
                  </a:cxn>
                  <a:cxn ang="0">
                    <a:pos x="242" y="119"/>
                  </a:cxn>
                  <a:cxn ang="0">
                    <a:pos x="247" y="124"/>
                  </a:cxn>
                  <a:cxn ang="0">
                    <a:pos x="255" y="126"/>
                  </a:cxn>
                  <a:cxn ang="0">
                    <a:pos x="250" y="133"/>
                  </a:cxn>
                  <a:cxn ang="0">
                    <a:pos x="247" y="133"/>
                  </a:cxn>
                  <a:cxn ang="0">
                    <a:pos x="239" y="127"/>
                  </a:cxn>
                  <a:cxn ang="0">
                    <a:pos x="227" y="127"/>
                  </a:cxn>
                  <a:cxn ang="0">
                    <a:pos x="210" y="116"/>
                  </a:cxn>
                  <a:cxn ang="0">
                    <a:pos x="206" y="113"/>
                  </a:cxn>
                  <a:cxn ang="0">
                    <a:pos x="175" y="92"/>
                  </a:cxn>
                  <a:cxn ang="0">
                    <a:pos x="158" y="103"/>
                  </a:cxn>
                  <a:cxn ang="0">
                    <a:pos x="156" y="113"/>
                  </a:cxn>
                  <a:cxn ang="0">
                    <a:pos x="139" y="113"/>
                  </a:cxn>
                  <a:cxn ang="0">
                    <a:pos x="113" y="100"/>
                  </a:cxn>
                  <a:cxn ang="0">
                    <a:pos x="107" y="102"/>
                  </a:cxn>
                  <a:cxn ang="0">
                    <a:pos x="98" y="102"/>
                  </a:cxn>
                  <a:cxn ang="0">
                    <a:pos x="90" y="99"/>
                  </a:cxn>
                  <a:cxn ang="0">
                    <a:pos x="101" y="90"/>
                  </a:cxn>
                  <a:cxn ang="0">
                    <a:pos x="96" y="71"/>
                  </a:cxn>
                  <a:cxn ang="0">
                    <a:pos x="77" y="59"/>
                  </a:cxn>
                  <a:cxn ang="0">
                    <a:pos x="53" y="54"/>
                  </a:cxn>
                  <a:cxn ang="0">
                    <a:pos x="37" y="45"/>
                  </a:cxn>
                  <a:cxn ang="0">
                    <a:pos x="37" y="41"/>
                  </a:cxn>
                  <a:cxn ang="0">
                    <a:pos x="30" y="49"/>
                  </a:cxn>
                  <a:cxn ang="0">
                    <a:pos x="26" y="48"/>
                  </a:cxn>
                  <a:cxn ang="0">
                    <a:pos x="24" y="38"/>
                  </a:cxn>
                  <a:cxn ang="0">
                    <a:pos x="16" y="33"/>
                  </a:cxn>
                  <a:cxn ang="0">
                    <a:pos x="38" y="25"/>
                  </a:cxn>
                  <a:cxn ang="0">
                    <a:pos x="35" y="25"/>
                  </a:cxn>
                  <a:cxn ang="0">
                    <a:pos x="23" y="27"/>
                  </a:cxn>
                  <a:cxn ang="0">
                    <a:pos x="16" y="26"/>
                  </a:cxn>
                  <a:cxn ang="0">
                    <a:pos x="14" y="22"/>
                  </a:cxn>
                  <a:cxn ang="0">
                    <a:pos x="0" y="12"/>
                  </a:cxn>
                  <a:cxn ang="0">
                    <a:pos x="6" y="8"/>
                  </a:cxn>
                  <a:cxn ang="0">
                    <a:pos x="23" y="0"/>
                  </a:cxn>
                  <a:cxn ang="0">
                    <a:pos x="44" y="9"/>
                  </a:cxn>
                  <a:cxn ang="0">
                    <a:pos x="44" y="25"/>
                  </a:cxn>
                  <a:cxn ang="0">
                    <a:pos x="50" y="29"/>
                  </a:cxn>
                  <a:cxn ang="0">
                    <a:pos x="59" y="38"/>
                  </a:cxn>
                  <a:cxn ang="0">
                    <a:pos x="67" y="30"/>
                  </a:cxn>
                  <a:cxn ang="0">
                    <a:pos x="78" y="25"/>
                  </a:cxn>
                  <a:cxn ang="0">
                    <a:pos x="92" y="14"/>
                  </a:cxn>
                  <a:cxn ang="0">
                    <a:pos x="98" y="17"/>
                  </a:cxn>
                  <a:cxn ang="0">
                    <a:pos x="109" y="25"/>
                  </a:cxn>
                  <a:cxn ang="0">
                    <a:pos x="121" y="25"/>
                  </a:cxn>
                  <a:cxn ang="0">
                    <a:pos x="130" y="29"/>
                  </a:cxn>
                  <a:cxn ang="0">
                    <a:pos x="130" y="30"/>
                  </a:cxn>
                  <a:cxn ang="0">
                    <a:pos x="128" y="28"/>
                  </a:cxn>
                </a:cxnLst>
                <a:rect l="0" t="0" r="r" b="b"/>
                <a:pathLst>
                  <a:path w="255" h="133">
                    <a:moveTo>
                      <a:pt x="128" y="28"/>
                    </a:moveTo>
                    <a:cubicBezTo>
                      <a:pt x="133" y="33"/>
                      <a:pt x="149" y="39"/>
                      <a:pt x="160" y="39"/>
                    </a:cubicBezTo>
                    <a:cubicBezTo>
                      <a:pt x="165" y="39"/>
                      <a:pt x="168" y="45"/>
                      <a:pt x="173" y="45"/>
                    </a:cubicBezTo>
                    <a:cubicBezTo>
                      <a:pt x="173" y="48"/>
                      <a:pt x="176" y="49"/>
                      <a:pt x="179" y="49"/>
                    </a:cubicBezTo>
                    <a:cubicBezTo>
                      <a:pt x="193" y="54"/>
                      <a:pt x="192" y="66"/>
                      <a:pt x="203" y="71"/>
                    </a:cubicBezTo>
                    <a:cubicBezTo>
                      <a:pt x="207" y="73"/>
                      <a:pt x="217" y="68"/>
                      <a:pt x="217" y="78"/>
                    </a:cubicBezTo>
                    <a:cubicBezTo>
                      <a:pt x="217" y="83"/>
                      <a:pt x="208" y="81"/>
                      <a:pt x="208" y="85"/>
                    </a:cubicBezTo>
                    <a:cubicBezTo>
                      <a:pt x="208" y="87"/>
                      <a:pt x="216" y="95"/>
                      <a:pt x="217" y="96"/>
                    </a:cubicBezTo>
                    <a:cubicBezTo>
                      <a:pt x="221" y="100"/>
                      <a:pt x="220" y="103"/>
                      <a:pt x="224" y="108"/>
                    </a:cubicBezTo>
                    <a:cubicBezTo>
                      <a:pt x="225" y="111"/>
                      <a:pt x="230" y="113"/>
                      <a:pt x="233" y="113"/>
                    </a:cubicBezTo>
                    <a:cubicBezTo>
                      <a:pt x="235" y="113"/>
                      <a:pt x="236" y="116"/>
                      <a:pt x="237" y="118"/>
                    </a:cubicBezTo>
                    <a:cubicBezTo>
                      <a:pt x="238" y="120"/>
                      <a:pt x="240" y="118"/>
                      <a:pt x="242" y="119"/>
                    </a:cubicBezTo>
                    <a:cubicBezTo>
                      <a:pt x="245" y="119"/>
                      <a:pt x="246" y="122"/>
                      <a:pt x="247" y="124"/>
                    </a:cubicBezTo>
                    <a:cubicBezTo>
                      <a:pt x="247" y="126"/>
                      <a:pt x="254" y="125"/>
                      <a:pt x="255" y="126"/>
                    </a:cubicBezTo>
                    <a:cubicBezTo>
                      <a:pt x="253" y="127"/>
                      <a:pt x="250" y="130"/>
                      <a:pt x="250" y="133"/>
                    </a:cubicBezTo>
                    <a:cubicBezTo>
                      <a:pt x="249" y="133"/>
                      <a:pt x="248" y="133"/>
                      <a:pt x="247" y="133"/>
                    </a:cubicBezTo>
                    <a:cubicBezTo>
                      <a:pt x="246" y="133"/>
                      <a:pt x="240" y="128"/>
                      <a:pt x="239" y="127"/>
                    </a:cubicBezTo>
                    <a:cubicBezTo>
                      <a:pt x="227" y="127"/>
                      <a:pt x="227" y="127"/>
                      <a:pt x="227" y="127"/>
                    </a:cubicBezTo>
                    <a:cubicBezTo>
                      <a:pt x="221" y="126"/>
                      <a:pt x="210" y="121"/>
                      <a:pt x="210" y="116"/>
                    </a:cubicBezTo>
                    <a:cubicBezTo>
                      <a:pt x="210" y="115"/>
                      <a:pt x="207" y="114"/>
                      <a:pt x="206" y="113"/>
                    </a:cubicBezTo>
                    <a:cubicBezTo>
                      <a:pt x="197" y="104"/>
                      <a:pt x="189" y="92"/>
                      <a:pt x="175" y="92"/>
                    </a:cubicBezTo>
                    <a:cubicBezTo>
                      <a:pt x="164" y="92"/>
                      <a:pt x="165" y="100"/>
                      <a:pt x="158" y="103"/>
                    </a:cubicBezTo>
                    <a:cubicBezTo>
                      <a:pt x="160" y="108"/>
                      <a:pt x="156" y="110"/>
                      <a:pt x="156" y="113"/>
                    </a:cubicBezTo>
                    <a:cubicBezTo>
                      <a:pt x="146" y="113"/>
                      <a:pt x="144" y="113"/>
                      <a:pt x="139" y="113"/>
                    </a:cubicBezTo>
                    <a:cubicBezTo>
                      <a:pt x="128" y="113"/>
                      <a:pt x="125" y="100"/>
                      <a:pt x="113" y="100"/>
                    </a:cubicBezTo>
                    <a:cubicBezTo>
                      <a:pt x="112" y="100"/>
                      <a:pt x="107" y="100"/>
                      <a:pt x="107" y="102"/>
                    </a:cubicBezTo>
                    <a:cubicBezTo>
                      <a:pt x="98" y="102"/>
                      <a:pt x="98" y="102"/>
                      <a:pt x="98" y="102"/>
                    </a:cubicBezTo>
                    <a:cubicBezTo>
                      <a:pt x="94" y="102"/>
                      <a:pt x="90" y="102"/>
                      <a:pt x="90" y="99"/>
                    </a:cubicBezTo>
                    <a:cubicBezTo>
                      <a:pt x="90" y="93"/>
                      <a:pt x="99" y="91"/>
                      <a:pt x="101" y="90"/>
                    </a:cubicBezTo>
                    <a:cubicBezTo>
                      <a:pt x="95" y="84"/>
                      <a:pt x="98" y="78"/>
                      <a:pt x="96" y="71"/>
                    </a:cubicBezTo>
                    <a:cubicBezTo>
                      <a:pt x="94" y="66"/>
                      <a:pt x="82" y="61"/>
                      <a:pt x="77" y="59"/>
                    </a:cubicBezTo>
                    <a:cubicBezTo>
                      <a:pt x="72" y="56"/>
                      <a:pt x="60" y="54"/>
                      <a:pt x="53" y="54"/>
                    </a:cubicBezTo>
                    <a:cubicBezTo>
                      <a:pt x="47" y="54"/>
                      <a:pt x="44" y="43"/>
                      <a:pt x="37" y="45"/>
                    </a:cubicBezTo>
                    <a:cubicBezTo>
                      <a:pt x="37" y="41"/>
                      <a:pt x="37" y="41"/>
                      <a:pt x="37" y="41"/>
                    </a:cubicBezTo>
                    <a:cubicBezTo>
                      <a:pt x="36" y="44"/>
                      <a:pt x="34" y="49"/>
                      <a:pt x="30" y="49"/>
                    </a:cubicBezTo>
                    <a:cubicBezTo>
                      <a:pt x="29" y="49"/>
                      <a:pt x="26" y="49"/>
                      <a:pt x="26" y="48"/>
                    </a:cubicBezTo>
                    <a:cubicBezTo>
                      <a:pt x="24" y="43"/>
                      <a:pt x="26" y="41"/>
                      <a:pt x="24" y="38"/>
                    </a:cubicBezTo>
                    <a:cubicBezTo>
                      <a:pt x="22" y="34"/>
                      <a:pt x="17" y="36"/>
                      <a:pt x="16" y="33"/>
                    </a:cubicBezTo>
                    <a:cubicBezTo>
                      <a:pt x="22" y="29"/>
                      <a:pt x="35" y="30"/>
                      <a:pt x="38" y="25"/>
                    </a:cubicBezTo>
                    <a:cubicBezTo>
                      <a:pt x="35" y="25"/>
                      <a:pt x="35" y="25"/>
                      <a:pt x="35" y="25"/>
                    </a:cubicBezTo>
                    <a:cubicBezTo>
                      <a:pt x="30" y="26"/>
                      <a:pt x="27" y="27"/>
                      <a:pt x="23" y="27"/>
                    </a:cubicBezTo>
                    <a:cubicBezTo>
                      <a:pt x="20" y="27"/>
                      <a:pt x="19" y="26"/>
                      <a:pt x="16" y="26"/>
                    </a:cubicBezTo>
                    <a:cubicBezTo>
                      <a:pt x="15" y="25"/>
                      <a:pt x="14" y="23"/>
                      <a:pt x="14" y="22"/>
                    </a:cubicBezTo>
                    <a:cubicBezTo>
                      <a:pt x="11" y="15"/>
                      <a:pt x="0" y="18"/>
                      <a:pt x="0" y="12"/>
                    </a:cubicBezTo>
                    <a:cubicBezTo>
                      <a:pt x="0" y="9"/>
                      <a:pt x="4" y="8"/>
                      <a:pt x="6" y="8"/>
                    </a:cubicBezTo>
                    <a:cubicBezTo>
                      <a:pt x="12" y="8"/>
                      <a:pt x="15" y="0"/>
                      <a:pt x="23" y="0"/>
                    </a:cubicBezTo>
                    <a:cubicBezTo>
                      <a:pt x="30" y="0"/>
                      <a:pt x="36" y="7"/>
                      <a:pt x="44" y="9"/>
                    </a:cubicBezTo>
                    <a:cubicBezTo>
                      <a:pt x="44" y="15"/>
                      <a:pt x="44" y="22"/>
                      <a:pt x="44" y="25"/>
                    </a:cubicBezTo>
                    <a:cubicBezTo>
                      <a:pt x="44" y="27"/>
                      <a:pt x="46" y="29"/>
                      <a:pt x="50" y="29"/>
                    </a:cubicBezTo>
                    <a:cubicBezTo>
                      <a:pt x="50" y="31"/>
                      <a:pt x="56" y="38"/>
                      <a:pt x="59" y="38"/>
                    </a:cubicBezTo>
                    <a:cubicBezTo>
                      <a:pt x="62" y="38"/>
                      <a:pt x="66" y="31"/>
                      <a:pt x="67" y="30"/>
                    </a:cubicBezTo>
                    <a:cubicBezTo>
                      <a:pt x="71" y="27"/>
                      <a:pt x="71" y="26"/>
                      <a:pt x="78" y="25"/>
                    </a:cubicBezTo>
                    <a:cubicBezTo>
                      <a:pt x="82" y="23"/>
                      <a:pt x="87" y="15"/>
                      <a:pt x="92" y="14"/>
                    </a:cubicBezTo>
                    <a:cubicBezTo>
                      <a:pt x="93" y="17"/>
                      <a:pt x="96" y="16"/>
                      <a:pt x="98" y="17"/>
                    </a:cubicBezTo>
                    <a:cubicBezTo>
                      <a:pt x="103" y="18"/>
                      <a:pt x="106" y="24"/>
                      <a:pt x="109" y="25"/>
                    </a:cubicBezTo>
                    <a:cubicBezTo>
                      <a:pt x="121" y="25"/>
                      <a:pt x="121" y="25"/>
                      <a:pt x="121" y="25"/>
                    </a:cubicBezTo>
                    <a:cubicBezTo>
                      <a:pt x="123" y="27"/>
                      <a:pt x="128" y="29"/>
                      <a:pt x="130" y="29"/>
                    </a:cubicBezTo>
                    <a:cubicBezTo>
                      <a:pt x="130" y="30"/>
                      <a:pt x="130" y="30"/>
                      <a:pt x="130" y="30"/>
                    </a:cubicBezTo>
                    <a:lnTo>
                      <a:pt x="128" y="28"/>
                    </a:lnTo>
                    <a:close/>
                  </a:path>
                </a:pathLst>
              </a:custGeom>
              <a:solidFill>
                <a:srgbClr val="A0DBCE"/>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grpSp>
            <p:nvGrpSpPr>
              <p:cNvPr id="127" name="Group 91"/>
              <p:cNvGrpSpPr/>
              <p:nvPr/>
            </p:nvGrpSpPr>
            <p:grpSpPr>
              <a:xfrm>
                <a:off x="6275388" y="2917825"/>
                <a:ext cx="966788" cy="806451"/>
                <a:chOff x="6275388" y="2917825"/>
                <a:chExt cx="966788" cy="806451"/>
              </a:xfrm>
              <a:grpFill/>
            </p:grpSpPr>
            <p:sp>
              <p:nvSpPr>
                <p:cNvPr id="128" name="is1ide-Freeform: Shape 92"/>
                <p:cNvSpPr>
                  <a:spLocks/>
                </p:cNvSpPr>
                <p:nvPr/>
              </p:nvSpPr>
              <p:spPr bwMode="auto">
                <a:xfrm>
                  <a:off x="6623050" y="2968625"/>
                  <a:ext cx="11113" cy="25400"/>
                </a:xfrm>
                <a:custGeom>
                  <a:avLst/>
                  <a:gdLst/>
                  <a:ahLst/>
                  <a:cxnLst>
                    <a:cxn ang="0">
                      <a:pos x="7" y="0"/>
                    </a:cxn>
                    <a:cxn ang="0">
                      <a:pos x="8" y="5"/>
                    </a:cxn>
                    <a:cxn ang="0">
                      <a:pos x="5" y="9"/>
                    </a:cxn>
                    <a:cxn ang="0">
                      <a:pos x="2" y="19"/>
                    </a:cxn>
                    <a:cxn ang="0">
                      <a:pos x="0" y="15"/>
                    </a:cxn>
                    <a:cxn ang="0">
                      <a:pos x="4" y="8"/>
                    </a:cxn>
                    <a:cxn ang="0">
                      <a:pos x="7" y="0"/>
                    </a:cxn>
                  </a:cxnLst>
                  <a:rect l="0" t="0" r="r" b="b"/>
                  <a:pathLst>
                    <a:path w="8" h="19">
                      <a:moveTo>
                        <a:pt x="7" y="0"/>
                      </a:moveTo>
                      <a:cubicBezTo>
                        <a:pt x="7" y="4"/>
                        <a:pt x="8" y="2"/>
                        <a:pt x="8" y="5"/>
                      </a:cubicBezTo>
                      <a:cubicBezTo>
                        <a:pt x="8" y="8"/>
                        <a:pt x="7" y="9"/>
                        <a:pt x="5" y="9"/>
                      </a:cubicBezTo>
                      <a:cubicBezTo>
                        <a:pt x="5" y="14"/>
                        <a:pt x="6" y="19"/>
                        <a:pt x="2" y="19"/>
                      </a:cubicBezTo>
                      <a:cubicBezTo>
                        <a:pt x="1" y="19"/>
                        <a:pt x="0" y="16"/>
                        <a:pt x="0" y="15"/>
                      </a:cubicBezTo>
                      <a:cubicBezTo>
                        <a:pt x="0" y="11"/>
                        <a:pt x="4" y="10"/>
                        <a:pt x="4" y="8"/>
                      </a:cubicBezTo>
                      <a:cubicBezTo>
                        <a:pt x="4" y="4"/>
                        <a:pt x="3" y="0"/>
                        <a:pt x="7" y="0"/>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29" name="is1ide-Freeform: Shape 93"/>
                <p:cNvSpPr>
                  <a:spLocks/>
                </p:cNvSpPr>
                <p:nvPr/>
              </p:nvSpPr>
              <p:spPr bwMode="auto">
                <a:xfrm>
                  <a:off x="6867525" y="2944813"/>
                  <a:ext cx="65088" cy="38100"/>
                </a:xfrm>
                <a:custGeom>
                  <a:avLst/>
                  <a:gdLst/>
                  <a:ahLst/>
                  <a:cxnLst>
                    <a:cxn ang="0">
                      <a:pos x="13" y="27"/>
                    </a:cxn>
                    <a:cxn ang="0">
                      <a:pos x="0" y="18"/>
                    </a:cxn>
                    <a:cxn ang="0">
                      <a:pos x="13" y="18"/>
                    </a:cxn>
                    <a:cxn ang="0">
                      <a:pos x="18" y="17"/>
                    </a:cxn>
                    <a:cxn ang="0">
                      <a:pos x="35" y="13"/>
                    </a:cxn>
                    <a:cxn ang="0">
                      <a:pos x="45" y="0"/>
                    </a:cxn>
                    <a:cxn ang="0">
                      <a:pos x="49" y="7"/>
                    </a:cxn>
                    <a:cxn ang="0">
                      <a:pos x="40" y="22"/>
                    </a:cxn>
                    <a:cxn ang="0">
                      <a:pos x="19" y="29"/>
                    </a:cxn>
                    <a:cxn ang="0">
                      <a:pos x="11" y="25"/>
                    </a:cxn>
                    <a:cxn ang="0">
                      <a:pos x="13" y="27"/>
                    </a:cxn>
                  </a:cxnLst>
                  <a:rect l="0" t="0" r="r" b="b"/>
                  <a:pathLst>
                    <a:path w="49" h="29">
                      <a:moveTo>
                        <a:pt x="13" y="27"/>
                      </a:moveTo>
                      <a:cubicBezTo>
                        <a:pt x="9" y="22"/>
                        <a:pt x="1" y="24"/>
                        <a:pt x="0" y="18"/>
                      </a:cubicBezTo>
                      <a:cubicBezTo>
                        <a:pt x="13" y="18"/>
                        <a:pt x="13" y="18"/>
                        <a:pt x="13" y="18"/>
                      </a:cubicBezTo>
                      <a:cubicBezTo>
                        <a:pt x="14" y="18"/>
                        <a:pt x="18" y="17"/>
                        <a:pt x="18" y="17"/>
                      </a:cubicBezTo>
                      <a:cubicBezTo>
                        <a:pt x="25" y="14"/>
                        <a:pt x="31" y="15"/>
                        <a:pt x="35" y="13"/>
                      </a:cubicBezTo>
                      <a:cubicBezTo>
                        <a:pt x="41" y="10"/>
                        <a:pt x="39" y="0"/>
                        <a:pt x="45" y="0"/>
                      </a:cubicBezTo>
                      <a:cubicBezTo>
                        <a:pt x="48" y="0"/>
                        <a:pt x="49" y="4"/>
                        <a:pt x="49" y="7"/>
                      </a:cubicBezTo>
                      <a:cubicBezTo>
                        <a:pt x="49" y="16"/>
                        <a:pt x="40" y="14"/>
                        <a:pt x="40" y="22"/>
                      </a:cubicBezTo>
                      <a:cubicBezTo>
                        <a:pt x="32" y="24"/>
                        <a:pt x="28" y="29"/>
                        <a:pt x="19" y="29"/>
                      </a:cubicBezTo>
                      <a:cubicBezTo>
                        <a:pt x="17" y="29"/>
                        <a:pt x="11" y="26"/>
                        <a:pt x="11" y="25"/>
                      </a:cubicBezTo>
                      <a:lnTo>
                        <a:pt x="13" y="27"/>
                      </a:lnTo>
                      <a:close/>
                    </a:path>
                  </a:pathLst>
                </a:custGeom>
                <a:solidFill>
                  <a:srgbClr val="A0DBCE"/>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30" name="is1ide-Freeform: Shape 94"/>
                <p:cNvSpPr>
                  <a:spLocks/>
                </p:cNvSpPr>
                <p:nvPr/>
              </p:nvSpPr>
              <p:spPr bwMode="auto">
                <a:xfrm>
                  <a:off x="6911975" y="2917825"/>
                  <a:ext cx="34925" cy="34925"/>
                </a:xfrm>
                <a:custGeom>
                  <a:avLst/>
                  <a:gdLst/>
                  <a:ahLst/>
                  <a:cxnLst>
                    <a:cxn ang="0">
                      <a:pos x="23" y="25"/>
                    </a:cxn>
                    <a:cxn ang="0">
                      <a:pos x="19" y="17"/>
                    </a:cxn>
                    <a:cxn ang="0">
                      <a:pos x="8" y="6"/>
                    </a:cxn>
                    <a:cxn ang="0">
                      <a:pos x="0" y="0"/>
                    </a:cxn>
                    <a:cxn ang="0">
                      <a:pos x="18" y="13"/>
                    </a:cxn>
                    <a:cxn ang="0">
                      <a:pos x="26" y="22"/>
                    </a:cxn>
                    <a:cxn ang="0">
                      <a:pos x="26" y="25"/>
                    </a:cxn>
                    <a:cxn ang="0">
                      <a:pos x="23" y="25"/>
                    </a:cxn>
                  </a:cxnLst>
                  <a:rect l="0" t="0" r="r" b="b"/>
                  <a:pathLst>
                    <a:path w="26" h="26">
                      <a:moveTo>
                        <a:pt x="23" y="25"/>
                      </a:moveTo>
                      <a:cubicBezTo>
                        <a:pt x="18" y="24"/>
                        <a:pt x="18" y="21"/>
                        <a:pt x="19" y="17"/>
                      </a:cubicBezTo>
                      <a:cubicBezTo>
                        <a:pt x="13" y="14"/>
                        <a:pt x="14" y="9"/>
                        <a:pt x="8" y="6"/>
                      </a:cubicBezTo>
                      <a:cubicBezTo>
                        <a:pt x="5" y="4"/>
                        <a:pt x="2" y="4"/>
                        <a:pt x="0" y="0"/>
                      </a:cubicBezTo>
                      <a:cubicBezTo>
                        <a:pt x="9" y="3"/>
                        <a:pt x="13" y="8"/>
                        <a:pt x="18" y="13"/>
                      </a:cubicBezTo>
                      <a:cubicBezTo>
                        <a:pt x="21" y="17"/>
                        <a:pt x="26" y="16"/>
                        <a:pt x="26" y="22"/>
                      </a:cubicBezTo>
                      <a:cubicBezTo>
                        <a:pt x="26" y="23"/>
                        <a:pt x="26" y="24"/>
                        <a:pt x="26" y="25"/>
                      </a:cubicBezTo>
                      <a:cubicBezTo>
                        <a:pt x="25" y="25"/>
                        <a:pt x="24" y="26"/>
                        <a:pt x="23" y="25"/>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31" name="is1ide-Freeform: Shape 95"/>
                <p:cNvSpPr>
                  <a:spLocks/>
                </p:cNvSpPr>
                <p:nvPr/>
              </p:nvSpPr>
              <p:spPr bwMode="auto">
                <a:xfrm>
                  <a:off x="6972300" y="2967038"/>
                  <a:ext cx="17463" cy="20638"/>
                </a:xfrm>
                <a:custGeom>
                  <a:avLst/>
                  <a:gdLst/>
                  <a:ahLst/>
                  <a:cxnLst>
                    <a:cxn ang="0">
                      <a:pos x="7" y="9"/>
                    </a:cxn>
                    <a:cxn ang="0">
                      <a:pos x="1" y="0"/>
                    </a:cxn>
                    <a:cxn ang="0">
                      <a:pos x="13" y="12"/>
                    </a:cxn>
                    <a:cxn ang="0">
                      <a:pos x="10" y="16"/>
                    </a:cxn>
                    <a:cxn ang="0">
                      <a:pos x="7" y="13"/>
                    </a:cxn>
                    <a:cxn ang="0">
                      <a:pos x="7" y="9"/>
                    </a:cxn>
                  </a:cxnLst>
                  <a:rect l="0" t="0" r="r" b="b"/>
                  <a:pathLst>
                    <a:path w="13" h="16">
                      <a:moveTo>
                        <a:pt x="7" y="9"/>
                      </a:moveTo>
                      <a:cubicBezTo>
                        <a:pt x="2" y="9"/>
                        <a:pt x="0" y="4"/>
                        <a:pt x="1" y="0"/>
                      </a:cubicBezTo>
                      <a:cubicBezTo>
                        <a:pt x="4" y="1"/>
                        <a:pt x="13" y="11"/>
                        <a:pt x="13" y="12"/>
                      </a:cubicBezTo>
                      <a:cubicBezTo>
                        <a:pt x="13" y="14"/>
                        <a:pt x="11" y="16"/>
                        <a:pt x="10" y="16"/>
                      </a:cubicBezTo>
                      <a:cubicBezTo>
                        <a:pt x="9" y="16"/>
                        <a:pt x="7" y="14"/>
                        <a:pt x="7" y="13"/>
                      </a:cubicBezTo>
                      <a:cubicBezTo>
                        <a:pt x="7" y="12"/>
                        <a:pt x="7" y="11"/>
                        <a:pt x="7" y="9"/>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32" name="is1ide-Freeform: Shape 96"/>
                <p:cNvSpPr>
                  <a:spLocks/>
                </p:cNvSpPr>
                <p:nvPr/>
              </p:nvSpPr>
              <p:spPr bwMode="auto">
                <a:xfrm>
                  <a:off x="7086600" y="3046413"/>
                  <a:ext cx="9525" cy="11113"/>
                </a:xfrm>
                <a:custGeom>
                  <a:avLst/>
                  <a:gdLst/>
                  <a:ahLst/>
                  <a:cxnLst>
                    <a:cxn ang="0">
                      <a:pos x="7" y="6"/>
                    </a:cxn>
                    <a:cxn ang="0">
                      <a:pos x="7" y="9"/>
                    </a:cxn>
                    <a:cxn ang="0">
                      <a:pos x="0" y="0"/>
                    </a:cxn>
                    <a:cxn ang="0">
                      <a:pos x="7" y="6"/>
                    </a:cxn>
                  </a:cxnLst>
                  <a:rect l="0" t="0" r="r" b="b"/>
                  <a:pathLst>
                    <a:path w="7" h="9">
                      <a:moveTo>
                        <a:pt x="7" y="6"/>
                      </a:moveTo>
                      <a:cubicBezTo>
                        <a:pt x="7" y="7"/>
                        <a:pt x="7" y="8"/>
                        <a:pt x="7" y="9"/>
                      </a:cubicBezTo>
                      <a:cubicBezTo>
                        <a:pt x="3" y="9"/>
                        <a:pt x="0" y="2"/>
                        <a:pt x="0" y="0"/>
                      </a:cubicBezTo>
                      <a:cubicBezTo>
                        <a:pt x="4" y="2"/>
                        <a:pt x="7" y="3"/>
                        <a:pt x="7" y="6"/>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33" name="is1ide-Freeform: Shape 97"/>
                <p:cNvSpPr>
                  <a:spLocks/>
                </p:cNvSpPr>
                <p:nvPr/>
              </p:nvSpPr>
              <p:spPr bwMode="auto">
                <a:xfrm>
                  <a:off x="7061200" y="3036888"/>
                  <a:ext cx="20638" cy="9525"/>
                </a:xfrm>
                <a:custGeom>
                  <a:avLst/>
                  <a:gdLst/>
                  <a:ahLst/>
                  <a:cxnLst>
                    <a:cxn ang="0">
                      <a:pos x="15" y="6"/>
                    </a:cxn>
                    <a:cxn ang="0">
                      <a:pos x="12" y="7"/>
                    </a:cxn>
                    <a:cxn ang="0">
                      <a:pos x="0" y="0"/>
                    </a:cxn>
                    <a:cxn ang="0">
                      <a:pos x="15" y="6"/>
                    </a:cxn>
                  </a:cxnLst>
                  <a:rect l="0" t="0" r="r" b="b"/>
                  <a:pathLst>
                    <a:path w="15" h="7">
                      <a:moveTo>
                        <a:pt x="15" y="6"/>
                      </a:moveTo>
                      <a:cubicBezTo>
                        <a:pt x="14" y="6"/>
                        <a:pt x="13" y="7"/>
                        <a:pt x="12" y="7"/>
                      </a:cubicBezTo>
                      <a:cubicBezTo>
                        <a:pt x="7" y="7"/>
                        <a:pt x="0" y="5"/>
                        <a:pt x="0" y="0"/>
                      </a:cubicBezTo>
                      <a:cubicBezTo>
                        <a:pt x="7" y="0"/>
                        <a:pt x="11" y="1"/>
                        <a:pt x="15" y="6"/>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34" name="is1ide-Freeform: Shape 98"/>
                <p:cNvSpPr>
                  <a:spLocks/>
                </p:cNvSpPr>
                <p:nvPr/>
              </p:nvSpPr>
              <p:spPr bwMode="auto">
                <a:xfrm>
                  <a:off x="7064375" y="3013075"/>
                  <a:ext cx="17463" cy="19050"/>
                </a:xfrm>
                <a:custGeom>
                  <a:avLst/>
                  <a:gdLst/>
                  <a:ahLst/>
                  <a:cxnLst>
                    <a:cxn ang="0">
                      <a:pos x="13" y="14"/>
                    </a:cxn>
                    <a:cxn ang="0">
                      <a:pos x="0" y="0"/>
                    </a:cxn>
                    <a:cxn ang="0">
                      <a:pos x="13" y="14"/>
                    </a:cxn>
                  </a:cxnLst>
                  <a:rect l="0" t="0" r="r" b="b"/>
                  <a:pathLst>
                    <a:path w="13" h="14">
                      <a:moveTo>
                        <a:pt x="13" y="14"/>
                      </a:moveTo>
                      <a:cubicBezTo>
                        <a:pt x="9" y="14"/>
                        <a:pt x="1" y="3"/>
                        <a:pt x="0" y="0"/>
                      </a:cubicBezTo>
                      <a:cubicBezTo>
                        <a:pt x="6" y="3"/>
                        <a:pt x="11" y="7"/>
                        <a:pt x="13" y="14"/>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35" name="is1ide-Freeform: Shape 99"/>
                <p:cNvSpPr>
                  <a:spLocks/>
                </p:cNvSpPr>
                <p:nvPr/>
              </p:nvSpPr>
              <p:spPr bwMode="auto">
                <a:xfrm>
                  <a:off x="7027863" y="2998788"/>
                  <a:ext cx="23813" cy="14288"/>
                </a:xfrm>
                <a:custGeom>
                  <a:avLst/>
                  <a:gdLst/>
                  <a:ahLst/>
                  <a:cxnLst>
                    <a:cxn ang="0">
                      <a:pos x="2" y="0"/>
                    </a:cxn>
                    <a:cxn ang="0">
                      <a:pos x="17" y="9"/>
                    </a:cxn>
                    <a:cxn ang="0">
                      <a:pos x="14" y="10"/>
                    </a:cxn>
                    <a:cxn ang="0">
                      <a:pos x="0" y="1"/>
                    </a:cxn>
                    <a:cxn ang="0">
                      <a:pos x="1" y="1"/>
                    </a:cxn>
                    <a:cxn ang="0">
                      <a:pos x="2" y="0"/>
                    </a:cxn>
                  </a:cxnLst>
                  <a:rect l="0" t="0" r="r" b="b"/>
                  <a:pathLst>
                    <a:path w="17" h="10">
                      <a:moveTo>
                        <a:pt x="2" y="0"/>
                      </a:moveTo>
                      <a:cubicBezTo>
                        <a:pt x="6" y="2"/>
                        <a:pt x="15" y="5"/>
                        <a:pt x="17" y="9"/>
                      </a:cubicBezTo>
                      <a:cubicBezTo>
                        <a:pt x="17" y="9"/>
                        <a:pt x="15" y="10"/>
                        <a:pt x="14" y="10"/>
                      </a:cubicBezTo>
                      <a:cubicBezTo>
                        <a:pt x="10" y="10"/>
                        <a:pt x="0" y="6"/>
                        <a:pt x="0" y="1"/>
                      </a:cubicBezTo>
                      <a:cubicBezTo>
                        <a:pt x="1" y="1"/>
                        <a:pt x="1" y="1"/>
                        <a:pt x="1" y="1"/>
                      </a:cubicBezTo>
                      <a:lnTo>
                        <a:pt x="2" y="0"/>
                      </a:ln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36" name="is1ide-Freeform: Shape 100"/>
                <p:cNvSpPr>
                  <a:spLocks/>
                </p:cNvSpPr>
                <p:nvPr/>
              </p:nvSpPr>
              <p:spPr bwMode="auto">
                <a:xfrm>
                  <a:off x="7002463" y="2984500"/>
                  <a:ext cx="14288" cy="7938"/>
                </a:xfrm>
                <a:custGeom>
                  <a:avLst/>
                  <a:gdLst/>
                  <a:ahLst/>
                  <a:cxnLst>
                    <a:cxn ang="0">
                      <a:pos x="0" y="0"/>
                    </a:cxn>
                    <a:cxn ang="0">
                      <a:pos x="11" y="6"/>
                    </a:cxn>
                    <a:cxn ang="0">
                      <a:pos x="7" y="6"/>
                    </a:cxn>
                    <a:cxn ang="0">
                      <a:pos x="0" y="2"/>
                    </a:cxn>
                    <a:cxn ang="0">
                      <a:pos x="3" y="1"/>
                    </a:cxn>
                    <a:cxn ang="0">
                      <a:pos x="0" y="0"/>
                    </a:cxn>
                  </a:cxnLst>
                  <a:rect l="0" t="0" r="r" b="b"/>
                  <a:pathLst>
                    <a:path w="11" h="6">
                      <a:moveTo>
                        <a:pt x="0" y="0"/>
                      </a:moveTo>
                      <a:cubicBezTo>
                        <a:pt x="5" y="3"/>
                        <a:pt x="8" y="2"/>
                        <a:pt x="11" y="6"/>
                      </a:cubicBezTo>
                      <a:cubicBezTo>
                        <a:pt x="7" y="6"/>
                        <a:pt x="7" y="6"/>
                        <a:pt x="7" y="6"/>
                      </a:cubicBezTo>
                      <a:cubicBezTo>
                        <a:pt x="0" y="2"/>
                        <a:pt x="0" y="2"/>
                        <a:pt x="0" y="2"/>
                      </a:cubicBezTo>
                      <a:cubicBezTo>
                        <a:pt x="1" y="2"/>
                        <a:pt x="3" y="2"/>
                        <a:pt x="3" y="1"/>
                      </a:cubicBezTo>
                      <a:lnTo>
                        <a:pt x="0" y="0"/>
                      </a:ln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37" name="is1ide-Freeform: Shape 101"/>
                <p:cNvSpPr>
                  <a:spLocks/>
                </p:cNvSpPr>
                <p:nvPr/>
              </p:nvSpPr>
              <p:spPr bwMode="auto">
                <a:xfrm>
                  <a:off x="6800850" y="3594100"/>
                  <a:ext cx="63500" cy="65088"/>
                </a:xfrm>
                <a:custGeom>
                  <a:avLst/>
                  <a:gdLst/>
                  <a:ahLst/>
                  <a:cxnLst>
                    <a:cxn ang="0">
                      <a:pos x="24" y="7"/>
                    </a:cxn>
                    <a:cxn ang="0">
                      <a:pos x="43" y="3"/>
                    </a:cxn>
                    <a:cxn ang="0">
                      <a:pos x="48" y="16"/>
                    </a:cxn>
                    <a:cxn ang="0">
                      <a:pos x="27" y="49"/>
                    </a:cxn>
                    <a:cxn ang="0">
                      <a:pos x="0" y="7"/>
                    </a:cxn>
                    <a:cxn ang="0">
                      <a:pos x="24" y="7"/>
                    </a:cxn>
                  </a:cxnLst>
                  <a:rect l="0" t="0" r="r" b="b"/>
                  <a:pathLst>
                    <a:path w="48" h="49">
                      <a:moveTo>
                        <a:pt x="24" y="7"/>
                      </a:moveTo>
                      <a:cubicBezTo>
                        <a:pt x="30" y="7"/>
                        <a:pt x="37" y="5"/>
                        <a:pt x="43" y="3"/>
                      </a:cubicBezTo>
                      <a:cubicBezTo>
                        <a:pt x="45" y="8"/>
                        <a:pt x="48" y="11"/>
                        <a:pt x="48" y="16"/>
                      </a:cubicBezTo>
                      <a:cubicBezTo>
                        <a:pt x="48" y="26"/>
                        <a:pt x="36" y="49"/>
                        <a:pt x="27" y="49"/>
                      </a:cubicBezTo>
                      <a:cubicBezTo>
                        <a:pt x="14" y="49"/>
                        <a:pt x="0" y="16"/>
                        <a:pt x="0" y="7"/>
                      </a:cubicBezTo>
                      <a:cubicBezTo>
                        <a:pt x="0" y="0"/>
                        <a:pt x="24" y="7"/>
                        <a:pt x="24" y="7"/>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38" name="is1ide-Freeform: Shape 102"/>
                <p:cNvSpPr>
                  <a:spLocks/>
                </p:cNvSpPr>
                <p:nvPr/>
              </p:nvSpPr>
              <p:spPr bwMode="auto">
                <a:xfrm>
                  <a:off x="6275388" y="3057525"/>
                  <a:ext cx="676275" cy="509588"/>
                </a:xfrm>
                <a:custGeom>
                  <a:avLst/>
                  <a:gdLst/>
                  <a:ahLst/>
                  <a:cxnLst>
                    <a:cxn ang="0">
                      <a:pos x="508" y="232"/>
                    </a:cxn>
                    <a:cxn ang="0">
                      <a:pos x="501" y="272"/>
                    </a:cxn>
                    <a:cxn ang="0">
                      <a:pos x="478" y="312"/>
                    </a:cxn>
                    <a:cxn ang="0">
                      <a:pos x="465" y="351"/>
                    </a:cxn>
                    <a:cxn ang="0">
                      <a:pos x="398" y="370"/>
                    </a:cxn>
                    <a:cxn ang="0">
                      <a:pos x="335" y="350"/>
                    </a:cxn>
                    <a:cxn ang="0">
                      <a:pos x="329" y="330"/>
                    </a:cxn>
                    <a:cxn ang="0">
                      <a:pos x="314" y="333"/>
                    </a:cxn>
                    <a:cxn ang="0">
                      <a:pos x="313" y="315"/>
                    </a:cxn>
                    <a:cxn ang="0">
                      <a:pos x="301" y="329"/>
                    </a:cxn>
                    <a:cxn ang="0">
                      <a:pos x="310" y="292"/>
                    </a:cxn>
                    <a:cxn ang="0">
                      <a:pos x="278" y="315"/>
                    </a:cxn>
                    <a:cxn ang="0">
                      <a:pos x="214" y="276"/>
                    </a:cxn>
                    <a:cxn ang="0">
                      <a:pos x="131" y="308"/>
                    </a:cxn>
                    <a:cxn ang="0">
                      <a:pos x="93" y="311"/>
                    </a:cxn>
                    <a:cxn ang="0">
                      <a:pos x="22" y="310"/>
                    </a:cxn>
                    <a:cxn ang="0">
                      <a:pos x="23" y="262"/>
                    </a:cxn>
                    <a:cxn ang="0">
                      <a:pos x="2" y="204"/>
                    </a:cxn>
                    <a:cxn ang="0">
                      <a:pos x="9" y="204"/>
                    </a:cxn>
                    <a:cxn ang="0">
                      <a:pos x="3" y="176"/>
                    </a:cxn>
                    <a:cxn ang="0">
                      <a:pos x="8" y="145"/>
                    </a:cxn>
                    <a:cxn ang="0">
                      <a:pos x="32" y="132"/>
                    </a:cxn>
                    <a:cxn ang="0">
                      <a:pos x="114" y="95"/>
                    </a:cxn>
                    <a:cxn ang="0">
                      <a:pos x="119" y="76"/>
                    </a:cxn>
                    <a:cxn ang="0">
                      <a:pos x="131" y="71"/>
                    </a:cxn>
                    <a:cxn ang="0">
                      <a:pos x="150" y="50"/>
                    </a:cxn>
                    <a:cxn ang="0">
                      <a:pos x="187" y="58"/>
                    </a:cxn>
                    <a:cxn ang="0">
                      <a:pos x="203" y="56"/>
                    </a:cxn>
                    <a:cxn ang="0">
                      <a:pos x="211" y="30"/>
                    </a:cxn>
                    <a:cxn ang="0">
                      <a:pos x="244" y="17"/>
                    </a:cxn>
                    <a:cxn ang="0">
                      <a:pos x="276" y="19"/>
                    </a:cxn>
                    <a:cxn ang="0">
                      <a:pos x="297" y="23"/>
                    </a:cxn>
                    <a:cxn ang="0">
                      <a:pos x="281" y="54"/>
                    </a:cxn>
                    <a:cxn ang="0">
                      <a:pos x="295" y="68"/>
                    </a:cxn>
                    <a:cxn ang="0">
                      <a:pos x="341" y="90"/>
                    </a:cxn>
                    <a:cxn ang="0">
                      <a:pos x="359" y="15"/>
                    </a:cxn>
                    <a:cxn ang="0">
                      <a:pos x="381" y="28"/>
                    </a:cxn>
                    <a:cxn ang="0">
                      <a:pos x="400" y="50"/>
                    </a:cxn>
                    <a:cxn ang="0">
                      <a:pos x="419" y="104"/>
                    </a:cxn>
                    <a:cxn ang="0">
                      <a:pos x="457" y="146"/>
                    </a:cxn>
                    <a:cxn ang="0">
                      <a:pos x="497" y="185"/>
                    </a:cxn>
                  </a:cxnLst>
                  <a:rect l="0" t="0" r="r" b="b"/>
                  <a:pathLst>
                    <a:path w="508" h="383">
                      <a:moveTo>
                        <a:pt x="496" y="186"/>
                      </a:moveTo>
                      <a:cubicBezTo>
                        <a:pt x="503" y="195"/>
                        <a:pt x="508" y="219"/>
                        <a:pt x="508" y="232"/>
                      </a:cubicBezTo>
                      <a:cubicBezTo>
                        <a:pt x="508" y="242"/>
                        <a:pt x="505" y="256"/>
                        <a:pt x="501" y="260"/>
                      </a:cubicBezTo>
                      <a:cubicBezTo>
                        <a:pt x="501" y="272"/>
                        <a:pt x="501" y="272"/>
                        <a:pt x="501" y="272"/>
                      </a:cubicBezTo>
                      <a:cubicBezTo>
                        <a:pt x="499" y="276"/>
                        <a:pt x="500" y="277"/>
                        <a:pt x="498" y="281"/>
                      </a:cubicBezTo>
                      <a:cubicBezTo>
                        <a:pt x="490" y="293"/>
                        <a:pt x="482" y="298"/>
                        <a:pt x="478" y="312"/>
                      </a:cubicBezTo>
                      <a:cubicBezTo>
                        <a:pt x="474" y="322"/>
                        <a:pt x="465" y="336"/>
                        <a:pt x="465" y="352"/>
                      </a:cubicBezTo>
                      <a:cubicBezTo>
                        <a:pt x="465" y="351"/>
                        <a:pt x="465" y="351"/>
                        <a:pt x="465" y="351"/>
                      </a:cubicBezTo>
                      <a:cubicBezTo>
                        <a:pt x="460" y="371"/>
                        <a:pt x="424" y="362"/>
                        <a:pt x="420" y="383"/>
                      </a:cubicBezTo>
                      <a:cubicBezTo>
                        <a:pt x="417" y="382"/>
                        <a:pt x="399" y="372"/>
                        <a:pt x="398" y="370"/>
                      </a:cubicBezTo>
                      <a:cubicBezTo>
                        <a:pt x="388" y="371"/>
                        <a:pt x="392" y="379"/>
                        <a:pt x="381" y="379"/>
                      </a:cubicBezTo>
                      <a:cubicBezTo>
                        <a:pt x="363" y="379"/>
                        <a:pt x="335" y="368"/>
                        <a:pt x="335" y="350"/>
                      </a:cubicBezTo>
                      <a:cubicBezTo>
                        <a:pt x="335" y="343"/>
                        <a:pt x="329" y="338"/>
                        <a:pt x="329" y="332"/>
                      </a:cubicBezTo>
                      <a:cubicBezTo>
                        <a:pt x="329" y="332"/>
                        <a:pt x="329" y="330"/>
                        <a:pt x="329" y="330"/>
                      </a:cubicBezTo>
                      <a:cubicBezTo>
                        <a:pt x="325" y="332"/>
                        <a:pt x="323" y="332"/>
                        <a:pt x="320" y="333"/>
                      </a:cubicBezTo>
                      <a:cubicBezTo>
                        <a:pt x="314" y="333"/>
                        <a:pt x="314" y="333"/>
                        <a:pt x="314" y="333"/>
                      </a:cubicBezTo>
                      <a:cubicBezTo>
                        <a:pt x="316" y="330"/>
                        <a:pt x="318" y="328"/>
                        <a:pt x="318" y="323"/>
                      </a:cubicBezTo>
                      <a:cubicBezTo>
                        <a:pt x="318" y="318"/>
                        <a:pt x="315" y="316"/>
                        <a:pt x="313" y="315"/>
                      </a:cubicBezTo>
                      <a:cubicBezTo>
                        <a:pt x="313" y="316"/>
                        <a:pt x="312" y="318"/>
                        <a:pt x="312" y="319"/>
                      </a:cubicBezTo>
                      <a:cubicBezTo>
                        <a:pt x="308" y="321"/>
                        <a:pt x="308" y="329"/>
                        <a:pt x="301" y="329"/>
                      </a:cubicBezTo>
                      <a:cubicBezTo>
                        <a:pt x="299" y="329"/>
                        <a:pt x="297" y="326"/>
                        <a:pt x="297" y="324"/>
                      </a:cubicBezTo>
                      <a:cubicBezTo>
                        <a:pt x="308" y="322"/>
                        <a:pt x="310" y="299"/>
                        <a:pt x="310" y="292"/>
                      </a:cubicBezTo>
                      <a:cubicBezTo>
                        <a:pt x="302" y="300"/>
                        <a:pt x="291" y="323"/>
                        <a:pt x="281" y="323"/>
                      </a:cubicBezTo>
                      <a:cubicBezTo>
                        <a:pt x="276" y="323"/>
                        <a:pt x="278" y="315"/>
                        <a:pt x="278" y="315"/>
                      </a:cubicBezTo>
                      <a:cubicBezTo>
                        <a:pt x="275" y="315"/>
                        <a:pt x="265" y="294"/>
                        <a:pt x="262" y="289"/>
                      </a:cubicBezTo>
                      <a:cubicBezTo>
                        <a:pt x="254" y="280"/>
                        <a:pt x="228" y="276"/>
                        <a:pt x="214" y="276"/>
                      </a:cubicBezTo>
                      <a:cubicBezTo>
                        <a:pt x="198" y="276"/>
                        <a:pt x="195" y="283"/>
                        <a:pt x="185" y="286"/>
                      </a:cubicBezTo>
                      <a:cubicBezTo>
                        <a:pt x="163" y="293"/>
                        <a:pt x="135" y="285"/>
                        <a:pt x="131" y="308"/>
                      </a:cubicBezTo>
                      <a:cubicBezTo>
                        <a:pt x="122" y="309"/>
                        <a:pt x="115" y="311"/>
                        <a:pt x="105" y="311"/>
                      </a:cubicBezTo>
                      <a:cubicBezTo>
                        <a:pt x="98" y="307"/>
                        <a:pt x="98" y="311"/>
                        <a:pt x="93" y="311"/>
                      </a:cubicBezTo>
                      <a:cubicBezTo>
                        <a:pt x="77" y="311"/>
                        <a:pt x="71" y="326"/>
                        <a:pt x="51" y="326"/>
                      </a:cubicBezTo>
                      <a:cubicBezTo>
                        <a:pt x="43" y="326"/>
                        <a:pt x="22" y="316"/>
                        <a:pt x="22" y="310"/>
                      </a:cubicBezTo>
                      <a:cubicBezTo>
                        <a:pt x="22" y="303"/>
                        <a:pt x="32" y="300"/>
                        <a:pt x="32" y="290"/>
                      </a:cubicBezTo>
                      <a:cubicBezTo>
                        <a:pt x="32" y="277"/>
                        <a:pt x="26" y="270"/>
                        <a:pt x="23" y="262"/>
                      </a:cubicBezTo>
                      <a:cubicBezTo>
                        <a:pt x="18" y="243"/>
                        <a:pt x="17" y="237"/>
                        <a:pt x="11" y="220"/>
                      </a:cubicBezTo>
                      <a:cubicBezTo>
                        <a:pt x="9" y="213"/>
                        <a:pt x="0" y="211"/>
                        <a:pt x="2" y="204"/>
                      </a:cubicBezTo>
                      <a:cubicBezTo>
                        <a:pt x="3" y="202"/>
                        <a:pt x="3" y="201"/>
                        <a:pt x="5" y="198"/>
                      </a:cubicBezTo>
                      <a:cubicBezTo>
                        <a:pt x="6" y="201"/>
                        <a:pt x="7" y="203"/>
                        <a:pt x="9" y="204"/>
                      </a:cubicBezTo>
                      <a:cubicBezTo>
                        <a:pt x="10" y="202"/>
                        <a:pt x="9" y="201"/>
                        <a:pt x="9" y="198"/>
                      </a:cubicBezTo>
                      <a:cubicBezTo>
                        <a:pt x="9" y="192"/>
                        <a:pt x="3" y="187"/>
                        <a:pt x="3" y="176"/>
                      </a:cubicBezTo>
                      <a:cubicBezTo>
                        <a:pt x="3" y="162"/>
                        <a:pt x="3" y="161"/>
                        <a:pt x="3" y="150"/>
                      </a:cubicBezTo>
                      <a:cubicBezTo>
                        <a:pt x="3" y="146"/>
                        <a:pt x="7" y="146"/>
                        <a:pt x="8" y="145"/>
                      </a:cubicBezTo>
                      <a:cubicBezTo>
                        <a:pt x="9" y="146"/>
                        <a:pt x="9" y="148"/>
                        <a:pt x="9" y="149"/>
                      </a:cubicBezTo>
                      <a:cubicBezTo>
                        <a:pt x="17" y="148"/>
                        <a:pt x="27" y="137"/>
                        <a:pt x="32" y="132"/>
                      </a:cubicBezTo>
                      <a:cubicBezTo>
                        <a:pt x="37" y="127"/>
                        <a:pt x="53" y="126"/>
                        <a:pt x="62" y="125"/>
                      </a:cubicBezTo>
                      <a:cubicBezTo>
                        <a:pt x="78" y="122"/>
                        <a:pt x="114" y="110"/>
                        <a:pt x="114" y="95"/>
                      </a:cubicBezTo>
                      <a:cubicBezTo>
                        <a:pt x="114" y="92"/>
                        <a:pt x="114" y="90"/>
                        <a:pt x="114" y="87"/>
                      </a:cubicBezTo>
                      <a:cubicBezTo>
                        <a:pt x="114" y="83"/>
                        <a:pt x="115" y="79"/>
                        <a:pt x="119" y="76"/>
                      </a:cubicBezTo>
                      <a:cubicBezTo>
                        <a:pt x="122" y="80"/>
                        <a:pt x="124" y="82"/>
                        <a:pt x="126" y="85"/>
                      </a:cubicBezTo>
                      <a:cubicBezTo>
                        <a:pt x="131" y="82"/>
                        <a:pt x="129" y="75"/>
                        <a:pt x="131" y="71"/>
                      </a:cubicBezTo>
                      <a:cubicBezTo>
                        <a:pt x="134" y="72"/>
                        <a:pt x="137" y="74"/>
                        <a:pt x="140" y="74"/>
                      </a:cubicBezTo>
                      <a:cubicBezTo>
                        <a:pt x="140" y="62"/>
                        <a:pt x="149" y="60"/>
                        <a:pt x="150" y="50"/>
                      </a:cubicBezTo>
                      <a:cubicBezTo>
                        <a:pt x="162" y="50"/>
                        <a:pt x="164" y="41"/>
                        <a:pt x="173" y="41"/>
                      </a:cubicBezTo>
                      <a:cubicBezTo>
                        <a:pt x="181" y="41"/>
                        <a:pt x="186" y="50"/>
                        <a:pt x="187" y="58"/>
                      </a:cubicBezTo>
                      <a:cubicBezTo>
                        <a:pt x="189" y="55"/>
                        <a:pt x="192" y="53"/>
                        <a:pt x="196" y="53"/>
                      </a:cubicBezTo>
                      <a:cubicBezTo>
                        <a:pt x="198" y="53"/>
                        <a:pt x="202" y="56"/>
                        <a:pt x="203" y="56"/>
                      </a:cubicBezTo>
                      <a:cubicBezTo>
                        <a:pt x="205" y="52"/>
                        <a:pt x="204" y="49"/>
                        <a:pt x="204" y="45"/>
                      </a:cubicBezTo>
                      <a:cubicBezTo>
                        <a:pt x="204" y="39"/>
                        <a:pt x="211" y="36"/>
                        <a:pt x="211" y="30"/>
                      </a:cubicBezTo>
                      <a:cubicBezTo>
                        <a:pt x="211" y="24"/>
                        <a:pt x="228" y="20"/>
                        <a:pt x="236" y="20"/>
                      </a:cubicBezTo>
                      <a:cubicBezTo>
                        <a:pt x="239" y="20"/>
                        <a:pt x="243" y="17"/>
                        <a:pt x="244" y="17"/>
                      </a:cubicBezTo>
                      <a:cubicBezTo>
                        <a:pt x="241" y="13"/>
                        <a:pt x="237" y="11"/>
                        <a:pt x="236" y="7"/>
                      </a:cubicBezTo>
                      <a:cubicBezTo>
                        <a:pt x="251" y="13"/>
                        <a:pt x="260" y="19"/>
                        <a:pt x="276" y="19"/>
                      </a:cubicBezTo>
                      <a:cubicBezTo>
                        <a:pt x="281" y="19"/>
                        <a:pt x="283" y="15"/>
                        <a:pt x="288" y="15"/>
                      </a:cubicBezTo>
                      <a:cubicBezTo>
                        <a:pt x="291" y="15"/>
                        <a:pt x="297" y="20"/>
                        <a:pt x="297" y="23"/>
                      </a:cubicBezTo>
                      <a:cubicBezTo>
                        <a:pt x="297" y="29"/>
                        <a:pt x="290" y="30"/>
                        <a:pt x="287" y="32"/>
                      </a:cubicBezTo>
                      <a:cubicBezTo>
                        <a:pt x="281" y="54"/>
                        <a:pt x="281" y="54"/>
                        <a:pt x="281" y="54"/>
                      </a:cubicBezTo>
                      <a:cubicBezTo>
                        <a:pt x="281" y="58"/>
                        <a:pt x="288" y="57"/>
                        <a:pt x="290" y="59"/>
                      </a:cubicBezTo>
                      <a:cubicBezTo>
                        <a:pt x="293" y="60"/>
                        <a:pt x="293" y="67"/>
                        <a:pt x="295" y="68"/>
                      </a:cubicBezTo>
                      <a:cubicBezTo>
                        <a:pt x="306" y="72"/>
                        <a:pt x="313" y="74"/>
                        <a:pt x="324" y="79"/>
                      </a:cubicBezTo>
                      <a:cubicBezTo>
                        <a:pt x="330" y="81"/>
                        <a:pt x="333" y="90"/>
                        <a:pt x="341" y="90"/>
                      </a:cubicBezTo>
                      <a:cubicBezTo>
                        <a:pt x="355" y="90"/>
                        <a:pt x="357" y="64"/>
                        <a:pt x="359" y="54"/>
                      </a:cubicBezTo>
                      <a:cubicBezTo>
                        <a:pt x="359" y="15"/>
                        <a:pt x="359" y="15"/>
                        <a:pt x="359" y="15"/>
                      </a:cubicBezTo>
                      <a:cubicBezTo>
                        <a:pt x="366" y="9"/>
                        <a:pt x="364" y="4"/>
                        <a:pt x="372" y="0"/>
                      </a:cubicBezTo>
                      <a:cubicBezTo>
                        <a:pt x="373" y="11"/>
                        <a:pt x="379" y="19"/>
                        <a:pt x="381" y="28"/>
                      </a:cubicBezTo>
                      <a:cubicBezTo>
                        <a:pt x="383" y="34"/>
                        <a:pt x="381" y="42"/>
                        <a:pt x="386" y="45"/>
                      </a:cubicBezTo>
                      <a:cubicBezTo>
                        <a:pt x="390" y="47"/>
                        <a:pt x="399" y="49"/>
                        <a:pt x="400" y="50"/>
                      </a:cubicBezTo>
                      <a:cubicBezTo>
                        <a:pt x="406" y="54"/>
                        <a:pt x="406" y="68"/>
                        <a:pt x="408" y="75"/>
                      </a:cubicBezTo>
                      <a:cubicBezTo>
                        <a:pt x="412" y="87"/>
                        <a:pt x="415" y="93"/>
                        <a:pt x="419" y="104"/>
                      </a:cubicBezTo>
                      <a:cubicBezTo>
                        <a:pt x="422" y="114"/>
                        <a:pt x="441" y="118"/>
                        <a:pt x="449" y="126"/>
                      </a:cubicBezTo>
                      <a:cubicBezTo>
                        <a:pt x="454" y="131"/>
                        <a:pt x="455" y="139"/>
                        <a:pt x="457" y="146"/>
                      </a:cubicBezTo>
                      <a:cubicBezTo>
                        <a:pt x="459" y="151"/>
                        <a:pt x="466" y="151"/>
                        <a:pt x="471" y="151"/>
                      </a:cubicBezTo>
                      <a:cubicBezTo>
                        <a:pt x="471" y="169"/>
                        <a:pt x="488" y="176"/>
                        <a:pt x="497" y="185"/>
                      </a:cubicBezTo>
                      <a:lnTo>
                        <a:pt x="496" y="186"/>
                      </a:ln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39" name="is1ide-Freeform: Shape 103"/>
                <p:cNvSpPr>
                  <a:spLocks/>
                </p:cNvSpPr>
                <p:nvPr/>
              </p:nvSpPr>
              <p:spPr bwMode="auto">
                <a:xfrm>
                  <a:off x="7043738" y="3598863"/>
                  <a:ext cx="127000" cy="125413"/>
                </a:xfrm>
                <a:custGeom>
                  <a:avLst/>
                  <a:gdLst/>
                  <a:ahLst/>
                  <a:cxnLst>
                    <a:cxn ang="0">
                      <a:pos x="58" y="26"/>
                    </a:cxn>
                    <a:cxn ang="0">
                      <a:pos x="59" y="22"/>
                    </a:cxn>
                    <a:cxn ang="0">
                      <a:pos x="67" y="17"/>
                    </a:cxn>
                    <a:cxn ang="0">
                      <a:pos x="67" y="14"/>
                    </a:cxn>
                    <a:cxn ang="0">
                      <a:pos x="78" y="0"/>
                    </a:cxn>
                    <a:cxn ang="0">
                      <a:pos x="81" y="4"/>
                    </a:cxn>
                    <a:cxn ang="0">
                      <a:pos x="83" y="10"/>
                    </a:cxn>
                    <a:cxn ang="0">
                      <a:pos x="90" y="6"/>
                    </a:cxn>
                    <a:cxn ang="0">
                      <a:pos x="94" y="8"/>
                    </a:cxn>
                    <a:cxn ang="0">
                      <a:pos x="96" y="15"/>
                    </a:cxn>
                    <a:cxn ang="0">
                      <a:pos x="79" y="37"/>
                    </a:cxn>
                    <a:cxn ang="0">
                      <a:pos x="79" y="50"/>
                    </a:cxn>
                    <a:cxn ang="0">
                      <a:pos x="63" y="53"/>
                    </a:cxn>
                    <a:cxn ang="0">
                      <a:pos x="49" y="84"/>
                    </a:cxn>
                    <a:cxn ang="0">
                      <a:pos x="32" y="94"/>
                    </a:cxn>
                    <a:cxn ang="0">
                      <a:pos x="23" y="92"/>
                    </a:cxn>
                    <a:cxn ang="0">
                      <a:pos x="3" y="83"/>
                    </a:cxn>
                    <a:cxn ang="0">
                      <a:pos x="0" y="81"/>
                    </a:cxn>
                    <a:cxn ang="0">
                      <a:pos x="18" y="57"/>
                    </a:cxn>
                    <a:cxn ang="0">
                      <a:pos x="25" y="51"/>
                    </a:cxn>
                    <a:cxn ang="0">
                      <a:pos x="50" y="37"/>
                    </a:cxn>
                    <a:cxn ang="0">
                      <a:pos x="58" y="26"/>
                    </a:cxn>
                  </a:cxnLst>
                  <a:rect l="0" t="0" r="r" b="b"/>
                  <a:pathLst>
                    <a:path w="96" h="94">
                      <a:moveTo>
                        <a:pt x="58" y="26"/>
                      </a:moveTo>
                      <a:cubicBezTo>
                        <a:pt x="58" y="26"/>
                        <a:pt x="58" y="23"/>
                        <a:pt x="59" y="22"/>
                      </a:cubicBezTo>
                      <a:cubicBezTo>
                        <a:pt x="60" y="18"/>
                        <a:pt x="63" y="17"/>
                        <a:pt x="67" y="17"/>
                      </a:cubicBezTo>
                      <a:cubicBezTo>
                        <a:pt x="67" y="16"/>
                        <a:pt x="67" y="15"/>
                        <a:pt x="67" y="14"/>
                      </a:cubicBezTo>
                      <a:cubicBezTo>
                        <a:pt x="67" y="8"/>
                        <a:pt x="74" y="2"/>
                        <a:pt x="78" y="0"/>
                      </a:cubicBezTo>
                      <a:cubicBezTo>
                        <a:pt x="78" y="3"/>
                        <a:pt x="79" y="4"/>
                        <a:pt x="81" y="4"/>
                      </a:cubicBezTo>
                      <a:cubicBezTo>
                        <a:pt x="81" y="7"/>
                        <a:pt x="80" y="10"/>
                        <a:pt x="83" y="10"/>
                      </a:cubicBezTo>
                      <a:cubicBezTo>
                        <a:pt x="86" y="10"/>
                        <a:pt x="88" y="7"/>
                        <a:pt x="90" y="6"/>
                      </a:cubicBezTo>
                      <a:cubicBezTo>
                        <a:pt x="91" y="8"/>
                        <a:pt x="92" y="8"/>
                        <a:pt x="94" y="8"/>
                      </a:cubicBezTo>
                      <a:cubicBezTo>
                        <a:pt x="94" y="12"/>
                        <a:pt x="94" y="14"/>
                        <a:pt x="96" y="15"/>
                      </a:cubicBezTo>
                      <a:cubicBezTo>
                        <a:pt x="95" y="21"/>
                        <a:pt x="86" y="37"/>
                        <a:pt x="79" y="37"/>
                      </a:cubicBezTo>
                      <a:cubicBezTo>
                        <a:pt x="78" y="43"/>
                        <a:pt x="80" y="45"/>
                        <a:pt x="79" y="50"/>
                      </a:cubicBezTo>
                      <a:cubicBezTo>
                        <a:pt x="77" y="50"/>
                        <a:pt x="66" y="53"/>
                        <a:pt x="63" y="53"/>
                      </a:cubicBezTo>
                      <a:cubicBezTo>
                        <a:pt x="61" y="58"/>
                        <a:pt x="49" y="84"/>
                        <a:pt x="49" y="84"/>
                      </a:cubicBezTo>
                      <a:cubicBezTo>
                        <a:pt x="45" y="88"/>
                        <a:pt x="37" y="94"/>
                        <a:pt x="32" y="94"/>
                      </a:cubicBezTo>
                      <a:cubicBezTo>
                        <a:pt x="30" y="94"/>
                        <a:pt x="25" y="92"/>
                        <a:pt x="23" y="92"/>
                      </a:cubicBezTo>
                      <a:cubicBezTo>
                        <a:pt x="20" y="92"/>
                        <a:pt x="3" y="85"/>
                        <a:pt x="3" y="83"/>
                      </a:cubicBezTo>
                      <a:cubicBezTo>
                        <a:pt x="2" y="83"/>
                        <a:pt x="0" y="82"/>
                        <a:pt x="0" y="81"/>
                      </a:cubicBezTo>
                      <a:cubicBezTo>
                        <a:pt x="0" y="70"/>
                        <a:pt x="14" y="64"/>
                        <a:pt x="18" y="57"/>
                      </a:cubicBezTo>
                      <a:cubicBezTo>
                        <a:pt x="20" y="54"/>
                        <a:pt x="22" y="51"/>
                        <a:pt x="25" y="51"/>
                      </a:cubicBezTo>
                      <a:cubicBezTo>
                        <a:pt x="36" y="51"/>
                        <a:pt x="42" y="40"/>
                        <a:pt x="50" y="37"/>
                      </a:cubicBezTo>
                      <a:cubicBezTo>
                        <a:pt x="52" y="36"/>
                        <a:pt x="58" y="26"/>
                        <a:pt x="58" y="26"/>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40" name="is1ide-Freeform: Shape 104"/>
                <p:cNvSpPr>
                  <a:spLocks/>
                </p:cNvSpPr>
                <p:nvPr/>
              </p:nvSpPr>
              <p:spPr bwMode="auto">
                <a:xfrm>
                  <a:off x="7148513" y="3476625"/>
                  <a:ext cx="93663" cy="139700"/>
                </a:xfrm>
                <a:custGeom>
                  <a:avLst/>
                  <a:gdLst/>
                  <a:ahLst/>
                  <a:cxnLst>
                    <a:cxn ang="0">
                      <a:pos x="22" y="40"/>
                    </a:cxn>
                    <a:cxn ang="0">
                      <a:pos x="17" y="31"/>
                    </a:cxn>
                    <a:cxn ang="0">
                      <a:pos x="19" y="27"/>
                    </a:cxn>
                    <a:cxn ang="0">
                      <a:pos x="0" y="0"/>
                    </a:cxn>
                    <a:cxn ang="0">
                      <a:pos x="16" y="12"/>
                    </a:cxn>
                    <a:cxn ang="0">
                      <a:pos x="22" y="19"/>
                    </a:cxn>
                    <a:cxn ang="0">
                      <a:pos x="20" y="22"/>
                    </a:cxn>
                    <a:cxn ang="0">
                      <a:pos x="27" y="37"/>
                    </a:cxn>
                    <a:cxn ang="0">
                      <a:pos x="30" y="37"/>
                    </a:cxn>
                    <a:cxn ang="0">
                      <a:pos x="34" y="32"/>
                    </a:cxn>
                    <a:cxn ang="0">
                      <a:pos x="37" y="32"/>
                    </a:cxn>
                    <a:cxn ang="0">
                      <a:pos x="53" y="50"/>
                    </a:cxn>
                    <a:cxn ang="0">
                      <a:pos x="68" y="46"/>
                    </a:cxn>
                    <a:cxn ang="0">
                      <a:pos x="71" y="48"/>
                    </a:cxn>
                    <a:cxn ang="0">
                      <a:pos x="63" y="71"/>
                    </a:cxn>
                    <a:cxn ang="0">
                      <a:pos x="61" y="68"/>
                    </a:cxn>
                    <a:cxn ang="0">
                      <a:pos x="60" y="70"/>
                    </a:cxn>
                    <a:cxn ang="0">
                      <a:pos x="51" y="75"/>
                    </a:cxn>
                    <a:cxn ang="0">
                      <a:pos x="52" y="80"/>
                    </a:cxn>
                    <a:cxn ang="0">
                      <a:pos x="46" y="89"/>
                    </a:cxn>
                    <a:cxn ang="0">
                      <a:pos x="30" y="104"/>
                    </a:cxn>
                    <a:cxn ang="0">
                      <a:pos x="23" y="98"/>
                    </a:cxn>
                    <a:cxn ang="0">
                      <a:pos x="29" y="86"/>
                    </a:cxn>
                    <a:cxn ang="0">
                      <a:pos x="12" y="72"/>
                    </a:cxn>
                    <a:cxn ang="0">
                      <a:pos x="19" y="65"/>
                    </a:cxn>
                    <a:cxn ang="0">
                      <a:pos x="24" y="48"/>
                    </a:cxn>
                    <a:cxn ang="0">
                      <a:pos x="22" y="38"/>
                    </a:cxn>
                    <a:cxn ang="0">
                      <a:pos x="22" y="38"/>
                    </a:cxn>
                    <a:cxn ang="0">
                      <a:pos x="22" y="40"/>
                    </a:cxn>
                  </a:cxnLst>
                  <a:rect l="0" t="0" r="r" b="b"/>
                  <a:pathLst>
                    <a:path w="71" h="104">
                      <a:moveTo>
                        <a:pt x="22" y="40"/>
                      </a:moveTo>
                      <a:cubicBezTo>
                        <a:pt x="21" y="36"/>
                        <a:pt x="17" y="35"/>
                        <a:pt x="17" y="31"/>
                      </a:cubicBezTo>
                      <a:cubicBezTo>
                        <a:pt x="17" y="30"/>
                        <a:pt x="18" y="28"/>
                        <a:pt x="19" y="27"/>
                      </a:cubicBezTo>
                      <a:cubicBezTo>
                        <a:pt x="8" y="25"/>
                        <a:pt x="2" y="11"/>
                        <a:pt x="0" y="0"/>
                      </a:cubicBezTo>
                      <a:cubicBezTo>
                        <a:pt x="4" y="7"/>
                        <a:pt x="12" y="8"/>
                        <a:pt x="16" y="12"/>
                      </a:cubicBezTo>
                      <a:cubicBezTo>
                        <a:pt x="19" y="15"/>
                        <a:pt x="19" y="18"/>
                        <a:pt x="22" y="19"/>
                      </a:cubicBezTo>
                      <a:cubicBezTo>
                        <a:pt x="21" y="21"/>
                        <a:pt x="20" y="21"/>
                        <a:pt x="20" y="22"/>
                      </a:cubicBezTo>
                      <a:cubicBezTo>
                        <a:pt x="20" y="25"/>
                        <a:pt x="25" y="34"/>
                        <a:pt x="27" y="37"/>
                      </a:cubicBezTo>
                      <a:cubicBezTo>
                        <a:pt x="30" y="37"/>
                        <a:pt x="30" y="37"/>
                        <a:pt x="30" y="37"/>
                      </a:cubicBezTo>
                      <a:cubicBezTo>
                        <a:pt x="30" y="34"/>
                        <a:pt x="32" y="32"/>
                        <a:pt x="34" y="32"/>
                      </a:cubicBezTo>
                      <a:cubicBezTo>
                        <a:pt x="35" y="32"/>
                        <a:pt x="36" y="32"/>
                        <a:pt x="37" y="32"/>
                      </a:cubicBezTo>
                      <a:cubicBezTo>
                        <a:pt x="37" y="44"/>
                        <a:pt x="42" y="50"/>
                        <a:pt x="53" y="50"/>
                      </a:cubicBezTo>
                      <a:cubicBezTo>
                        <a:pt x="61" y="50"/>
                        <a:pt x="61" y="46"/>
                        <a:pt x="68" y="46"/>
                      </a:cubicBezTo>
                      <a:cubicBezTo>
                        <a:pt x="69" y="46"/>
                        <a:pt x="71" y="47"/>
                        <a:pt x="71" y="48"/>
                      </a:cubicBezTo>
                      <a:cubicBezTo>
                        <a:pt x="65" y="55"/>
                        <a:pt x="67" y="64"/>
                        <a:pt x="63" y="71"/>
                      </a:cubicBezTo>
                      <a:cubicBezTo>
                        <a:pt x="61" y="68"/>
                        <a:pt x="61" y="68"/>
                        <a:pt x="61" y="68"/>
                      </a:cubicBezTo>
                      <a:cubicBezTo>
                        <a:pt x="60" y="68"/>
                        <a:pt x="60" y="70"/>
                        <a:pt x="60" y="70"/>
                      </a:cubicBezTo>
                      <a:cubicBezTo>
                        <a:pt x="55" y="71"/>
                        <a:pt x="51" y="72"/>
                        <a:pt x="51" y="75"/>
                      </a:cubicBezTo>
                      <a:cubicBezTo>
                        <a:pt x="51" y="77"/>
                        <a:pt x="52" y="78"/>
                        <a:pt x="52" y="80"/>
                      </a:cubicBezTo>
                      <a:cubicBezTo>
                        <a:pt x="52" y="83"/>
                        <a:pt x="47" y="87"/>
                        <a:pt x="46" y="89"/>
                      </a:cubicBezTo>
                      <a:cubicBezTo>
                        <a:pt x="42" y="95"/>
                        <a:pt x="39" y="104"/>
                        <a:pt x="30" y="104"/>
                      </a:cubicBezTo>
                      <a:cubicBezTo>
                        <a:pt x="26" y="104"/>
                        <a:pt x="23" y="102"/>
                        <a:pt x="23" y="98"/>
                      </a:cubicBezTo>
                      <a:cubicBezTo>
                        <a:pt x="23" y="93"/>
                        <a:pt x="29" y="91"/>
                        <a:pt x="29" y="86"/>
                      </a:cubicBezTo>
                      <a:cubicBezTo>
                        <a:pt x="29" y="77"/>
                        <a:pt x="12" y="80"/>
                        <a:pt x="12" y="72"/>
                      </a:cubicBezTo>
                      <a:cubicBezTo>
                        <a:pt x="12" y="68"/>
                        <a:pt x="16" y="67"/>
                        <a:pt x="19" y="65"/>
                      </a:cubicBezTo>
                      <a:cubicBezTo>
                        <a:pt x="23" y="61"/>
                        <a:pt x="24" y="55"/>
                        <a:pt x="24" y="48"/>
                      </a:cubicBezTo>
                      <a:cubicBezTo>
                        <a:pt x="24" y="44"/>
                        <a:pt x="22" y="40"/>
                        <a:pt x="22" y="38"/>
                      </a:cubicBezTo>
                      <a:cubicBezTo>
                        <a:pt x="22" y="38"/>
                        <a:pt x="22" y="38"/>
                        <a:pt x="22" y="38"/>
                      </a:cubicBezTo>
                      <a:lnTo>
                        <a:pt x="22" y="40"/>
                      </a:ln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41" name="is1ide-Freeform: Shape 105"/>
                <p:cNvSpPr>
                  <a:spLocks/>
                </p:cNvSpPr>
                <p:nvPr/>
              </p:nvSpPr>
              <p:spPr bwMode="auto">
                <a:xfrm>
                  <a:off x="6856413" y="3582988"/>
                  <a:ext cx="6350" cy="9525"/>
                </a:xfrm>
                <a:custGeom>
                  <a:avLst/>
                  <a:gdLst/>
                  <a:ahLst/>
                  <a:cxnLst>
                    <a:cxn ang="0">
                      <a:pos x="5" y="0"/>
                    </a:cxn>
                    <a:cxn ang="0">
                      <a:pos x="4" y="7"/>
                    </a:cxn>
                    <a:cxn ang="0">
                      <a:pos x="0" y="0"/>
                    </a:cxn>
                    <a:cxn ang="0">
                      <a:pos x="5" y="0"/>
                    </a:cxn>
                  </a:cxnLst>
                  <a:rect l="0" t="0" r="r" b="b"/>
                  <a:pathLst>
                    <a:path w="5" h="7">
                      <a:moveTo>
                        <a:pt x="5" y="0"/>
                      </a:moveTo>
                      <a:cubicBezTo>
                        <a:pt x="5" y="4"/>
                        <a:pt x="4" y="5"/>
                        <a:pt x="4" y="7"/>
                      </a:cubicBezTo>
                      <a:cubicBezTo>
                        <a:pt x="0" y="6"/>
                        <a:pt x="0" y="3"/>
                        <a:pt x="0" y="0"/>
                      </a:cubicBezTo>
                      <a:cubicBezTo>
                        <a:pt x="2" y="0"/>
                        <a:pt x="4" y="0"/>
                        <a:pt x="5" y="0"/>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42" name="is1ide-Freeform: Shape 106"/>
                <p:cNvSpPr>
                  <a:spLocks/>
                </p:cNvSpPr>
                <p:nvPr/>
              </p:nvSpPr>
              <p:spPr bwMode="auto">
                <a:xfrm>
                  <a:off x="6664325" y="3500438"/>
                  <a:ext cx="22225" cy="11113"/>
                </a:xfrm>
                <a:custGeom>
                  <a:avLst/>
                  <a:gdLst/>
                  <a:ahLst/>
                  <a:cxnLst>
                    <a:cxn ang="0">
                      <a:pos x="16" y="4"/>
                    </a:cxn>
                    <a:cxn ang="0">
                      <a:pos x="0" y="4"/>
                    </a:cxn>
                    <a:cxn ang="0">
                      <a:pos x="16" y="4"/>
                    </a:cxn>
                  </a:cxnLst>
                  <a:rect l="0" t="0" r="r" b="b"/>
                  <a:pathLst>
                    <a:path w="16" h="8">
                      <a:moveTo>
                        <a:pt x="16" y="4"/>
                      </a:moveTo>
                      <a:cubicBezTo>
                        <a:pt x="11" y="7"/>
                        <a:pt x="4" y="8"/>
                        <a:pt x="0" y="4"/>
                      </a:cubicBezTo>
                      <a:cubicBezTo>
                        <a:pt x="9" y="0"/>
                        <a:pt x="10" y="0"/>
                        <a:pt x="16" y="4"/>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43" name="is1ide-Freeform: Shape 107"/>
                <p:cNvSpPr>
                  <a:spLocks/>
                </p:cNvSpPr>
                <p:nvPr/>
              </p:nvSpPr>
              <p:spPr bwMode="auto">
                <a:xfrm>
                  <a:off x="6556375" y="3065463"/>
                  <a:ext cx="22225" cy="9525"/>
                </a:xfrm>
                <a:custGeom>
                  <a:avLst/>
                  <a:gdLst/>
                  <a:ahLst/>
                  <a:cxnLst>
                    <a:cxn ang="0">
                      <a:pos x="17" y="1"/>
                    </a:cxn>
                    <a:cxn ang="0">
                      <a:pos x="17" y="7"/>
                    </a:cxn>
                    <a:cxn ang="0">
                      <a:pos x="13" y="7"/>
                    </a:cxn>
                    <a:cxn ang="0">
                      <a:pos x="0" y="3"/>
                    </a:cxn>
                    <a:cxn ang="0">
                      <a:pos x="17" y="1"/>
                    </a:cxn>
                  </a:cxnLst>
                  <a:rect l="0" t="0" r="r" b="b"/>
                  <a:pathLst>
                    <a:path w="17" h="7">
                      <a:moveTo>
                        <a:pt x="17" y="1"/>
                      </a:moveTo>
                      <a:cubicBezTo>
                        <a:pt x="17" y="7"/>
                        <a:pt x="17" y="7"/>
                        <a:pt x="17" y="7"/>
                      </a:cubicBezTo>
                      <a:cubicBezTo>
                        <a:pt x="16" y="7"/>
                        <a:pt x="14" y="7"/>
                        <a:pt x="13" y="7"/>
                      </a:cubicBezTo>
                      <a:cubicBezTo>
                        <a:pt x="8" y="7"/>
                        <a:pt x="2" y="5"/>
                        <a:pt x="0" y="3"/>
                      </a:cubicBezTo>
                      <a:cubicBezTo>
                        <a:pt x="8" y="1"/>
                        <a:pt x="11" y="0"/>
                        <a:pt x="17" y="1"/>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grpSp>
        </p:grpSp>
        <p:grpSp>
          <p:nvGrpSpPr>
            <p:cNvPr id="67" name="组合 66"/>
            <p:cNvGrpSpPr/>
            <p:nvPr/>
          </p:nvGrpSpPr>
          <p:grpSpPr>
            <a:xfrm>
              <a:off x="4497239" y="979268"/>
              <a:ext cx="2578667" cy="1828341"/>
              <a:chOff x="3914556" y="2333958"/>
              <a:chExt cx="3438222" cy="2437788"/>
            </a:xfrm>
          </p:grpSpPr>
          <p:sp>
            <p:nvSpPr>
              <p:cNvPr id="72" name="is1ide-Freeform: Shape 17"/>
              <p:cNvSpPr>
                <a:spLocks/>
              </p:cNvSpPr>
              <p:nvPr/>
            </p:nvSpPr>
            <p:spPr bwMode="auto">
              <a:xfrm>
                <a:off x="4041046" y="3640332"/>
                <a:ext cx="751273" cy="659020"/>
              </a:xfrm>
              <a:custGeom>
                <a:avLst/>
                <a:gdLst/>
                <a:ahLst/>
                <a:cxnLst>
                  <a:cxn ang="0">
                    <a:pos x="102" y="154"/>
                  </a:cxn>
                  <a:cxn ang="0">
                    <a:pos x="113" y="126"/>
                  </a:cxn>
                  <a:cxn ang="0">
                    <a:pos x="122" y="86"/>
                  </a:cxn>
                  <a:cxn ang="0">
                    <a:pos x="125" y="77"/>
                  </a:cxn>
                  <a:cxn ang="0">
                    <a:pos x="108" y="77"/>
                  </a:cxn>
                  <a:cxn ang="0">
                    <a:pos x="64" y="77"/>
                  </a:cxn>
                  <a:cxn ang="0">
                    <a:pos x="27" y="79"/>
                  </a:cxn>
                  <a:cxn ang="0">
                    <a:pos x="26" y="77"/>
                  </a:cxn>
                  <a:cxn ang="0">
                    <a:pos x="0" y="55"/>
                  </a:cxn>
                  <a:cxn ang="0">
                    <a:pos x="9" y="37"/>
                  </a:cxn>
                  <a:cxn ang="0">
                    <a:pos x="41" y="20"/>
                  </a:cxn>
                  <a:cxn ang="0">
                    <a:pos x="48" y="13"/>
                  </a:cxn>
                  <a:cxn ang="0">
                    <a:pos x="80" y="4"/>
                  </a:cxn>
                  <a:cxn ang="0">
                    <a:pos x="127" y="7"/>
                  </a:cxn>
                  <a:cxn ang="0">
                    <a:pos x="174" y="15"/>
                  </a:cxn>
                  <a:cxn ang="0">
                    <a:pos x="223" y="21"/>
                  </a:cxn>
                  <a:cxn ang="0">
                    <a:pos x="256" y="44"/>
                  </a:cxn>
                  <a:cxn ang="0">
                    <a:pos x="278" y="33"/>
                  </a:cxn>
                  <a:cxn ang="0">
                    <a:pos x="281" y="43"/>
                  </a:cxn>
                  <a:cxn ang="0">
                    <a:pos x="289" y="65"/>
                  </a:cxn>
                  <a:cxn ang="0">
                    <a:pos x="309" y="76"/>
                  </a:cxn>
                  <a:cxn ang="0">
                    <a:pos x="350" y="76"/>
                  </a:cxn>
                  <a:cxn ang="0">
                    <a:pos x="359" y="63"/>
                  </a:cxn>
                  <a:cxn ang="0">
                    <a:pos x="387" y="51"/>
                  </a:cxn>
                  <a:cxn ang="0">
                    <a:pos x="439" y="74"/>
                  </a:cxn>
                  <a:cxn ang="0">
                    <a:pos x="445" y="96"/>
                  </a:cxn>
                  <a:cxn ang="0">
                    <a:pos x="435" y="119"/>
                  </a:cxn>
                  <a:cxn ang="0">
                    <a:pos x="436" y="138"/>
                  </a:cxn>
                  <a:cxn ang="0">
                    <a:pos x="449" y="156"/>
                  </a:cxn>
                  <a:cxn ang="0">
                    <a:pos x="445" y="179"/>
                  </a:cxn>
                  <a:cxn ang="0">
                    <a:pos x="448" y="232"/>
                  </a:cxn>
                  <a:cxn ang="0">
                    <a:pos x="448" y="240"/>
                  </a:cxn>
                  <a:cxn ang="0">
                    <a:pos x="393" y="231"/>
                  </a:cxn>
                  <a:cxn ang="0">
                    <a:pos x="370" y="220"/>
                  </a:cxn>
                  <a:cxn ang="0">
                    <a:pos x="333" y="207"/>
                  </a:cxn>
                  <a:cxn ang="0">
                    <a:pos x="313" y="192"/>
                  </a:cxn>
                  <a:cxn ang="0">
                    <a:pos x="278" y="183"/>
                  </a:cxn>
                  <a:cxn ang="0">
                    <a:pos x="304" y="224"/>
                  </a:cxn>
                  <a:cxn ang="0">
                    <a:pos x="315" y="227"/>
                  </a:cxn>
                  <a:cxn ang="0">
                    <a:pos x="313" y="246"/>
                  </a:cxn>
                  <a:cxn ang="0">
                    <a:pos x="379" y="225"/>
                  </a:cxn>
                  <a:cxn ang="0">
                    <a:pos x="406" y="260"/>
                  </a:cxn>
                  <a:cxn ang="0">
                    <a:pos x="414" y="270"/>
                  </a:cxn>
                  <a:cxn ang="0">
                    <a:pos x="410" y="302"/>
                  </a:cxn>
                  <a:cxn ang="0">
                    <a:pos x="390" y="321"/>
                  </a:cxn>
                  <a:cxn ang="0">
                    <a:pos x="365" y="347"/>
                  </a:cxn>
                  <a:cxn ang="0">
                    <a:pos x="328" y="368"/>
                  </a:cxn>
                  <a:cxn ang="0">
                    <a:pos x="265" y="395"/>
                  </a:cxn>
                  <a:cxn ang="0">
                    <a:pos x="234" y="404"/>
                  </a:cxn>
                  <a:cxn ang="0">
                    <a:pos x="217" y="399"/>
                  </a:cxn>
                  <a:cxn ang="0">
                    <a:pos x="209" y="372"/>
                  </a:cxn>
                  <a:cxn ang="0">
                    <a:pos x="198" y="340"/>
                  </a:cxn>
                  <a:cxn ang="0">
                    <a:pos x="162" y="280"/>
                  </a:cxn>
                  <a:cxn ang="0">
                    <a:pos x="154" y="259"/>
                  </a:cxn>
                  <a:cxn ang="0">
                    <a:pos x="140" y="251"/>
                  </a:cxn>
                  <a:cxn ang="0">
                    <a:pos x="131" y="229"/>
                  </a:cxn>
                  <a:cxn ang="0">
                    <a:pos x="109" y="196"/>
                  </a:cxn>
                  <a:cxn ang="0">
                    <a:pos x="112" y="177"/>
                  </a:cxn>
                </a:cxnLst>
                <a:rect l="0" t="0" r="r" b="b"/>
                <a:pathLst>
                  <a:path w="467" h="405">
                    <a:moveTo>
                      <a:pt x="112" y="177"/>
                    </a:moveTo>
                    <a:cubicBezTo>
                      <a:pt x="102" y="154"/>
                      <a:pt x="102" y="154"/>
                      <a:pt x="102" y="154"/>
                    </a:cubicBezTo>
                    <a:cubicBezTo>
                      <a:pt x="102" y="151"/>
                      <a:pt x="105" y="151"/>
                      <a:pt x="106" y="149"/>
                    </a:cubicBezTo>
                    <a:cubicBezTo>
                      <a:pt x="109" y="139"/>
                      <a:pt x="110" y="134"/>
                      <a:pt x="113" y="126"/>
                    </a:cubicBezTo>
                    <a:cubicBezTo>
                      <a:pt x="115" y="117"/>
                      <a:pt x="124" y="115"/>
                      <a:pt x="124" y="104"/>
                    </a:cubicBezTo>
                    <a:cubicBezTo>
                      <a:pt x="124" y="97"/>
                      <a:pt x="122" y="91"/>
                      <a:pt x="122" y="86"/>
                    </a:cubicBezTo>
                    <a:cubicBezTo>
                      <a:pt x="122" y="83"/>
                      <a:pt x="124" y="82"/>
                      <a:pt x="125" y="81"/>
                    </a:cubicBezTo>
                    <a:cubicBezTo>
                      <a:pt x="125" y="77"/>
                      <a:pt x="125" y="77"/>
                      <a:pt x="125" y="77"/>
                    </a:cubicBezTo>
                    <a:cubicBezTo>
                      <a:pt x="121" y="78"/>
                      <a:pt x="120" y="81"/>
                      <a:pt x="117" y="81"/>
                    </a:cubicBezTo>
                    <a:cubicBezTo>
                      <a:pt x="112" y="81"/>
                      <a:pt x="110" y="79"/>
                      <a:pt x="108" y="77"/>
                    </a:cubicBezTo>
                    <a:cubicBezTo>
                      <a:pt x="101" y="82"/>
                      <a:pt x="98" y="88"/>
                      <a:pt x="86" y="88"/>
                    </a:cubicBezTo>
                    <a:cubicBezTo>
                      <a:pt x="76" y="88"/>
                      <a:pt x="73" y="77"/>
                      <a:pt x="64" y="77"/>
                    </a:cubicBezTo>
                    <a:cubicBezTo>
                      <a:pt x="54" y="77"/>
                      <a:pt x="56" y="87"/>
                      <a:pt x="48" y="87"/>
                    </a:cubicBezTo>
                    <a:cubicBezTo>
                      <a:pt x="40" y="87"/>
                      <a:pt x="35" y="75"/>
                      <a:pt x="27" y="79"/>
                    </a:cubicBezTo>
                    <a:cubicBezTo>
                      <a:pt x="22" y="79"/>
                      <a:pt x="22" y="79"/>
                      <a:pt x="22" y="79"/>
                    </a:cubicBezTo>
                    <a:cubicBezTo>
                      <a:pt x="24" y="79"/>
                      <a:pt x="25" y="78"/>
                      <a:pt x="26" y="77"/>
                    </a:cubicBezTo>
                    <a:cubicBezTo>
                      <a:pt x="23" y="74"/>
                      <a:pt x="10" y="67"/>
                      <a:pt x="15" y="63"/>
                    </a:cubicBezTo>
                    <a:cubicBezTo>
                      <a:pt x="11" y="57"/>
                      <a:pt x="6" y="58"/>
                      <a:pt x="0" y="55"/>
                    </a:cubicBezTo>
                    <a:cubicBezTo>
                      <a:pt x="4" y="50"/>
                      <a:pt x="9" y="51"/>
                      <a:pt x="9" y="43"/>
                    </a:cubicBezTo>
                    <a:cubicBezTo>
                      <a:pt x="9" y="40"/>
                      <a:pt x="8" y="40"/>
                      <a:pt x="9" y="37"/>
                    </a:cubicBezTo>
                    <a:cubicBezTo>
                      <a:pt x="6" y="37"/>
                      <a:pt x="1" y="38"/>
                      <a:pt x="1" y="35"/>
                    </a:cubicBezTo>
                    <a:cubicBezTo>
                      <a:pt x="1" y="22"/>
                      <a:pt x="33" y="24"/>
                      <a:pt x="41" y="20"/>
                    </a:cubicBezTo>
                    <a:cubicBezTo>
                      <a:pt x="40" y="17"/>
                      <a:pt x="38" y="18"/>
                      <a:pt x="38" y="15"/>
                    </a:cubicBezTo>
                    <a:cubicBezTo>
                      <a:pt x="38" y="11"/>
                      <a:pt x="46" y="13"/>
                      <a:pt x="48" y="13"/>
                    </a:cubicBezTo>
                    <a:cubicBezTo>
                      <a:pt x="53" y="13"/>
                      <a:pt x="62" y="13"/>
                      <a:pt x="62" y="13"/>
                    </a:cubicBezTo>
                    <a:cubicBezTo>
                      <a:pt x="67" y="13"/>
                      <a:pt x="75" y="7"/>
                      <a:pt x="80" y="4"/>
                    </a:cubicBezTo>
                    <a:cubicBezTo>
                      <a:pt x="86" y="0"/>
                      <a:pt x="98" y="0"/>
                      <a:pt x="106" y="0"/>
                    </a:cubicBezTo>
                    <a:cubicBezTo>
                      <a:pt x="117" y="0"/>
                      <a:pt x="117" y="7"/>
                      <a:pt x="127" y="7"/>
                    </a:cubicBezTo>
                    <a:cubicBezTo>
                      <a:pt x="127" y="12"/>
                      <a:pt x="144" y="15"/>
                      <a:pt x="149" y="15"/>
                    </a:cubicBezTo>
                    <a:cubicBezTo>
                      <a:pt x="162" y="15"/>
                      <a:pt x="170" y="15"/>
                      <a:pt x="174" y="15"/>
                    </a:cubicBezTo>
                    <a:cubicBezTo>
                      <a:pt x="186" y="15"/>
                      <a:pt x="192" y="3"/>
                      <a:pt x="205" y="3"/>
                    </a:cubicBezTo>
                    <a:cubicBezTo>
                      <a:pt x="219" y="3"/>
                      <a:pt x="218" y="12"/>
                      <a:pt x="223" y="21"/>
                    </a:cubicBezTo>
                    <a:cubicBezTo>
                      <a:pt x="224" y="23"/>
                      <a:pt x="233" y="28"/>
                      <a:pt x="233" y="28"/>
                    </a:cubicBezTo>
                    <a:cubicBezTo>
                      <a:pt x="241" y="31"/>
                      <a:pt x="243" y="44"/>
                      <a:pt x="256" y="44"/>
                    </a:cubicBezTo>
                    <a:cubicBezTo>
                      <a:pt x="265" y="44"/>
                      <a:pt x="265" y="36"/>
                      <a:pt x="271" y="34"/>
                    </a:cubicBezTo>
                    <a:cubicBezTo>
                      <a:pt x="275" y="33"/>
                      <a:pt x="274" y="33"/>
                      <a:pt x="278" y="33"/>
                    </a:cubicBezTo>
                    <a:cubicBezTo>
                      <a:pt x="279" y="35"/>
                      <a:pt x="279" y="39"/>
                      <a:pt x="281" y="41"/>
                    </a:cubicBezTo>
                    <a:cubicBezTo>
                      <a:pt x="280" y="41"/>
                      <a:pt x="281" y="42"/>
                      <a:pt x="281" y="43"/>
                    </a:cubicBezTo>
                    <a:cubicBezTo>
                      <a:pt x="281" y="48"/>
                      <a:pt x="284" y="47"/>
                      <a:pt x="286" y="51"/>
                    </a:cubicBezTo>
                    <a:cubicBezTo>
                      <a:pt x="290" y="56"/>
                      <a:pt x="286" y="59"/>
                      <a:pt x="289" y="65"/>
                    </a:cubicBezTo>
                    <a:cubicBezTo>
                      <a:pt x="291" y="70"/>
                      <a:pt x="297" y="67"/>
                      <a:pt x="301" y="68"/>
                    </a:cubicBezTo>
                    <a:cubicBezTo>
                      <a:pt x="305" y="69"/>
                      <a:pt x="306" y="73"/>
                      <a:pt x="309" y="76"/>
                    </a:cubicBezTo>
                    <a:cubicBezTo>
                      <a:pt x="312" y="79"/>
                      <a:pt x="323" y="78"/>
                      <a:pt x="329" y="78"/>
                    </a:cubicBezTo>
                    <a:cubicBezTo>
                      <a:pt x="337" y="78"/>
                      <a:pt x="345" y="77"/>
                      <a:pt x="350" y="76"/>
                    </a:cubicBezTo>
                    <a:cubicBezTo>
                      <a:pt x="350" y="72"/>
                      <a:pt x="350" y="71"/>
                      <a:pt x="350" y="68"/>
                    </a:cubicBezTo>
                    <a:cubicBezTo>
                      <a:pt x="350" y="64"/>
                      <a:pt x="355" y="64"/>
                      <a:pt x="359" y="63"/>
                    </a:cubicBezTo>
                    <a:cubicBezTo>
                      <a:pt x="364" y="61"/>
                      <a:pt x="363" y="59"/>
                      <a:pt x="368" y="57"/>
                    </a:cubicBezTo>
                    <a:cubicBezTo>
                      <a:pt x="376" y="54"/>
                      <a:pt x="381" y="56"/>
                      <a:pt x="387" y="51"/>
                    </a:cubicBezTo>
                    <a:cubicBezTo>
                      <a:pt x="397" y="57"/>
                      <a:pt x="403" y="57"/>
                      <a:pt x="412" y="60"/>
                    </a:cubicBezTo>
                    <a:cubicBezTo>
                      <a:pt x="423" y="64"/>
                      <a:pt x="426" y="74"/>
                      <a:pt x="439" y="74"/>
                    </a:cubicBezTo>
                    <a:cubicBezTo>
                      <a:pt x="439" y="76"/>
                      <a:pt x="442" y="77"/>
                      <a:pt x="443" y="79"/>
                    </a:cubicBezTo>
                    <a:cubicBezTo>
                      <a:pt x="445" y="86"/>
                      <a:pt x="442" y="92"/>
                      <a:pt x="445" y="96"/>
                    </a:cubicBezTo>
                    <a:cubicBezTo>
                      <a:pt x="442" y="98"/>
                      <a:pt x="435" y="114"/>
                      <a:pt x="435" y="115"/>
                    </a:cubicBezTo>
                    <a:cubicBezTo>
                      <a:pt x="435" y="116"/>
                      <a:pt x="436" y="118"/>
                      <a:pt x="435" y="119"/>
                    </a:cubicBezTo>
                    <a:cubicBezTo>
                      <a:pt x="436" y="121"/>
                      <a:pt x="435" y="122"/>
                      <a:pt x="436" y="124"/>
                    </a:cubicBezTo>
                    <a:cubicBezTo>
                      <a:pt x="436" y="138"/>
                      <a:pt x="436" y="138"/>
                      <a:pt x="436" y="138"/>
                    </a:cubicBezTo>
                    <a:cubicBezTo>
                      <a:pt x="438" y="142"/>
                      <a:pt x="437" y="145"/>
                      <a:pt x="439" y="149"/>
                    </a:cubicBezTo>
                    <a:cubicBezTo>
                      <a:pt x="440" y="153"/>
                      <a:pt x="449" y="149"/>
                      <a:pt x="449" y="156"/>
                    </a:cubicBezTo>
                    <a:cubicBezTo>
                      <a:pt x="449" y="165"/>
                      <a:pt x="439" y="164"/>
                      <a:pt x="439" y="171"/>
                    </a:cubicBezTo>
                    <a:cubicBezTo>
                      <a:pt x="439" y="177"/>
                      <a:pt x="443" y="177"/>
                      <a:pt x="445" y="179"/>
                    </a:cubicBezTo>
                    <a:cubicBezTo>
                      <a:pt x="452" y="194"/>
                      <a:pt x="467" y="196"/>
                      <a:pt x="467" y="215"/>
                    </a:cubicBezTo>
                    <a:cubicBezTo>
                      <a:pt x="456" y="218"/>
                      <a:pt x="448" y="220"/>
                      <a:pt x="448" y="232"/>
                    </a:cubicBezTo>
                    <a:cubicBezTo>
                      <a:pt x="448" y="235"/>
                      <a:pt x="450" y="238"/>
                      <a:pt x="450" y="240"/>
                    </a:cubicBezTo>
                    <a:cubicBezTo>
                      <a:pt x="450" y="240"/>
                      <a:pt x="448" y="240"/>
                      <a:pt x="448" y="240"/>
                    </a:cubicBezTo>
                    <a:cubicBezTo>
                      <a:pt x="439" y="240"/>
                      <a:pt x="420" y="235"/>
                      <a:pt x="408" y="235"/>
                    </a:cubicBezTo>
                    <a:cubicBezTo>
                      <a:pt x="406" y="235"/>
                      <a:pt x="393" y="231"/>
                      <a:pt x="393" y="231"/>
                    </a:cubicBezTo>
                    <a:cubicBezTo>
                      <a:pt x="388" y="226"/>
                      <a:pt x="388" y="213"/>
                      <a:pt x="379" y="213"/>
                    </a:cubicBezTo>
                    <a:cubicBezTo>
                      <a:pt x="374" y="213"/>
                      <a:pt x="372" y="217"/>
                      <a:pt x="370" y="220"/>
                    </a:cubicBezTo>
                    <a:cubicBezTo>
                      <a:pt x="348" y="220"/>
                      <a:pt x="348" y="220"/>
                      <a:pt x="348" y="220"/>
                    </a:cubicBezTo>
                    <a:cubicBezTo>
                      <a:pt x="341" y="217"/>
                      <a:pt x="337" y="212"/>
                      <a:pt x="333" y="207"/>
                    </a:cubicBezTo>
                    <a:cubicBezTo>
                      <a:pt x="327" y="202"/>
                      <a:pt x="320" y="205"/>
                      <a:pt x="315" y="200"/>
                    </a:cubicBezTo>
                    <a:cubicBezTo>
                      <a:pt x="313" y="197"/>
                      <a:pt x="314" y="194"/>
                      <a:pt x="313" y="192"/>
                    </a:cubicBezTo>
                    <a:cubicBezTo>
                      <a:pt x="308" y="182"/>
                      <a:pt x="299" y="168"/>
                      <a:pt x="286" y="168"/>
                    </a:cubicBezTo>
                    <a:cubicBezTo>
                      <a:pt x="280" y="168"/>
                      <a:pt x="278" y="176"/>
                      <a:pt x="278" y="183"/>
                    </a:cubicBezTo>
                    <a:cubicBezTo>
                      <a:pt x="278" y="187"/>
                      <a:pt x="278" y="189"/>
                      <a:pt x="278" y="193"/>
                    </a:cubicBezTo>
                    <a:cubicBezTo>
                      <a:pt x="281" y="203"/>
                      <a:pt x="293" y="222"/>
                      <a:pt x="304" y="224"/>
                    </a:cubicBezTo>
                    <a:cubicBezTo>
                      <a:pt x="304" y="229"/>
                      <a:pt x="306" y="231"/>
                      <a:pt x="307" y="235"/>
                    </a:cubicBezTo>
                    <a:cubicBezTo>
                      <a:pt x="312" y="233"/>
                      <a:pt x="311" y="228"/>
                      <a:pt x="315" y="227"/>
                    </a:cubicBezTo>
                    <a:cubicBezTo>
                      <a:pt x="316" y="228"/>
                      <a:pt x="316" y="230"/>
                      <a:pt x="316" y="231"/>
                    </a:cubicBezTo>
                    <a:cubicBezTo>
                      <a:pt x="316" y="237"/>
                      <a:pt x="313" y="240"/>
                      <a:pt x="313" y="246"/>
                    </a:cubicBezTo>
                    <a:cubicBezTo>
                      <a:pt x="313" y="252"/>
                      <a:pt x="324" y="255"/>
                      <a:pt x="331" y="255"/>
                    </a:cubicBezTo>
                    <a:cubicBezTo>
                      <a:pt x="360" y="255"/>
                      <a:pt x="363" y="237"/>
                      <a:pt x="379" y="225"/>
                    </a:cubicBezTo>
                    <a:cubicBezTo>
                      <a:pt x="379" y="241"/>
                      <a:pt x="379" y="241"/>
                      <a:pt x="379" y="241"/>
                    </a:cubicBezTo>
                    <a:cubicBezTo>
                      <a:pt x="385" y="254"/>
                      <a:pt x="393" y="256"/>
                      <a:pt x="406" y="260"/>
                    </a:cubicBezTo>
                    <a:cubicBezTo>
                      <a:pt x="411" y="261"/>
                      <a:pt x="411" y="269"/>
                      <a:pt x="414" y="271"/>
                    </a:cubicBezTo>
                    <a:cubicBezTo>
                      <a:pt x="414" y="270"/>
                      <a:pt x="414" y="270"/>
                      <a:pt x="414" y="270"/>
                    </a:cubicBezTo>
                    <a:cubicBezTo>
                      <a:pt x="416" y="274"/>
                      <a:pt x="423" y="273"/>
                      <a:pt x="423" y="277"/>
                    </a:cubicBezTo>
                    <a:cubicBezTo>
                      <a:pt x="423" y="288"/>
                      <a:pt x="410" y="291"/>
                      <a:pt x="410" y="302"/>
                    </a:cubicBezTo>
                    <a:cubicBezTo>
                      <a:pt x="403" y="302"/>
                      <a:pt x="399" y="303"/>
                      <a:pt x="397" y="309"/>
                    </a:cubicBezTo>
                    <a:cubicBezTo>
                      <a:pt x="395" y="314"/>
                      <a:pt x="396" y="321"/>
                      <a:pt x="390" y="321"/>
                    </a:cubicBezTo>
                    <a:cubicBezTo>
                      <a:pt x="384" y="321"/>
                      <a:pt x="384" y="334"/>
                      <a:pt x="378" y="334"/>
                    </a:cubicBezTo>
                    <a:cubicBezTo>
                      <a:pt x="374" y="334"/>
                      <a:pt x="365" y="342"/>
                      <a:pt x="365" y="347"/>
                    </a:cubicBezTo>
                    <a:cubicBezTo>
                      <a:pt x="353" y="349"/>
                      <a:pt x="327" y="354"/>
                      <a:pt x="327" y="364"/>
                    </a:cubicBezTo>
                    <a:cubicBezTo>
                      <a:pt x="327" y="365"/>
                      <a:pt x="327" y="367"/>
                      <a:pt x="328" y="368"/>
                    </a:cubicBezTo>
                    <a:cubicBezTo>
                      <a:pt x="318" y="373"/>
                      <a:pt x="304" y="376"/>
                      <a:pt x="294" y="378"/>
                    </a:cubicBezTo>
                    <a:cubicBezTo>
                      <a:pt x="289" y="380"/>
                      <a:pt x="271" y="392"/>
                      <a:pt x="265" y="395"/>
                    </a:cubicBezTo>
                    <a:cubicBezTo>
                      <a:pt x="252" y="395"/>
                      <a:pt x="252" y="395"/>
                      <a:pt x="252" y="395"/>
                    </a:cubicBezTo>
                    <a:cubicBezTo>
                      <a:pt x="244" y="400"/>
                      <a:pt x="243" y="404"/>
                      <a:pt x="234" y="404"/>
                    </a:cubicBezTo>
                    <a:cubicBezTo>
                      <a:pt x="231" y="405"/>
                      <a:pt x="231" y="405"/>
                      <a:pt x="231" y="405"/>
                    </a:cubicBezTo>
                    <a:cubicBezTo>
                      <a:pt x="229" y="405"/>
                      <a:pt x="218" y="400"/>
                      <a:pt x="217" y="399"/>
                    </a:cubicBezTo>
                    <a:cubicBezTo>
                      <a:pt x="216" y="399"/>
                      <a:pt x="219" y="399"/>
                      <a:pt x="217" y="394"/>
                    </a:cubicBezTo>
                    <a:cubicBezTo>
                      <a:pt x="212" y="387"/>
                      <a:pt x="209" y="380"/>
                      <a:pt x="209" y="372"/>
                    </a:cubicBezTo>
                    <a:cubicBezTo>
                      <a:pt x="204" y="371"/>
                      <a:pt x="207" y="363"/>
                      <a:pt x="208" y="359"/>
                    </a:cubicBezTo>
                    <a:cubicBezTo>
                      <a:pt x="210" y="349"/>
                      <a:pt x="203" y="345"/>
                      <a:pt x="198" y="340"/>
                    </a:cubicBezTo>
                    <a:cubicBezTo>
                      <a:pt x="193" y="335"/>
                      <a:pt x="181" y="320"/>
                      <a:pt x="181" y="309"/>
                    </a:cubicBezTo>
                    <a:cubicBezTo>
                      <a:pt x="165" y="306"/>
                      <a:pt x="162" y="297"/>
                      <a:pt x="162" y="280"/>
                    </a:cubicBezTo>
                    <a:cubicBezTo>
                      <a:pt x="162" y="270"/>
                      <a:pt x="156" y="268"/>
                      <a:pt x="154" y="259"/>
                    </a:cubicBezTo>
                    <a:cubicBezTo>
                      <a:pt x="154" y="259"/>
                      <a:pt x="154" y="259"/>
                      <a:pt x="154" y="259"/>
                    </a:cubicBezTo>
                    <a:cubicBezTo>
                      <a:pt x="152" y="258"/>
                      <a:pt x="150" y="255"/>
                      <a:pt x="148" y="254"/>
                    </a:cubicBezTo>
                    <a:cubicBezTo>
                      <a:pt x="147" y="252"/>
                      <a:pt x="141" y="253"/>
                      <a:pt x="140" y="251"/>
                    </a:cubicBezTo>
                    <a:cubicBezTo>
                      <a:pt x="137" y="249"/>
                      <a:pt x="138" y="242"/>
                      <a:pt x="137" y="239"/>
                    </a:cubicBezTo>
                    <a:cubicBezTo>
                      <a:pt x="136" y="235"/>
                      <a:pt x="132" y="231"/>
                      <a:pt x="131" y="229"/>
                    </a:cubicBezTo>
                    <a:cubicBezTo>
                      <a:pt x="125" y="221"/>
                      <a:pt x="121" y="214"/>
                      <a:pt x="116" y="207"/>
                    </a:cubicBezTo>
                    <a:cubicBezTo>
                      <a:pt x="115" y="205"/>
                      <a:pt x="109" y="198"/>
                      <a:pt x="109" y="196"/>
                    </a:cubicBezTo>
                    <a:cubicBezTo>
                      <a:pt x="109" y="192"/>
                      <a:pt x="112" y="182"/>
                      <a:pt x="112" y="175"/>
                    </a:cubicBezTo>
                    <a:lnTo>
                      <a:pt x="112" y="177"/>
                    </a:lnTo>
                    <a:close/>
                  </a:path>
                </a:pathLst>
              </a:custGeom>
              <a:solidFill>
                <a:srgbClr val="9AC1E4"/>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73" name="is1ide-Freeform: Shape 18"/>
              <p:cNvSpPr>
                <a:spLocks/>
              </p:cNvSpPr>
              <p:nvPr/>
            </p:nvSpPr>
            <p:spPr bwMode="auto">
              <a:xfrm>
                <a:off x="5121958" y="4359616"/>
                <a:ext cx="40247" cy="77760"/>
              </a:xfrm>
              <a:custGeom>
                <a:avLst/>
                <a:gdLst/>
                <a:ahLst/>
                <a:cxnLst>
                  <a:cxn ang="0">
                    <a:pos x="25" y="30"/>
                  </a:cxn>
                  <a:cxn ang="0">
                    <a:pos x="11" y="48"/>
                  </a:cxn>
                  <a:cxn ang="0">
                    <a:pos x="0" y="35"/>
                  </a:cxn>
                  <a:cxn ang="0">
                    <a:pos x="6" y="0"/>
                  </a:cxn>
                  <a:cxn ang="0">
                    <a:pos x="25" y="30"/>
                  </a:cxn>
                </a:cxnLst>
                <a:rect l="0" t="0" r="r" b="b"/>
                <a:pathLst>
                  <a:path w="25" h="48">
                    <a:moveTo>
                      <a:pt x="25" y="30"/>
                    </a:moveTo>
                    <a:cubicBezTo>
                      <a:pt x="25" y="37"/>
                      <a:pt x="20" y="48"/>
                      <a:pt x="11" y="48"/>
                    </a:cubicBezTo>
                    <a:cubicBezTo>
                      <a:pt x="5" y="48"/>
                      <a:pt x="0" y="41"/>
                      <a:pt x="0" y="35"/>
                    </a:cubicBezTo>
                    <a:cubicBezTo>
                      <a:pt x="0" y="22"/>
                      <a:pt x="6" y="13"/>
                      <a:pt x="6" y="0"/>
                    </a:cubicBezTo>
                    <a:cubicBezTo>
                      <a:pt x="13" y="10"/>
                      <a:pt x="25" y="15"/>
                      <a:pt x="25" y="30"/>
                    </a:cubicBezTo>
                    <a:close/>
                  </a:path>
                </a:pathLst>
              </a:custGeom>
              <a:solidFill>
                <a:schemeClr val="bg1">
                  <a:lumMod val="85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74" name="is1ide-Freeform: Shape 19"/>
              <p:cNvSpPr>
                <a:spLocks/>
              </p:cNvSpPr>
              <p:nvPr/>
            </p:nvSpPr>
            <p:spPr bwMode="auto">
              <a:xfrm>
                <a:off x="4740572" y="3723926"/>
                <a:ext cx="818351" cy="666796"/>
              </a:xfrm>
              <a:custGeom>
                <a:avLst/>
                <a:gdLst/>
                <a:ahLst/>
                <a:cxnLst>
                  <a:cxn ang="0">
                    <a:pos x="148" y="270"/>
                  </a:cxn>
                  <a:cxn ang="0">
                    <a:pos x="174" y="340"/>
                  </a:cxn>
                  <a:cxn ang="0">
                    <a:pos x="200" y="401"/>
                  </a:cxn>
                  <a:cxn ang="0">
                    <a:pos x="216" y="401"/>
                  </a:cxn>
                  <a:cxn ang="0">
                    <a:pos x="237" y="379"/>
                  </a:cxn>
                  <a:cxn ang="0">
                    <a:pos x="243" y="341"/>
                  </a:cxn>
                  <a:cxn ang="0">
                    <a:pos x="268" y="298"/>
                  </a:cxn>
                  <a:cxn ang="0">
                    <a:pos x="326" y="240"/>
                  </a:cxn>
                  <a:cxn ang="0">
                    <a:pos x="374" y="218"/>
                  </a:cxn>
                  <a:cxn ang="0">
                    <a:pos x="409" y="259"/>
                  </a:cxn>
                  <a:cxn ang="0">
                    <a:pos x="423" y="302"/>
                  </a:cxn>
                  <a:cxn ang="0">
                    <a:pos x="457" y="300"/>
                  </a:cxn>
                  <a:cxn ang="0">
                    <a:pos x="476" y="367"/>
                  </a:cxn>
                  <a:cxn ang="0">
                    <a:pos x="489" y="358"/>
                  </a:cxn>
                  <a:cxn ang="0">
                    <a:pos x="472" y="316"/>
                  </a:cxn>
                  <a:cxn ang="0">
                    <a:pos x="473" y="288"/>
                  </a:cxn>
                  <a:cxn ang="0">
                    <a:pos x="483" y="254"/>
                  </a:cxn>
                  <a:cxn ang="0">
                    <a:pos x="487" y="213"/>
                  </a:cxn>
                  <a:cxn ang="0">
                    <a:pos x="467" y="197"/>
                  </a:cxn>
                  <a:cxn ang="0">
                    <a:pos x="445" y="125"/>
                  </a:cxn>
                  <a:cxn ang="0">
                    <a:pos x="423" y="130"/>
                  </a:cxn>
                  <a:cxn ang="0">
                    <a:pos x="373" y="144"/>
                  </a:cxn>
                  <a:cxn ang="0">
                    <a:pos x="341" y="147"/>
                  </a:cxn>
                  <a:cxn ang="0">
                    <a:pos x="295" y="136"/>
                  </a:cxn>
                  <a:cxn ang="0">
                    <a:pos x="254" y="116"/>
                  </a:cxn>
                  <a:cxn ang="0">
                    <a:pos x="226" y="89"/>
                  </a:cxn>
                  <a:cxn ang="0">
                    <a:pos x="229" y="69"/>
                  </a:cxn>
                  <a:cxn ang="0">
                    <a:pos x="213" y="43"/>
                  </a:cxn>
                  <a:cxn ang="0">
                    <a:pos x="178" y="16"/>
                  </a:cxn>
                  <a:cxn ang="0">
                    <a:pos x="131" y="0"/>
                  </a:cxn>
                  <a:cxn ang="0">
                    <a:pos x="94" y="21"/>
                  </a:cxn>
                  <a:cxn ang="0">
                    <a:pos x="65" y="13"/>
                  </a:cxn>
                  <a:cxn ang="0">
                    <a:pos x="23" y="46"/>
                  </a:cxn>
                  <a:cxn ang="0">
                    <a:pos x="0" y="64"/>
                  </a:cxn>
                  <a:cxn ang="0">
                    <a:pos x="1" y="87"/>
                  </a:cxn>
                  <a:cxn ang="0">
                    <a:pos x="4" y="120"/>
                  </a:cxn>
                  <a:cxn ang="0">
                    <a:pos x="13" y="181"/>
                  </a:cxn>
                  <a:cxn ang="0">
                    <a:pos x="34" y="185"/>
                  </a:cxn>
                  <a:cxn ang="0">
                    <a:pos x="70" y="185"/>
                  </a:cxn>
                  <a:cxn ang="0">
                    <a:pos x="118" y="219"/>
                  </a:cxn>
                  <a:cxn ang="0">
                    <a:pos x="127" y="248"/>
                  </a:cxn>
                  <a:cxn ang="0">
                    <a:pos x="145" y="233"/>
                  </a:cxn>
                  <a:cxn ang="0">
                    <a:pos x="149" y="265"/>
                  </a:cxn>
                </a:cxnLst>
                <a:rect l="0" t="0" r="r" b="b"/>
                <a:pathLst>
                  <a:path w="509" h="410">
                    <a:moveTo>
                      <a:pt x="149" y="265"/>
                    </a:moveTo>
                    <a:cubicBezTo>
                      <a:pt x="147" y="263"/>
                      <a:pt x="147" y="263"/>
                      <a:pt x="147" y="263"/>
                    </a:cubicBezTo>
                    <a:cubicBezTo>
                      <a:pt x="147" y="265"/>
                      <a:pt x="148" y="268"/>
                      <a:pt x="148" y="270"/>
                    </a:cubicBezTo>
                    <a:cubicBezTo>
                      <a:pt x="148" y="278"/>
                      <a:pt x="153" y="286"/>
                      <a:pt x="155" y="295"/>
                    </a:cubicBezTo>
                    <a:cubicBezTo>
                      <a:pt x="158" y="305"/>
                      <a:pt x="166" y="319"/>
                      <a:pt x="168" y="326"/>
                    </a:cubicBezTo>
                    <a:cubicBezTo>
                      <a:pt x="170" y="332"/>
                      <a:pt x="170" y="334"/>
                      <a:pt x="174" y="340"/>
                    </a:cubicBezTo>
                    <a:cubicBezTo>
                      <a:pt x="177" y="345"/>
                      <a:pt x="175" y="351"/>
                      <a:pt x="179" y="358"/>
                    </a:cubicBezTo>
                    <a:cubicBezTo>
                      <a:pt x="180" y="362"/>
                      <a:pt x="187" y="366"/>
                      <a:pt x="188" y="372"/>
                    </a:cubicBezTo>
                    <a:cubicBezTo>
                      <a:pt x="191" y="382"/>
                      <a:pt x="196" y="390"/>
                      <a:pt x="200" y="401"/>
                    </a:cubicBezTo>
                    <a:cubicBezTo>
                      <a:pt x="200" y="402"/>
                      <a:pt x="202" y="405"/>
                      <a:pt x="204" y="405"/>
                    </a:cubicBezTo>
                    <a:cubicBezTo>
                      <a:pt x="204" y="409"/>
                      <a:pt x="207" y="410"/>
                      <a:pt x="210" y="410"/>
                    </a:cubicBezTo>
                    <a:cubicBezTo>
                      <a:pt x="214" y="410"/>
                      <a:pt x="214" y="405"/>
                      <a:pt x="216" y="401"/>
                    </a:cubicBezTo>
                    <a:cubicBezTo>
                      <a:pt x="218" y="397"/>
                      <a:pt x="219" y="398"/>
                      <a:pt x="224" y="396"/>
                    </a:cubicBezTo>
                    <a:cubicBezTo>
                      <a:pt x="228" y="394"/>
                      <a:pt x="227" y="382"/>
                      <a:pt x="233" y="381"/>
                    </a:cubicBezTo>
                    <a:cubicBezTo>
                      <a:pt x="234" y="380"/>
                      <a:pt x="237" y="380"/>
                      <a:pt x="237" y="379"/>
                    </a:cubicBezTo>
                    <a:cubicBezTo>
                      <a:pt x="240" y="379"/>
                      <a:pt x="240" y="379"/>
                      <a:pt x="240" y="379"/>
                    </a:cubicBezTo>
                    <a:cubicBezTo>
                      <a:pt x="237" y="367"/>
                      <a:pt x="237" y="367"/>
                      <a:pt x="237" y="367"/>
                    </a:cubicBezTo>
                    <a:cubicBezTo>
                      <a:pt x="237" y="359"/>
                      <a:pt x="243" y="352"/>
                      <a:pt x="243" y="341"/>
                    </a:cubicBezTo>
                    <a:cubicBezTo>
                      <a:pt x="243" y="334"/>
                      <a:pt x="240" y="329"/>
                      <a:pt x="240" y="321"/>
                    </a:cubicBezTo>
                    <a:cubicBezTo>
                      <a:pt x="240" y="312"/>
                      <a:pt x="249" y="311"/>
                      <a:pt x="257" y="308"/>
                    </a:cubicBezTo>
                    <a:cubicBezTo>
                      <a:pt x="260" y="307"/>
                      <a:pt x="265" y="302"/>
                      <a:pt x="268" y="298"/>
                    </a:cubicBezTo>
                    <a:cubicBezTo>
                      <a:pt x="277" y="290"/>
                      <a:pt x="284" y="281"/>
                      <a:pt x="293" y="272"/>
                    </a:cubicBezTo>
                    <a:cubicBezTo>
                      <a:pt x="300" y="265"/>
                      <a:pt x="313" y="263"/>
                      <a:pt x="321" y="255"/>
                    </a:cubicBezTo>
                    <a:cubicBezTo>
                      <a:pt x="325" y="251"/>
                      <a:pt x="325" y="246"/>
                      <a:pt x="326" y="240"/>
                    </a:cubicBezTo>
                    <a:cubicBezTo>
                      <a:pt x="328" y="236"/>
                      <a:pt x="337" y="236"/>
                      <a:pt x="340" y="229"/>
                    </a:cubicBezTo>
                    <a:cubicBezTo>
                      <a:pt x="344" y="231"/>
                      <a:pt x="344" y="233"/>
                      <a:pt x="351" y="233"/>
                    </a:cubicBezTo>
                    <a:cubicBezTo>
                      <a:pt x="362" y="233"/>
                      <a:pt x="374" y="231"/>
                      <a:pt x="374" y="218"/>
                    </a:cubicBezTo>
                    <a:cubicBezTo>
                      <a:pt x="381" y="219"/>
                      <a:pt x="389" y="222"/>
                      <a:pt x="390" y="228"/>
                    </a:cubicBezTo>
                    <a:cubicBezTo>
                      <a:pt x="392" y="233"/>
                      <a:pt x="391" y="240"/>
                      <a:pt x="395" y="245"/>
                    </a:cubicBezTo>
                    <a:cubicBezTo>
                      <a:pt x="398" y="251"/>
                      <a:pt x="403" y="255"/>
                      <a:pt x="409" y="259"/>
                    </a:cubicBezTo>
                    <a:cubicBezTo>
                      <a:pt x="414" y="267"/>
                      <a:pt x="419" y="274"/>
                      <a:pt x="422" y="283"/>
                    </a:cubicBezTo>
                    <a:cubicBezTo>
                      <a:pt x="423" y="285"/>
                      <a:pt x="425" y="286"/>
                      <a:pt x="425" y="289"/>
                    </a:cubicBezTo>
                    <a:cubicBezTo>
                      <a:pt x="425" y="293"/>
                      <a:pt x="423" y="296"/>
                      <a:pt x="423" y="302"/>
                    </a:cubicBezTo>
                    <a:cubicBezTo>
                      <a:pt x="423" y="307"/>
                      <a:pt x="423" y="313"/>
                      <a:pt x="430" y="313"/>
                    </a:cubicBezTo>
                    <a:cubicBezTo>
                      <a:pt x="442" y="313"/>
                      <a:pt x="445" y="300"/>
                      <a:pt x="453" y="293"/>
                    </a:cubicBezTo>
                    <a:cubicBezTo>
                      <a:pt x="455" y="295"/>
                      <a:pt x="454" y="297"/>
                      <a:pt x="457" y="300"/>
                    </a:cubicBezTo>
                    <a:cubicBezTo>
                      <a:pt x="457" y="300"/>
                      <a:pt x="461" y="300"/>
                      <a:pt x="462" y="302"/>
                    </a:cubicBezTo>
                    <a:cubicBezTo>
                      <a:pt x="467" y="308"/>
                      <a:pt x="459" y="322"/>
                      <a:pt x="465" y="322"/>
                    </a:cubicBezTo>
                    <a:cubicBezTo>
                      <a:pt x="465" y="336"/>
                      <a:pt x="476" y="347"/>
                      <a:pt x="476" y="367"/>
                    </a:cubicBezTo>
                    <a:cubicBezTo>
                      <a:pt x="476" y="371"/>
                      <a:pt x="473" y="382"/>
                      <a:pt x="476" y="383"/>
                    </a:cubicBezTo>
                    <a:cubicBezTo>
                      <a:pt x="480" y="376"/>
                      <a:pt x="481" y="371"/>
                      <a:pt x="485" y="363"/>
                    </a:cubicBezTo>
                    <a:cubicBezTo>
                      <a:pt x="486" y="361"/>
                      <a:pt x="489" y="360"/>
                      <a:pt x="489" y="358"/>
                    </a:cubicBezTo>
                    <a:cubicBezTo>
                      <a:pt x="489" y="354"/>
                      <a:pt x="483" y="334"/>
                      <a:pt x="479" y="330"/>
                    </a:cubicBezTo>
                    <a:cubicBezTo>
                      <a:pt x="476" y="327"/>
                      <a:pt x="472" y="325"/>
                      <a:pt x="472" y="320"/>
                    </a:cubicBezTo>
                    <a:cubicBezTo>
                      <a:pt x="472" y="319"/>
                      <a:pt x="472" y="318"/>
                      <a:pt x="472" y="316"/>
                    </a:cubicBezTo>
                    <a:cubicBezTo>
                      <a:pt x="472" y="317"/>
                      <a:pt x="472" y="317"/>
                      <a:pt x="472" y="317"/>
                    </a:cubicBezTo>
                    <a:cubicBezTo>
                      <a:pt x="473" y="316"/>
                      <a:pt x="476" y="311"/>
                      <a:pt x="476" y="307"/>
                    </a:cubicBezTo>
                    <a:cubicBezTo>
                      <a:pt x="476" y="302"/>
                      <a:pt x="476" y="293"/>
                      <a:pt x="473" y="288"/>
                    </a:cubicBezTo>
                    <a:cubicBezTo>
                      <a:pt x="470" y="284"/>
                      <a:pt x="464" y="284"/>
                      <a:pt x="464" y="276"/>
                    </a:cubicBezTo>
                    <a:cubicBezTo>
                      <a:pt x="464" y="268"/>
                      <a:pt x="467" y="262"/>
                      <a:pt x="472" y="258"/>
                    </a:cubicBezTo>
                    <a:cubicBezTo>
                      <a:pt x="474" y="255"/>
                      <a:pt x="479" y="256"/>
                      <a:pt x="483" y="254"/>
                    </a:cubicBezTo>
                    <a:cubicBezTo>
                      <a:pt x="493" y="247"/>
                      <a:pt x="500" y="244"/>
                      <a:pt x="509" y="230"/>
                    </a:cubicBezTo>
                    <a:cubicBezTo>
                      <a:pt x="506" y="230"/>
                      <a:pt x="505" y="231"/>
                      <a:pt x="501" y="231"/>
                    </a:cubicBezTo>
                    <a:cubicBezTo>
                      <a:pt x="493" y="231"/>
                      <a:pt x="487" y="222"/>
                      <a:pt x="487" y="213"/>
                    </a:cubicBezTo>
                    <a:cubicBezTo>
                      <a:pt x="483" y="212"/>
                      <a:pt x="482" y="199"/>
                      <a:pt x="478" y="199"/>
                    </a:cubicBezTo>
                    <a:cubicBezTo>
                      <a:pt x="475" y="199"/>
                      <a:pt x="472" y="202"/>
                      <a:pt x="469" y="202"/>
                    </a:cubicBezTo>
                    <a:cubicBezTo>
                      <a:pt x="468" y="202"/>
                      <a:pt x="467" y="199"/>
                      <a:pt x="467" y="197"/>
                    </a:cubicBezTo>
                    <a:cubicBezTo>
                      <a:pt x="467" y="181"/>
                      <a:pt x="479" y="180"/>
                      <a:pt x="479" y="163"/>
                    </a:cubicBezTo>
                    <a:cubicBezTo>
                      <a:pt x="479" y="154"/>
                      <a:pt x="472" y="151"/>
                      <a:pt x="468" y="144"/>
                    </a:cubicBezTo>
                    <a:cubicBezTo>
                      <a:pt x="457" y="139"/>
                      <a:pt x="448" y="140"/>
                      <a:pt x="445" y="125"/>
                    </a:cubicBezTo>
                    <a:cubicBezTo>
                      <a:pt x="442" y="125"/>
                      <a:pt x="442" y="125"/>
                      <a:pt x="442" y="125"/>
                    </a:cubicBezTo>
                    <a:cubicBezTo>
                      <a:pt x="438" y="129"/>
                      <a:pt x="438" y="129"/>
                      <a:pt x="438" y="129"/>
                    </a:cubicBezTo>
                    <a:cubicBezTo>
                      <a:pt x="433" y="131"/>
                      <a:pt x="427" y="126"/>
                      <a:pt x="423" y="130"/>
                    </a:cubicBezTo>
                    <a:cubicBezTo>
                      <a:pt x="422" y="132"/>
                      <a:pt x="421" y="133"/>
                      <a:pt x="418" y="135"/>
                    </a:cubicBezTo>
                    <a:cubicBezTo>
                      <a:pt x="415" y="137"/>
                      <a:pt x="401" y="149"/>
                      <a:pt x="394" y="149"/>
                    </a:cubicBezTo>
                    <a:cubicBezTo>
                      <a:pt x="387" y="149"/>
                      <a:pt x="382" y="144"/>
                      <a:pt x="373" y="144"/>
                    </a:cubicBezTo>
                    <a:cubicBezTo>
                      <a:pt x="362" y="144"/>
                      <a:pt x="360" y="152"/>
                      <a:pt x="354" y="155"/>
                    </a:cubicBezTo>
                    <a:cubicBezTo>
                      <a:pt x="353" y="152"/>
                      <a:pt x="352" y="145"/>
                      <a:pt x="349" y="145"/>
                    </a:cubicBezTo>
                    <a:cubicBezTo>
                      <a:pt x="347" y="145"/>
                      <a:pt x="345" y="147"/>
                      <a:pt x="341" y="147"/>
                    </a:cubicBezTo>
                    <a:cubicBezTo>
                      <a:pt x="335" y="147"/>
                      <a:pt x="329" y="147"/>
                      <a:pt x="323" y="147"/>
                    </a:cubicBezTo>
                    <a:cubicBezTo>
                      <a:pt x="313" y="147"/>
                      <a:pt x="309" y="141"/>
                      <a:pt x="302" y="136"/>
                    </a:cubicBezTo>
                    <a:cubicBezTo>
                      <a:pt x="300" y="135"/>
                      <a:pt x="296" y="139"/>
                      <a:pt x="295" y="136"/>
                    </a:cubicBezTo>
                    <a:cubicBezTo>
                      <a:pt x="293" y="132"/>
                      <a:pt x="293" y="129"/>
                      <a:pt x="290" y="127"/>
                    </a:cubicBezTo>
                    <a:cubicBezTo>
                      <a:pt x="283" y="124"/>
                      <a:pt x="279" y="126"/>
                      <a:pt x="273" y="120"/>
                    </a:cubicBezTo>
                    <a:cubicBezTo>
                      <a:pt x="268" y="115"/>
                      <a:pt x="263" y="118"/>
                      <a:pt x="254" y="116"/>
                    </a:cubicBezTo>
                    <a:cubicBezTo>
                      <a:pt x="246" y="114"/>
                      <a:pt x="243" y="108"/>
                      <a:pt x="236" y="106"/>
                    </a:cubicBezTo>
                    <a:cubicBezTo>
                      <a:pt x="234" y="105"/>
                      <a:pt x="229" y="106"/>
                      <a:pt x="228" y="103"/>
                    </a:cubicBezTo>
                    <a:cubicBezTo>
                      <a:pt x="227" y="98"/>
                      <a:pt x="227" y="94"/>
                      <a:pt x="226" y="89"/>
                    </a:cubicBezTo>
                    <a:cubicBezTo>
                      <a:pt x="226" y="85"/>
                      <a:pt x="226" y="85"/>
                      <a:pt x="226" y="85"/>
                    </a:cubicBezTo>
                    <a:cubicBezTo>
                      <a:pt x="231" y="85"/>
                      <a:pt x="236" y="86"/>
                      <a:pt x="236" y="80"/>
                    </a:cubicBezTo>
                    <a:cubicBezTo>
                      <a:pt x="236" y="75"/>
                      <a:pt x="229" y="74"/>
                      <a:pt x="229" y="69"/>
                    </a:cubicBezTo>
                    <a:cubicBezTo>
                      <a:pt x="229" y="57"/>
                      <a:pt x="246" y="59"/>
                      <a:pt x="246" y="47"/>
                    </a:cubicBezTo>
                    <a:cubicBezTo>
                      <a:pt x="246" y="43"/>
                      <a:pt x="236" y="35"/>
                      <a:pt x="232" y="35"/>
                    </a:cubicBezTo>
                    <a:cubicBezTo>
                      <a:pt x="224" y="35"/>
                      <a:pt x="221" y="42"/>
                      <a:pt x="213" y="43"/>
                    </a:cubicBezTo>
                    <a:cubicBezTo>
                      <a:pt x="205" y="40"/>
                      <a:pt x="200" y="40"/>
                      <a:pt x="194" y="34"/>
                    </a:cubicBezTo>
                    <a:cubicBezTo>
                      <a:pt x="191" y="31"/>
                      <a:pt x="193" y="25"/>
                      <a:pt x="188" y="24"/>
                    </a:cubicBezTo>
                    <a:cubicBezTo>
                      <a:pt x="182" y="22"/>
                      <a:pt x="178" y="24"/>
                      <a:pt x="178" y="16"/>
                    </a:cubicBezTo>
                    <a:cubicBezTo>
                      <a:pt x="172" y="15"/>
                      <a:pt x="168" y="15"/>
                      <a:pt x="163" y="15"/>
                    </a:cubicBezTo>
                    <a:cubicBezTo>
                      <a:pt x="154" y="15"/>
                      <a:pt x="150" y="23"/>
                      <a:pt x="140" y="23"/>
                    </a:cubicBezTo>
                    <a:cubicBezTo>
                      <a:pt x="130" y="23"/>
                      <a:pt x="140" y="0"/>
                      <a:pt x="131" y="0"/>
                    </a:cubicBezTo>
                    <a:cubicBezTo>
                      <a:pt x="122" y="0"/>
                      <a:pt x="120" y="10"/>
                      <a:pt x="116" y="10"/>
                    </a:cubicBezTo>
                    <a:cubicBezTo>
                      <a:pt x="115" y="10"/>
                      <a:pt x="114" y="11"/>
                      <a:pt x="113" y="10"/>
                    </a:cubicBezTo>
                    <a:cubicBezTo>
                      <a:pt x="110" y="16"/>
                      <a:pt x="103" y="21"/>
                      <a:pt x="94" y="21"/>
                    </a:cubicBezTo>
                    <a:cubicBezTo>
                      <a:pt x="91" y="21"/>
                      <a:pt x="90" y="16"/>
                      <a:pt x="86" y="16"/>
                    </a:cubicBezTo>
                    <a:cubicBezTo>
                      <a:pt x="83" y="16"/>
                      <a:pt x="73" y="20"/>
                      <a:pt x="72" y="15"/>
                    </a:cubicBezTo>
                    <a:cubicBezTo>
                      <a:pt x="68" y="15"/>
                      <a:pt x="69" y="13"/>
                      <a:pt x="65" y="13"/>
                    </a:cubicBezTo>
                    <a:cubicBezTo>
                      <a:pt x="54" y="13"/>
                      <a:pt x="53" y="24"/>
                      <a:pt x="45" y="32"/>
                    </a:cubicBezTo>
                    <a:cubicBezTo>
                      <a:pt x="42" y="35"/>
                      <a:pt x="37" y="35"/>
                      <a:pt x="33" y="39"/>
                    </a:cubicBezTo>
                    <a:cubicBezTo>
                      <a:pt x="30" y="42"/>
                      <a:pt x="28" y="46"/>
                      <a:pt x="23" y="46"/>
                    </a:cubicBezTo>
                    <a:cubicBezTo>
                      <a:pt x="19" y="46"/>
                      <a:pt x="16" y="42"/>
                      <a:pt x="12" y="42"/>
                    </a:cubicBezTo>
                    <a:cubicBezTo>
                      <a:pt x="11" y="42"/>
                      <a:pt x="11" y="45"/>
                      <a:pt x="10" y="45"/>
                    </a:cubicBezTo>
                    <a:cubicBezTo>
                      <a:pt x="7" y="47"/>
                      <a:pt x="0" y="63"/>
                      <a:pt x="0" y="64"/>
                    </a:cubicBezTo>
                    <a:cubicBezTo>
                      <a:pt x="0" y="65"/>
                      <a:pt x="1" y="67"/>
                      <a:pt x="0" y="68"/>
                    </a:cubicBezTo>
                    <a:cubicBezTo>
                      <a:pt x="1" y="70"/>
                      <a:pt x="0" y="71"/>
                      <a:pt x="1" y="73"/>
                    </a:cubicBezTo>
                    <a:cubicBezTo>
                      <a:pt x="1" y="87"/>
                      <a:pt x="1" y="87"/>
                      <a:pt x="1" y="87"/>
                    </a:cubicBezTo>
                    <a:cubicBezTo>
                      <a:pt x="3" y="91"/>
                      <a:pt x="2" y="94"/>
                      <a:pt x="4" y="98"/>
                    </a:cubicBezTo>
                    <a:cubicBezTo>
                      <a:pt x="5" y="102"/>
                      <a:pt x="14" y="98"/>
                      <a:pt x="14" y="105"/>
                    </a:cubicBezTo>
                    <a:cubicBezTo>
                      <a:pt x="14" y="114"/>
                      <a:pt x="4" y="113"/>
                      <a:pt x="4" y="120"/>
                    </a:cubicBezTo>
                    <a:cubicBezTo>
                      <a:pt x="4" y="126"/>
                      <a:pt x="8" y="126"/>
                      <a:pt x="10" y="128"/>
                    </a:cubicBezTo>
                    <a:cubicBezTo>
                      <a:pt x="17" y="143"/>
                      <a:pt x="32" y="145"/>
                      <a:pt x="32" y="164"/>
                    </a:cubicBezTo>
                    <a:cubicBezTo>
                      <a:pt x="21" y="167"/>
                      <a:pt x="13" y="169"/>
                      <a:pt x="13" y="181"/>
                    </a:cubicBezTo>
                    <a:cubicBezTo>
                      <a:pt x="13" y="184"/>
                      <a:pt x="15" y="187"/>
                      <a:pt x="15" y="189"/>
                    </a:cubicBezTo>
                    <a:cubicBezTo>
                      <a:pt x="30" y="188"/>
                      <a:pt x="30" y="188"/>
                      <a:pt x="30" y="188"/>
                    </a:cubicBezTo>
                    <a:cubicBezTo>
                      <a:pt x="31" y="187"/>
                      <a:pt x="33" y="186"/>
                      <a:pt x="34" y="185"/>
                    </a:cubicBezTo>
                    <a:cubicBezTo>
                      <a:pt x="46" y="188"/>
                      <a:pt x="46" y="188"/>
                      <a:pt x="46" y="188"/>
                    </a:cubicBezTo>
                    <a:cubicBezTo>
                      <a:pt x="50" y="188"/>
                      <a:pt x="52" y="184"/>
                      <a:pt x="57" y="184"/>
                    </a:cubicBezTo>
                    <a:cubicBezTo>
                      <a:pt x="62" y="184"/>
                      <a:pt x="65" y="184"/>
                      <a:pt x="70" y="185"/>
                    </a:cubicBezTo>
                    <a:cubicBezTo>
                      <a:pt x="75" y="187"/>
                      <a:pt x="78" y="197"/>
                      <a:pt x="82" y="203"/>
                    </a:cubicBezTo>
                    <a:cubicBezTo>
                      <a:pt x="86" y="209"/>
                      <a:pt x="99" y="218"/>
                      <a:pt x="108" y="218"/>
                    </a:cubicBezTo>
                    <a:cubicBezTo>
                      <a:pt x="111" y="218"/>
                      <a:pt x="114" y="218"/>
                      <a:pt x="118" y="219"/>
                    </a:cubicBezTo>
                    <a:cubicBezTo>
                      <a:pt x="116" y="221"/>
                      <a:pt x="116" y="225"/>
                      <a:pt x="112" y="225"/>
                    </a:cubicBezTo>
                    <a:cubicBezTo>
                      <a:pt x="108" y="227"/>
                      <a:pt x="105" y="225"/>
                      <a:pt x="101" y="227"/>
                    </a:cubicBezTo>
                    <a:cubicBezTo>
                      <a:pt x="108" y="234"/>
                      <a:pt x="113" y="248"/>
                      <a:pt x="127" y="248"/>
                    </a:cubicBezTo>
                    <a:cubicBezTo>
                      <a:pt x="138" y="248"/>
                      <a:pt x="139" y="233"/>
                      <a:pt x="144" y="227"/>
                    </a:cubicBezTo>
                    <a:cubicBezTo>
                      <a:pt x="148" y="227"/>
                      <a:pt x="148" y="227"/>
                      <a:pt x="148" y="227"/>
                    </a:cubicBezTo>
                    <a:cubicBezTo>
                      <a:pt x="148" y="229"/>
                      <a:pt x="145" y="232"/>
                      <a:pt x="145" y="233"/>
                    </a:cubicBezTo>
                    <a:cubicBezTo>
                      <a:pt x="145" y="239"/>
                      <a:pt x="150" y="244"/>
                      <a:pt x="150" y="251"/>
                    </a:cubicBezTo>
                    <a:cubicBezTo>
                      <a:pt x="150" y="257"/>
                      <a:pt x="147" y="258"/>
                      <a:pt x="147" y="264"/>
                    </a:cubicBezTo>
                    <a:lnTo>
                      <a:pt x="149" y="265"/>
                    </a:lnTo>
                    <a:close/>
                  </a:path>
                </a:pathLst>
              </a:custGeom>
              <a:solidFill>
                <a:srgbClr val="A0DBCE"/>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75" name="is1ide-Freeform: Shape 20"/>
              <p:cNvSpPr>
                <a:spLocks/>
              </p:cNvSpPr>
              <p:nvPr/>
            </p:nvSpPr>
            <p:spPr bwMode="auto">
              <a:xfrm>
                <a:off x="5438182" y="4441264"/>
                <a:ext cx="214649" cy="235226"/>
              </a:xfrm>
              <a:custGeom>
                <a:avLst/>
                <a:gdLst/>
                <a:ahLst/>
                <a:cxnLst>
                  <a:cxn ang="0">
                    <a:pos x="59" y="74"/>
                  </a:cxn>
                  <a:cxn ang="0">
                    <a:pos x="58" y="70"/>
                  </a:cxn>
                  <a:cxn ang="0">
                    <a:pos x="51" y="68"/>
                  </a:cxn>
                  <a:cxn ang="0">
                    <a:pos x="45" y="53"/>
                  </a:cxn>
                  <a:cxn ang="0">
                    <a:pos x="28" y="38"/>
                  </a:cxn>
                  <a:cxn ang="0">
                    <a:pos x="22" y="25"/>
                  </a:cxn>
                  <a:cxn ang="0">
                    <a:pos x="11" y="21"/>
                  </a:cxn>
                  <a:cxn ang="0">
                    <a:pos x="0" y="3"/>
                  </a:cxn>
                  <a:cxn ang="0">
                    <a:pos x="0" y="0"/>
                  </a:cxn>
                  <a:cxn ang="0">
                    <a:pos x="2" y="0"/>
                  </a:cxn>
                  <a:cxn ang="0">
                    <a:pos x="11" y="4"/>
                  </a:cxn>
                  <a:cxn ang="0">
                    <a:pos x="26" y="4"/>
                  </a:cxn>
                  <a:cxn ang="0">
                    <a:pos x="42" y="20"/>
                  </a:cxn>
                  <a:cxn ang="0">
                    <a:pos x="47" y="23"/>
                  </a:cxn>
                  <a:cxn ang="0">
                    <a:pos x="61" y="35"/>
                  </a:cxn>
                  <a:cxn ang="0">
                    <a:pos x="86" y="53"/>
                  </a:cxn>
                  <a:cxn ang="0">
                    <a:pos x="101" y="64"/>
                  </a:cxn>
                  <a:cxn ang="0">
                    <a:pos x="100" y="66"/>
                  </a:cxn>
                  <a:cxn ang="0">
                    <a:pos x="103" y="66"/>
                  </a:cxn>
                  <a:cxn ang="0">
                    <a:pos x="107" y="70"/>
                  </a:cxn>
                  <a:cxn ang="0">
                    <a:pos x="105" y="74"/>
                  </a:cxn>
                  <a:cxn ang="0">
                    <a:pos x="114" y="81"/>
                  </a:cxn>
                  <a:cxn ang="0">
                    <a:pos x="124" y="98"/>
                  </a:cxn>
                  <a:cxn ang="0">
                    <a:pos x="133" y="106"/>
                  </a:cxn>
                  <a:cxn ang="0">
                    <a:pos x="133" y="125"/>
                  </a:cxn>
                  <a:cxn ang="0">
                    <a:pos x="131" y="138"/>
                  </a:cxn>
                  <a:cxn ang="0">
                    <a:pos x="119" y="144"/>
                  </a:cxn>
                  <a:cxn ang="0">
                    <a:pos x="108" y="132"/>
                  </a:cxn>
                  <a:cxn ang="0">
                    <a:pos x="84" y="112"/>
                  </a:cxn>
                  <a:cxn ang="0">
                    <a:pos x="67" y="85"/>
                  </a:cxn>
                  <a:cxn ang="0">
                    <a:pos x="59" y="74"/>
                  </a:cxn>
                </a:cxnLst>
                <a:rect l="0" t="0" r="r" b="b"/>
                <a:pathLst>
                  <a:path w="133" h="144">
                    <a:moveTo>
                      <a:pt x="59" y="74"/>
                    </a:moveTo>
                    <a:cubicBezTo>
                      <a:pt x="58" y="74"/>
                      <a:pt x="59" y="72"/>
                      <a:pt x="58" y="70"/>
                    </a:cubicBezTo>
                    <a:cubicBezTo>
                      <a:pt x="57" y="69"/>
                      <a:pt x="52" y="69"/>
                      <a:pt x="51" y="68"/>
                    </a:cubicBezTo>
                    <a:cubicBezTo>
                      <a:pt x="49" y="67"/>
                      <a:pt x="45" y="56"/>
                      <a:pt x="45" y="53"/>
                    </a:cubicBezTo>
                    <a:cubicBezTo>
                      <a:pt x="41" y="43"/>
                      <a:pt x="31" y="44"/>
                      <a:pt x="28" y="38"/>
                    </a:cubicBezTo>
                    <a:cubicBezTo>
                      <a:pt x="26" y="33"/>
                      <a:pt x="24" y="30"/>
                      <a:pt x="22" y="25"/>
                    </a:cubicBezTo>
                    <a:cubicBezTo>
                      <a:pt x="20" y="21"/>
                      <a:pt x="15" y="22"/>
                      <a:pt x="11" y="21"/>
                    </a:cubicBezTo>
                    <a:cubicBezTo>
                      <a:pt x="8" y="20"/>
                      <a:pt x="1" y="8"/>
                      <a:pt x="0" y="3"/>
                    </a:cubicBezTo>
                    <a:cubicBezTo>
                      <a:pt x="0" y="0"/>
                      <a:pt x="0" y="0"/>
                      <a:pt x="0" y="0"/>
                    </a:cubicBezTo>
                    <a:cubicBezTo>
                      <a:pt x="0" y="0"/>
                      <a:pt x="1" y="0"/>
                      <a:pt x="2" y="0"/>
                    </a:cubicBezTo>
                    <a:cubicBezTo>
                      <a:pt x="7" y="0"/>
                      <a:pt x="8" y="2"/>
                      <a:pt x="11" y="4"/>
                    </a:cubicBezTo>
                    <a:cubicBezTo>
                      <a:pt x="26" y="4"/>
                      <a:pt x="26" y="4"/>
                      <a:pt x="26" y="4"/>
                    </a:cubicBezTo>
                    <a:cubicBezTo>
                      <a:pt x="35" y="7"/>
                      <a:pt x="38" y="13"/>
                      <a:pt x="42" y="20"/>
                    </a:cubicBezTo>
                    <a:cubicBezTo>
                      <a:pt x="43" y="23"/>
                      <a:pt x="45" y="22"/>
                      <a:pt x="47" y="23"/>
                    </a:cubicBezTo>
                    <a:cubicBezTo>
                      <a:pt x="53" y="25"/>
                      <a:pt x="56" y="30"/>
                      <a:pt x="61" y="35"/>
                    </a:cubicBezTo>
                    <a:cubicBezTo>
                      <a:pt x="69" y="43"/>
                      <a:pt x="74" y="49"/>
                      <a:pt x="86" y="53"/>
                    </a:cubicBezTo>
                    <a:cubicBezTo>
                      <a:pt x="93" y="55"/>
                      <a:pt x="101" y="57"/>
                      <a:pt x="101" y="64"/>
                    </a:cubicBezTo>
                    <a:cubicBezTo>
                      <a:pt x="101" y="64"/>
                      <a:pt x="100" y="65"/>
                      <a:pt x="100" y="66"/>
                    </a:cubicBezTo>
                    <a:cubicBezTo>
                      <a:pt x="101" y="66"/>
                      <a:pt x="102" y="66"/>
                      <a:pt x="103" y="66"/>
                    </a:cubicBezTo>
                    <a:cubicBezTo>
                      <a:pt x="105" y="66"/>
                      <a:pt x="106" y="68"/>
                      <a:pt x="107" y="70"/>
                    </a:cubicBezTo>
                    <a:cubicBezTo>
                      <a:pt x="105" y="74"/>
                      <a:pt x="105" y="74"/>
                      <a:pt x="105" y="74"/>
                    </a:cubicBezTo>
                    <a:cubicBezTo>
                      <a:pt x="105" y="80"/>
                      <a:pt x="109" y="81"/>
                      <a:pt x="114" y="81"/>
                    </a:cubicBezTo>
                    <a:cubicBezTo>
                      <a:pt x="114" y="91"/>
                      <a:pt x="119" y="93"/>
                      <a:pt x="124" y="98"/>
                    </a:cubicBezTo>
                    <a:cubicBezTo>
                      <a:pt x="127" y="101"/>
                      <a:pt x="133" y="102"/>
                      <a:pt x="133" y="106"/>
                    </a:cubicBezTo>
                    <a:cubicBezTo>
                      <a:pt x="133" y="112"/>
                      <a:pt x="133" y="116"/>
                      <a:pt x="133" y="125"/>
                    </a:cubicBezTo>
                    <a:cubicBezTo>
                      <a:pt x="128" y="127"/>
                      <a:pt x="131" y="133"/>
                      <a:pt x="131" y="138"/>
                    </a:cubicBezTo>
                    <a:cubicBezTo>
                      <a:pt x="131" y="143"/>
                      <a:pt x="122" y="144"/>
                      <a:pt x="119" y="144"/>
                    </a:cubicBezTo>
                    <a:cubicBezTo>
                      <a:pt x="116" y="144"/>
                      <a:pt x="109" y="132"/>
                      <a:pt x="108" y="132"/>
                    </a:cubicBezTo>
                    <a:cubicBezTo>
                      <a:pt x="100" y="124"/>
                      <a:pt x="92" y="120"/>
                      <a:pt x="84" y="112"/>
                    </a:cubicBezTo>
                    <a:cubicBezTo>
                      <a:pt x="75" y="103"/>
                      <a:pt x="71" y="95"/>
                      <a:pt x="67" y="85"/>
                    </a:cubicBezTo>
                    <a:cubicBezTo>
                      <a:pt x="66" y="83"/>
                      <a:pt x="60" y="74"/>
                      <a:pt x="59" y="74"/>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76" name="is1ide-Freeform: Shape 21"/>
              <p:cNvSpPr>
                <a:spLocks/>
              </p:cNvSpPr>
              <p:nvPr/>
            </p:nvSpPr>
            <p:spPr bwMode="auto">
              <a:xfrm>
                <a:off x="5714160" y="4412105"/>
                <a:ext cx="205067" cy="231338"/>
              </a:xfrm>
              <a:custGeom>
                <a:avLst/>
                <a:gdLst/>
                <a:ahLst/>
                <a:cxnLst>
                  <a:cxn ang="0">
                    <a:pos x="37" y="130"/>
                  </a:cxn>
                  <a:cxn ang="0">
                    <a:pos x="36" y="124"/>
                  </a:cxn>
                  <a:cxn ang="0">
                    <a:pos x="27" y="126"/>
                  </a:cxn>
                  <a:cxn ang="0">
                    <a:pos x="11" y="102"/>
                  </a:cxn>
                  <a:cxn ang="0">
                    <a:pos x="12" y="99"/>
                  </a:cxn>
                  <a:cxn ang="0">
                    <a:pos x="6" y="97"/>
                  </a:cxn>
                  <a:cxn ang="0">
                    <a:pos x="0" y="78"/>
                  </a:cxn>
                  <a:cxn ang="0">
                    <a:pos x="15" y="74"/>
                  </a:cxn>
                  <a:cxn ang="0">
                    <a:pos x="33" y="54"/>
                  </a:cxn>
                  <a:cxn ang="0">
                    <a:pos x="45" y="50"/>
                  </a:cxn>
                  <a:cxn ang="0">
                    <a:pos x="56" y="41"/>
                  </a:cxn>
                  <a:cxn ang="0">
                    <a:pos x="59" y="35"/>
                  </a:cxn>
                  <a:cxn ang="0">
                    <a:pos x="63" y="32"/>
                  </a:cxn>
                  <a:cxn ang="0">
                    <a:pos x="66" y="29"/>
                  </a:cxn>
                  <a:cxn ang="0">
                    <a:pos x="82" y="23"/>
                  </a:cxn>
                  <a:cxn ang="0">
                    <a:pos x="102" y="0"/>
                  </a:cxn>
                  <a:cxn ang="0">
                    <a:pos x="109" y="11"/>
                  </a:cxn>
                  <a:cxn ang="0">
                    <a:pos x="127" y="23"/>
                  </a:cxn>
                  <a:cxn ang="0">
                    <a:pos x="117" y="29"/>
                  </a:cxn>
                  <a:cxn ang="0">
                    <a:pos x="119" y="31"/>
                  </a:cxn>
                  <a:cxn ang="0">
                    <a:pos x="106" y="37"/>
                  </a:cxn>
                  <a:cxn ang="0">
                    <a:pos x="108" y="41"/>
                  </a:cxn>
                  <a:cxn ang="0">
                    <a:pos x="105" y="44"/>
                  </a:cxn>
                  <a:cxn ang="0">
                    <a:pos x="125" y="73"/>
                  </a:cxn>
                  <a:cxn ang="0">
                    <a:pos x="115" y="77"/>
                  </a:cxn>
                  <a:cxn ang="0">
                    <a:pos x="111" y="78"/>
                  </a:cxn>
                  <a:cxn ang="0">
                    <a:pos x="109" y="83"/>
                  </a:cxn>
                  <a:cxn ang="0">
                    <a:pos x="103" y="102"/>
                  </a:cxn>
                  <a:cxn ang="0">
                    <a:pos x="93" y="113"/>
                  </a:cxn>
                  <a:cxn ang="0">
                    <a:pos x="95" y="119"/>
                  </a:cxn>
                  <a:cxn ang="0">
                    <a:pos x="90" y="134"/>
                  </a:cxn>
                  <a:cxn ang="0">
                    <a:pos x="76" y="141"/>
                  </a:cxn>
                  <a:cxn ang="0">
                    <a:pos x="71" y="135"/>
                  </a:cxn>
                  <a:cxn ang="0">
                    <a:pos x="51" y="128"/>
                  </a:cxn>
                  <a:cxn ang="0">
                    <a:pos x="40" y="132"/>
                  </a:cxn>
                  <a:cxn ang="0">
                    <a:pos x="37" y="130"/>
                  </a:cxn>
                </a:cxnLst>
                <a:rect l="0" t="0" r="r" b="b"/>
                <a:pathLst>
                  <a:path w="127" h="141">
                    <a:moveTo>
                      <a:pt x="37" y="130"/>
                    </a:moveTo>
                    <a:cubicBezTo>
                      <a:pt x="36" y="130"/>
                      <a:pt x="36" y="125"/>
                      <a:pt x="36" y="124"/>
                    </a:cubicBezTo>
                    <a:cubicBezTo>
                      <a:pt x="32" y="123"/>
                      <a:pt x="30" y="126"/>
                      <a:pt x="27" y="126"/>
                    </a:cubicBezTo>
                    <a:cubicBezTo>
                      <a:pt x="10" y="126"/>
                      <a:pt x="17" y="110"/>
                      <a:pt x="11" y="102"/>
                    </a:cubicBezTo>
                    <a:cubicBezTo>
                      <a:pt x="11" y="101"/>
                      <a:pt x="12" y="100"/>
                      <a:pt x="12" y="99"/>
                    </a:cubicBezTo>
                    <a:cubicBezTo>
                      <a:pt x="11" y="97"/>
                      <a:pt x="8" y="97"/>
                      <a:pt x="6" y="97"/>
                    </a:cubicBezTo>
                    <a:cubicBezTo>
                      <a:pt x="4" y="96"/>
                      <a:pt x="0" y="80"/>
                      <a:pt x="0" y="78"/>
                    </a:cubicBezTo>
                    <a:cubicBezTo>
                      <a:pt x="0" y="71"/>
                      <a:pt x="9" y="74"/>
                      <a:pt x="15" y="74"/>
                    </a:cubicBezTo>
                    <a:cubicBezTo>
                      <a:pt x="29" y="74"/>
                      <a:pt x="27" y="60"/>
                      <a:pt x="33" y="54"/>
                    </a:cubicBezTo>
                    <a:cubicBezTo>
                      <a:pt x="36" y="51"/>
                      <a:pt x="41" y="51"/>
                      <a:pt x="45" y="50"/>
                    </a:cubicBezTo>
                    <a:cubicBezTo>
                      <a:pt x="52" y="49"/>
                      <a:pt x="52" y="44"/>
                      <a:pt x="56" y="41"/>
                    </a:cubicBezTo>
                    <a:cubicBezTo>
                      <a:pt x="54" y="39"/>
                      <a:pt x="59" y="35"/>
                      <a:pt x="59" y="35"/>
                    </a:cubicBezTo>
                    <a:cubicBezTo>
                      <a:pt x="61" y="34"/>
                      <a:pt x="61" y="33"/>
                      <a:pt x="63" y="32"/>
                    </a:cubicBezTo>
                    <a:cubicBezTo>
                      <a:pt x="64" y="32"/>
                      <a:pt x="65" y="30"/>
                      <a:pt x="66" y="29"/>
                    </a:cubicBezTo>
                    <a:cubicBezTo>
                      <a:pt x="70" y="25"/>
                      <a:pt x="80" y="27"/>
                      <a:pt x="82" y="23"/>
                    </a:cubicBezTo>
                    <a:cubicBezTo>
                      <a:pt x="85" y="16"/>
                      <a:pt x="95" y="0"/>
                      <a:pt x="102" y="0"/>
                    </a:cubicBezTo>
                    <a:cubicBezTo>
                      <a:pt x="109" y="0"/>
                      <a:pt x="109" y="4"/>
                      <a:pt x="109" y="11"/>
                    </a:cubicBezTo>
                    <a:cubicBezTo>
                      <a:pt x="109" y="20"/>
                      <a:pt x="127" y="15"/>
                      <a:pt x="127" y="23"/>
                    </a:cubicBezTo>
                    <a:cubicBezTo>
                      <a:pt x="127" y="27"/>
                      <a:pt x="117" y="25"/>
                      <a:pt x="117" y="29"/>
                    </a:cubicBezTo>
                    <a:cubicBezTo>
                      <a:pt x="117" y="30"/>
                      <a:pt x="118" y="31"/>
                      <a:pt x="119" y="31"/>
                    </a:cubicBezTo>
                    <a:cubicBezTo>
                      <a:pt x="118" y="32"/>
                      <a:pt x="106" y="37"/>
                      <a:pt x="106" y="37"/>
                    </a:cubicBezTo>
                    <a:cubicBezTo>
                      <a:pt x="107" y="38"/>
                      <a:pt x="108" y="40"/>
                      <a:pt x="108" y="41"/>
                    </a:cubicBezTo>
                    <a:cubicBezTo>
                      <a:pt x="107" y="42"/>
                      <a:pt x="105" y="43"/>
                      <a:pt x="105" y="44"/>
                    </a:cubicBezTo>
                    <a:cubicBezTo>
                      <a:pt x="105" y="51"/>
                      <a:pt x="117" y="73"/>
                      <a:pt x="125" y="73"/>
                    </a:cubicBezTo>
                    <a:cubicBezTo>
                      <a:pt x="124" y="79"/>
                      <a:pt x="120" y="77"/>
                      <a:pt x="115" y="77"/>
                    </a:cubicBezTo>
                    <a:cubicBezTo>
                      <a:pt x="114" y="77"/>
                      <a:pt x="112" y="78"/>
                      <a:pt x="111" y="78"/>
                    </a:cubicBezTo>
                    <a:cubicBezTo>
                      <a:pt x="109" y="83"/>
                      <a:pt x="109" y="83"/>
                      <a:pt x="109" y="83"/>
                    </a:cubicBezTo>
                    <a:cubicBezTo>
                      <a:pt x="106" y="92"/>
                      <a:pt x="103" y="95"/>
                      <a:pt x="103" y="102"/>
                    </a:cubicBezTo>
                    <a:cubicBezTo>
                      <a:pt x="98" y="103"/>
                      <a:pt x="93" y="110"/>
                      <a:pt x="93" y="113"/>
                    </a:cubicBezTo>
                    <a:cubicBezTo>
                      <a:pt x="93" y="116"/>
                      <a:pt x="95" y="117"/>
                      <a:pt x="95" y="119"/>
                    </a:cubicBezTo>
                    <a:cubicBezTo>
                      <a:pt x="95" y="122"/>
                      <a:pt x="90" y="129"/>
                      <a:pt x="90" y="134"/>
                    </a:cubicBezTo>
                    <a:cubicBezTo>
                      <a:pt x="83" y="135"/>
                      <a:pt x="82" y="141"/>
                      <a:pt x="76" y="141"/>
                    </a:cubicBezTo>
                    <a:cubicBezTo>
                      <a:pt x="72" y="141"/>
                      <a:pt x="71" y="137"/>
                      <a:pt x="71" y="135"/>
                    </a:cubicBezTo>
                    <a:cubicBezTo>
                      <a:pt x="64" y="133"/>
                      <a:pt x="59" y="128"/>
                      <a:pt x="51" y="128"/>
                    </a:cubicBezTo>
                    <a:cubicBezTo>
                      <a:pt x="48" y="128"/>
                      <a:pt x="45" y="132"/>
                      <a:pt x="40" y="132"/>
                    </a:cubicBezTo>
                    <a:cubicBezTo>
                      <a:pt x="39" y="132"/>
                      <a:pt x="38" y="130"/>
                      <a:pt x="37" y="130"/>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77" name="is1ide-Freeform: Shape 22"/>
              <p:cNvSpPr>
                <a:spLocks/>
              </p:cNvSpPr>
              <p:nvPr/>
            </p:nvSpPr>
            <p:spPr bwMode="auto">
              <a:xfrm>
                <a:off x="5911561" y="4522913"/>
                <a:ext cx="128407" cy="151633"/>
              </a:xfrm>
              <a:custGeom>
                <a:avLst/>
                <a:gdLst/>
                <a:ahLst/>
                <a:cxnLst>
                  <a:cxn ang="0">
                    <a:pos x="31" y="34"/>
                  </a:cxn>
                  <a:cxn ang="0">
                    <a:pos x="27" y="38"/>
                  </a:cxn>
                  <a:cxn ang="0">
                    <a:pos x="17" y="24"/>
                  </a:cxn>
                  <a:cxn ang="0">
                    <a:pos x="32" y="16"/>
                  </a:cxn>
                  <a:cxn ang="0">
                    <a:pos x="49" y="15"/>
                  </a:cxn>
                  <a:cxn ang="0">
                    <a:pos x="64" y="18"/>
                  </a:cxn>
                  <a:cxn ang="0">
                    <a:pos x="77" y="4"/>
                  </a:cxn>
                  <a:cxn ang="0">
                    <a:pos x="79" y="0"/>
                  </a:cxn>
                  <a:cxn ang="0">
                    <a:pos x="77" y="0"/>
                  </a:cxn>
                  <a:cxn ang="0">
                    <a:pos x="63" y="10"/>
                  </a:cxn>
                  <a:cxn ang="0">
                    <a:pos x="59" y="10"/>
                  </a:cxn>
                  <a:cxn ang="0">
                    <a:pos x="28" y="5"/>
                  </a:cxn>
                  <a:cxn ang="0">
                    <a:pos x="12" y="30"/>
                  </a:cxn>
                  <a:cxn ang="0">
                    <a:pos x="8" y="37"/>
                  </a:cxn>
                  <a:cxn ang="0">
                    <a:pos x="0" y="61"/>
                  </a:cxn>
                  <a:cxn ang="0">
                    <a:pos x="8" y="66"/>
                  </a:cxn>
                  <a:cxn ang="0">
                    <a:pos x="8" y="87"/>
                  </a:cxn>
                  <a:cxn ang="0">
                    <a:pos x="16" y="93"/>
                  </a:cxn>
                  <a:cxn ang="0">
                    <a:pos x="22" y="76"/>
                  </a:cxn>
                  <a:cxn ang="0">
                    <a:pos x="18" y="61"/>
                  </a:cxn>
                  <a:cxn ang="0">
                    <a:pos x="25" y="56"/>
                  </a:cxn>
                  <a:cxn ang="0">
                    <a:pos x="28" y="56"/>
                  </a:cxn>
                  <a:cxn ang="0">
                    <a:pos x="27" y="65"/>
                  </a:cxn>
                  <a:cxn ang="0">
                    <a:pos x="34" y="79"/>
                  </a:cxn>
                  <a:cxn ang="0">
                    <a:pos x="34" y="83"/>
                  </a:cxn>
                  <a:cxn ang="0">
                    <a:pos x="39" y="83"/>
                  </a:cxn>
                  <a:cxn ang="0">
                    <a:pos x="49" y="73"/>
                  </a:cxn>
                  <a:cxn ang="0">
                    <a:pos x="43" y="65"/>
                  </a:cxn>
                  <a:cxn ang="0">
                    <a:pos x="45" y="63"/>
                  </a:cxn>
                  <a:cxn ang="0">
                    <a:pos x="34" y="44"/>
                  </a:cxn>
                  <a:cxn ang="0">
                    <a:pos x="57" y="31"/>
                  </a:cxn>
                  <a:cxn ang="0">
                    <a:pos x="57" y="28"/>
                  </a:cxn>
                  <a:cxn ang="0">
                    <a:pos x="31" y="36"/>
                  </a:cxn>
                  <a:cxn ang="0">
                    <a:pos x="31" y="34"/>
                  </a:cxn>
                </a:cxnLst>
                <a:rect l="0" t="0" r="r" b="b"/>
                <a:pathLst>
                  <a:path w="79" h="93">
                    <a:moveTo>
                      <a:pt x="31" y="34"/>
                    </a:moveTo>
                    <a:cubicBezTo>
                      <a:pt x="30" y="36"/>
                      <a:pt x="29" y="38"/>
                      <a:pt x="27" y="38"/>
                    </a:cubicBezTo>
                    <a:cubicBezTo>
                      <a:pt x="20" y="38"/>
                      <a:pt x="17" y="30"/>
                      <a:pt x="17" y="24"/>
                    </a:cubicBezTo>
                    <a:cubicBezTo>
                      <a:pt x="17" y="15"/>
                      <a:pt x="24" y="16"/>
                      <a:pt x="32" y="16"/>
                    </a:cubicBezTo>
                    <a:cubicBezTo>
                      <a:pt x="39" y="16"/>
                      <a:pt x="42" y="15"/>
                      <a:pt x="49" y="15"/>
                    </a:cubicBezTo>
                    <a:cubicBezTo>
                      <a:pt x="54" y="15"/>
                      <a:pt x="58" y="18"/>
                      <a:pt x="64" y="18"/>
                    </a:cubicBezTo>
                    <a:cubicBezTo>
                      <a:pt x="73" y="18"/>
                      <a:pt x="76" y="10"/>
                      <a:pt x="77" y="4"/>
                    </a:cubicBezTo>
                    <a:cubicBezTo>
                      <a:pt x="79" y="4"/>
                      <a:pt x="79" y="1"/>
                      <a:pt x="79" y="0"/>
                    </a:cubicBezTo>
                    <a:cubicBezTo>
                      <a:pt x="77" y="0"/>
                      <a:pt x="77" y="0"/>
                      <a:pt x="77" y="0"/>
                    </a:cubicBezTo>
                    <a:cubicBezTo>
                      <a:pt x="72" y="4"/>
                      <a:pt x="65" y="8"/>
                      <a:pt x="63" y="10"/>
                    </a:cubicBezTo>
                    <a:cubicBezTo>
                      <a:pt x="59" y="10"/>
                      <a:pt x="59" y="10"/>
                      <a:pt x="59" y="10"/>
                    </a:cubicBezTo>
                    <a:cubicBezTo>
                      <a:pt x="28" y="5"/>
                      <a:pt x="28" y="5"/>
                      <a:pt x="28" y="5"/>
                    </a:cubicBezTo>
                    <a:cubicBezTo>
                      <a:pt x="17" y="5"/>
                      <a:pt x="12" y="20"/>
                      <a:pt x="12" y="30"/>
                    </a:cubicBezTo>
                    <a:cubicBezTo>
                      <a:pt x="12" y="33"/>
                      <a:pt x="8" y="35"/>
                      <a:pt x="8" y="37"/>
                    </a:cubicBezTo>
                    <a:cubicBezTo>
                      <a:pt x="4" y="47"/>
                      <a:pt x="0" y="51"/>
                      <a:pt x="0" y="61"/>
                    </a:cubicBezTo>
                    <a:cubicBezTo>
                      <a:pt x="0" y="66"/>
                      <a:pt x="6" y="66"/>
                      <a:pt x="8" y="66"/>
                    </a:cubicBezTo>
                    <a:cubicBezTo>
                      <a:pt x="8" y="73"/>
                      <a:pt x="8" y="83"/>
                      <a:pt x="8" y="87"/>
                    </a:cubicBezTo>
                    <a:cubicBezTo>
                      <a:pt x="8" y="90"/>
                      <a:pt x="12" y="93"/>
                      <a:pt x="16" y="93"/>
                    </a:cubicBezTo>
                    <a:cubicBezTo>
                      <a:pt x="20" y="93"/>
                      <a:pt x="22" y="78"/>
                      <a:pt x="22" y="76"/>
                    </a:cubicBezTo>
                    <a:cubicBezTo>
                      <a:pt x="22" y="70"/>
                      <a:pt x="18" y="67"/>
                      <a:pt x="18" y="61"/>
                    </a:cubicBezTo>
                    <a:cubicBezTo>
                      <a:pt x="18" y="58"/>
                      <a:pt x="22" y="56"/>
                      <a:pt x="25" y="56"/>
                    </a:cubicBezTo>
                    <a:cubicBezTo>
                      <a:pt x="26" y="56"/>
                      <a:pt x="27" y="56"/>
                      <a:pt x="28" y="56"/>
                    </a:cubicBezTo>
                    <a:cubicBezTo>
                      <a:pt x="27" y="65"/>
                      <a:pt x="27" y="65"/>
                      <a:pt x="27" y="65"/>
                    </a:cubicBezTo>
                    <a:cubicBezTo>
                      <a:pt x="27" y="71"/>
                      <a:pt x="34" y="73"/>
                      <a:pt x="34" y="79"/>
                    </a:cubicBezTo>
                    <a:cubicBezTo>
                      <a:pt x="34" y="80"/>
                      <a:pt x="34" y="81"/>
                      <a:pt x="34" y="83"/>
                    </a:cubicBezTo>
                    <a:cubicBezTo>
                      <a:pt x="39" y="83"/>
                      <a:pt x="39" y="83"/>
                      <a:pt x="39" y="83"/>
                    </a:cubicBezTo>
                    <a:cubicBezTo>
                      <a:pt x="39" y="78"/>
                      <a:pt x="49" y="78"/>
                      <a:pt x="49" y="73"/>
                    </a:cubicBezTo>
                    <a:cubicBezTo>
                      <a:pt x="47" y="73"/>
                      <a:pt x="43" y="68"/>
                      <a:pt x="43" y="65"/>
                    </a:cubicBezTo>
                    <a:cubicBezTo>
                      <a:pt x="43" y="65"/>
                      <a:pt x="44" y="64"/>
                      <a:pt x="45" y="63"/>
                    </a:cubicBezTo>
                    <a:cubicBezTo>
                      <a:pt x="42" y="61"/>
                      <a:pt x="34" y="46"/>
                      <a:pt x="34" y="44"/>
                    </a:cubicBezTo>
                    <a:cubicBezTo>
                      <a:pt x="46" y="44"/>
                      <a:pt x="47" y="35"/>
                      <a:pt x="57" y="31"/>
                    </a:cubicBezTo>
                    <a:cubicBezTo>
                      <a:pt x="57" y="28"/>
                      <a:pt x="57" y="28"/>
                      <a:pt x="57" y="28"/>
                    </a:cubicBezTo>
                    <a:cubicBezTo>
                      <a:pt x="54" y="27"/>
                      <a:pt x="31" y="35"/>
                      <a:pt x="31" y="36"/>
                    </a:cubicBezTo>
                    <a:lnTo>
                      <a:pt x="31" y="34"/>
                    </a:ln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78" name="is1ide-Freeform: Shape 23"/>
              <p:cNvSpPr>
                <a:spLocks/>
              </p:cNvSpPr>
              <p:nvPr/>
            </p:nvSpPr>
            <p:spPr bwMode="auto">
              <a:xfrm>
                <a:off x="5643250" y="4676490"/>
                <a:ext cx="206983" cy="60265"/>
              </a:xfrm>
              <a:custGeom>
                <a:avLst/>
                <a:gdLst/>
                <a:ahLst/>
                <a:cxnLst>
                  <a:cxn ang="0">
                    <a:pos x="123" y="36"/>
                  </a:cxn>
                  <a:cxn ang="0">
                    <a:pos x="114" y="33"/>
                  </a:cxn>
                  <a:cxn ang="0">
                    <a:pos x="114" y="37"/>
                  </a:cxn>
                  <a:cxn ang="0">
                    <a:pos x="67" y="31"/>
                  </a:cxn>
                  <a:cxn ang="0">
                    <a:pos x="56" y="25"/>
                  </a:cxn>
                  <a:cxn ang="0">
                    <a:pos x="32" y="22"/>
                  </a:cxn>
                  <a:cxn ang="0">
                    <a:pos x="14" y="20"/>
                  </a:cxn>
                  <a:cxn ang="0">
                    <a:pos x="0" y="10"/>
                  </a:cxn>
                  <a:cxn ang="0">
                    <a:pos x="11" y="1"/>
                  </a:cxn>
                  <a:cxn ang="0">
                    <a:pos x="14" y="3"/>
                  </a:cxn>
                  <a:cxn ang="0">
                    <a:pos x="22" y="0"/>
                  </a:cxn>
                  <a:cxn ang="0">
                    <a:pos x="55" y="14"/>
                  </a:cxn>
                  <a:cxn ang="0">
                    <a:pos x="68" y="7"/>
                  </a:cxn>
                  <a:cxn ang="0">
                    <a:pos x="88" y="15"/>
                  </a:cxn>
                  <a:cxn ang="0">
                    <a:pos x="101" y="14"/>
                  </a:cxn>
                  <a:cxn ang="0">
                    <a:pos x="105" y="14"/>
                  </a:cxn>
                  <a:cxn ang="0">
                    <a:pos x="89" y="17"/>
                  </a:cxn>
                  <a:cxn ang="0">
                    <a:pos x="107" y="22"/>
                  </a:cxn>
                  <a:cxn ang="0">
                    <a:pos x="111" y="26"/>
                  </a:cxn>
                  <a:cxn ang="0">
                    <a:pos x="121" y="27"/>
                  </a:cxn>
                  <a:cxn ang="0">
                    <a:pos x="128" y="31"/>
                  </a:cxn>
                  <a:cxn ang="0">
                    <a:pos x="123" y="36"/>
                  </a:cxn>
                </a:cxnLst>
                <a:rect l="0" t="0" r="r" b="b"/>
                <a:pathLst>
                  <a:path w="128" h="37">
                    <a:moveTo>
                      <a:pt x="123" y="36"/>
                    </a:moveTo>
                    <a:cubicBezTo>
                      <a:pt x="119" y="36"/>
                      <a:pt x="119" y="33"/>
                      <a:pt x="114" y="33"/>
                    </a:cubicBezTo>
                    <a:cubicBezTo>
                      <a:pt x="113" y="33"/>
                      <a:pt x="114" y="36"/>
                      <a:pt x="114" y="37"/>
                    </a:cubicBezTo>
                    <a:cubicBezTo>
                      <a:pt x="100" y="32"/>
                      <a:pt x="85" y="31"/>
                      <a:pt x="67" y="31"/>
                    </a:cubicBezTo>
                    <a:cubicBezTo>
                      <a:pt x="62" y="31"/>
                      <a:pt x="61" y="25"/>
                      <a:pt x="56" y="25"/>
                    </a:cubicBezTo>
                    <a:cubicBezTo>
                      <a:pt x="48" y="25"/>
                      <a:pt x="41" y="25"/>
                      <a:pt x="32" y="22"/>
                    </a:cubicBezTo>
                    <a:cubicBezTo>
                      <a:pt x="25" y="20"/>
                      <a:pt x="19" y="24"/>
                      <a:pt x="14" y="20"/>
                    </a:cubicBezTo>
                    <a:cubicBezTo>
                      <a:pt x="10" y="15"/>
                      <a:pt x="7" y="10"/>
                      <a:pt x="0" y="10"/>
                    </a:cubicBezTo>
                    <a:cubicBezTo>
                      <a:pt x="0" y="9"/>
                      <a:pt x="8" y="1"/>
                      <a:pt x="11" y="1"/>
                    </a:cubicBezTo>
                    <a:cubicBezTo>
                      <a:pt x="12" y="1"/>
                      <a:pt x="13" y="3"/>
                      <a:pt x="14" y="3"/>
                    </a:cubicBezTo>
                    <a:cubicBezTo>
                      <a:pt x="17" y="3"/>
                      <a:pt x="19" y="0"/>
                      <a:pt x="22" y="0"/>
                    </a:cubicBezTo>
                    <a:cubicBezTo>
                      <a:pt x="35" y="0"/>
                      <a:pt x="41" y="14"/>
                      <a:pt x="55" y="14"/>
                    </a:cubicBezTo>
                    <a:cubicBezTo>
                      <a:pt x="62" y="14"/>
                      <a:pt x="63" y="7"/>
                      <a:pt x="68" y="7"/>
                    </a:cubicBezTo>
                    <a:cubicBezTo>
                      <a:pt x="77" y="7"/>
                      <a:pt x="80" y="15"/>
                      <a:pt x="88" y="15"/>
                    </a:cubicBezTo>
                    <a:cubicBezTo>
                      <a:pt x="101" y="14"/>
                      <a:pt x="101" y="14"/>
                      <a:pt x="101" y="14"/>
                    </a:cubicBezTo>
                    <a:cubicBezTo>
                      <a:pt x="105" y="14"/>
                      <a:pt x="105" y="14"/>
                      <a:pt x="105" y="14"/>
                    </a:cubicBezTo>
                    <a:cubicBezTo>
                      <a:pt x="104" y="16"/>
                      <a:pt x="89" y="17"/>
                      <a:pt x="89" y="17"/>
                    </a:cubicBezTo>
                    <a:cubicBezTo>
                      <a:pt x="93" y="22"/>
                      <a:pt x="99" y="22"/>
                      <a:pt x="107" y="22"/>
                    </a:cubicBezTo>
                    <a:cubicBezTo>
                      <a:pt x="110" y="22"/>
                      <a:pt x="110" y="26"/>
                      <a:pt x="111" y="26"/>
                    </a:cubicBezTo>
                    <a:cubicBezTo>
                      <a:pt x="114" y="30"/>
                      <a:pt x="117" y="26"/>
                      <a:pt x="121" y="27"/>
                    </a:cubicBezTo>
                    <a:cubicBezTo>
                      <a:pt x="125" y="29"/>
                      <a:pt x="125" y="30"/>
                      <a:pt x="128" y="31"/>
                    </a:cubicBezTo>
                    <a:cubicBezTo>
                      <a:pt x="127" y="33"/>
                      <a:pt x="124" y="36"/>
                      <a:pt x="123" y="36"/>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79" name="îṥļîḑé-Freeform: Shape 25"/>
              <p:cNvSpPr>
                <a:spLocks/>
              </p:cNvSpPr>
              <p:nvPr/>
            </p:nvSpPr>
            <p:spPr bwMode="auto">
              <a:xfrm>
                <a:off x="5934559" y="4725090"/>
                <a:ext cx="63245" cy="15552"/>
              </a:xfrm>
              <a:custGeom>
                <a:avLst/>
                <a:gdLst/>
                <a:ahLst/>
                <a:cxnLst>
                  <a:cxn ang="0">
                    <a:pos x="26" y="9"/>
                  </a:cxn>
                  <a:cxn ang="0">
                    <a:pos x="10" y="9"/>
                  </a:cxn>
                  <a:cxn ang="0">
                    <a:pos x="0" y="4"/>
                  </a:cxn>
                  <a:cxn ang="0">
                    <a:pos x="8" y="1"/>
                  </a:cxn>
                  <a:cxn ang="0">
                    <a:pos x="26" y="4"/>
                  </a:cxn>
                  <a:cxn ang="0">
                    <a:pos x="39" y="0"/>
                  </a:cxn>
                  <a:cxn ang="0">
                    <a:pos x="26" y="9"/>
                  </a:cxn>
                </a:cxnLst>
                <a:rect l="0" t="0" r="r" b="b"/>
                <a:pathLst>
                  <a:path w="39" h="9">
                    <a:moveTo>
                      <a:pt x="26" y="9"/>
                    </a:moveTo>
                    <a:cubicBezTo>
                      <a:pt x="20" y="9"/>
                      <a:pt x="13" y="9"/>
                      <a:pt x="10" y="9"/>
                    </a:cubicBezTo>
                    <a:cubicBezTo>
                      <a:pt x="7" y="9"/>
                      <a:pt x="0" y="9"/>
                      <a:pt x="0" y="4"/>
                    </a:cubicBezTo>
                    <a:cubicBezTo>
                      <a:pt x="0" y="1"/>
                      <a:pt x="5" y="1"/>
                      <a:pt x="8" y="1"/>
                    </a:cubicBezTo>
                    <a:cubicBezTo>
                      <a:pt x="16" y="1"/>
                      <a:pt x="19" y="4"/>
                      <a:pt x="26" y="4"/>
                    </a:cubicBezTo>
                    <a:cubicBezTo>
                      <a:pt x="32" y="4"/>
                      <a:pt x="35" y="2"/>
                      <a:pt x="39" y="0"/>
                    </a:cubicBezTo>
                    <a:cubicBezTo>
                      <a:pt x="35" y="6"/>
                      <a:pt x="32" y="7"/>
                      <a:pt x="26" y="9"/>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80" name="îṥļîḑé-Freeform: Shape 26"/>
              <p:cNvSpPr>
                <a:spLocks/>
              </p:cNvSpPr>
              <p:nvPr/>
            </p:nvSpPr>
            <p:spPr bwMode="auto">
              <a:xfrm>
                <a:off x="5873231" y="4728978"/>
                <a:ext cx="44080" cy="15552"/>
              </a:xfrm>
              <a:custGeom>
                <a:avLst/>
                <a:gdLst/>
                <a:ahLst/>
                <a:cxnLst>
                  <a:cxn ang="0">
                    <a:pos x="27" y="6"/>
                  </a:cxn>
                  <a:cxn ang="0">
                    <a:pos x="23" y="6"/>
                  </a:cxn>
                  <a:cxn ang="0">
                    <a:pos x="19" y="5"/>
                  </a:cxn>
                  <a:cxn ang="0">
                    <a:pos x="9" y="9"/>
                  </a:cxn>
                  <a:cxn ang="0">
                    <a:pos x="0" y="6"/>
                  </a:cxn>
                  <a:cxn ang="0">
                    <a:pos x="7" y="1"/>
                  </a:cxn>
                  <a:cxn ang="0">
                    <a:pos x="16" y="3"/>
                  </a:cxn>
                  <a:cxn ang="0">
                    <a:pos x="16" y="0"/>
                  </a:cxn>
                  <a:cxn ang="0">
                    <a:pos x="27" y="0"/>
                  </a:cxn>
                  <a:cxn ang="0">
                    <a:pos x="27" y="6"/>
                  </a:cxn>
                </a:cxnLst>
                <a:rect l="0" t="0" r="r" b="b"/>
                <a:pathLst>
                  <a:path w="27" h="9">
                    <a:moveTo>
                      <a:pt x="27" y="6"/>
                    </a:moveTo>
                    <a:cubicBezTo>
                      <a:pt x="23" y="6"/>
                      <a:pt x="23" y="6"/>
                      <a:pt x="23" y="6"/>
                    </a:cubicBezTo>
                    <a:cubicBezTo>
                      <a:pt x="19" y="5"/>
                      <a:pt x="19" y="5"/>
                      <a:pt x="19" y="5"/>
                    </a:cubicBezTo>
                    <a:cubicBezTo>
                      <a:pt x="15" y="6"/>
                      <a:pt x="13" y="9"/>
                      <a:pt x="9" y="9"/>
                    </a:cubicBezTo>
                    <a:cubicBezTo>
                      <a:pt x="5" y="9"/>
                      <a:pt x="0" y="8"/>
                      <a:pt x="0" y="6"/>
                    </a:cubicBezTo>
                    <a:cubicBezTo>
                      <a:pt x="0" y="1"/>
                      <a:pt x="3" y="1"/>
                      <a:pt x="7" y="1"/>
                    </a:cubicBezTo>
                    <a:cubicBezTo>
                      <a:pt x="11" y="1"/>
                      <a:pt x="13" y="2"/>
                      <a:pt x="16" y="3"/>
                    </a:cubicBezTo>
                    <a:cubicBezTo>
                      <a:pt x="16" y="2"/>
                      <a:pt x="16" y="1"/>
                      <a:pt x="16" y="0"/>
                    </a:cubicBezTo>
                    <a:cubicBezTo>
                      <a:pt x="27" y="0"/>
                      <a:pt x="27" y="0"/>
                      <a:pt x="27" y="0"/>
                    </a:cubicBezTo>
                    <a:cubicBezTo>
                      <a:pt x="27" y="3"/>
                      <a:pt x="26" y="5"/>
                      <a:pt x="27" y="6"/>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81" name="îṥļîḑé-Freeform: Shape 27"/>
              <p:cNvSpPr>
                <a:spLocks/>
              </p:cNvSpPr>
              <p:nvPr/>
            </p:nvSpPr>
            <p:spPr bwMode="auto">
              <a:xfrm>
                <a:off x="5919227" y="4746474"/>
                <a:ext cx="32581" cy="23328"/>
              </a:xfrm>
              <a:custGeom>
                <a:avLst/>
                <a:gdLst/>
                <a:ahLst/>
                <a:cxnLst>
                  <a:cxn ang="0">
                    <a:pos x="15" y="14"/>
                  </a:cxn>
                  <a:cxn ang="0">
                    <a:pos x="12" y="9"/>
                  </a:cxn>
                  <a:cxn ang="0">
                    <a:pos x="0" y="4"/>
                  </a:cxn>
                  <a:cxn ang="0">
                    <a:pos x="9" y="1"/>
                  </a:cxn>
                  <a:cxn ang="0">
                    <a:pos x="13" y="1"/>
                  </a:cxn>
                  <a:cxn ang="0">
                    <a:pos x="20" y="11"/>
                  </a:cxn>
                  <a:cxn ang="0">
                    <a:pos x="16" y="14"/>
                  </a:cxn>
                  <a:cxn ang="0">
                    <a:pos x="15" y="14"/>
                  </a:cxn>
                </a:cxnLst>
                <a:rect l="0" t="0" r="r" b="b"/>
                <a:pathLst>
                  <a:path w="20" h="14">
                    <a:moveTo>
                      <a:pt x="15" y="14"/>
                    </a:moveTo>
                    <a:cubicBezTo>
                      <a:pt x="12" y="14"/>
                      <a:pt x="12" y="10"/>
                      <a:pt x="12" y="9"/>
                    </a:cubicBezTo>
                    <a:cubicBezTo>
                      <a:pt x="8" y="9"/>
                      <a:pt x="0" y="8"/>
                      <a:pt x="0" y="4"/>
                    </a:cubicBezTo>
                    <a:cubicBezTo>
                      <a:pt x="0" y="0"/>
                      <a:pt x="6" y="1"/>
                      <a:pt x="9" y="1"/>
                    </a:cubicBezTo>
                    <a:cubicBezTo>
                      <a:pt x="10" y="1"/>
                      <a:pt x="12" y="1"/>
                      <a:pt x="13" y="1"/>
                    </a:cubicBezTo>
                    <a:cubicBezTo>
                      <a:pt x="13" y="7"/>
                      <a:pt x="20" y="6"/>
                      <a:pt x="20" y="11"/>
                    </a:cubicBezTo>
                    <a:cubicBezTo>
                      <a:pt x="20" y="13"/>
                      <a:pt x="18" y="14"/>
                      <a:pt x="16" y="14"/>
                    </a:cubicBezTo>
                    <a:cubicBezTo>
                      <a:pt x="16" y="14"/>
                      <a:pt x="15" y="14"/>
                      <a:pt x="15" y="14"/>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82" name="îṥļîḑé-Freeform: Shape 33"/>
              <p:cNvSpPr>
                <a:spLocks/>
              </p:cNvSpPr>
              <p:nvPr/>
            </p:nvSpPr>
            <p:spPr bwMode="auto">
              <a:xfrm>
                <a:off x="5857899" y="4727034"/>
                <a:ext cx="13416" cy="13609"/>
              </a:xfrm>
              <a:custGeom>
                <a:avLst/>
                <a:gdLst/>
                <a:ahLst/>
                <a:cxnLst>
                  <a:cxn ang="0">
                    <a:pos x="0" y="0"/>
                  </a:cxn>
                  <a:cxn ang="0">
                    <a:pos x="4" y="0"/>
                  </a:cxn>
                  <a:cxn ang="0">
                    <a:pos x="8" y="3"/>
                  </a:cxn>
                  <a:cxn ang="0">
                    <a:pos x="3" y="8"/>
                  </a:cxn>
                  <a:cxn ang="0">
                    <a:pos x="0" y="5"/>
                  </a:cxn>
                  <a:cxn ang="0">
                    <a:pos x="0" y="0"/>
                  </a:cxn>
                </a:cxnLst>
                <a:rect l="0" t="0" r="r" b="b"/>
                <a:pathLst>
                  <a:path w="8" h="8">
                    <a:moveTo>
                      <a:pt x="0" y="0"/>
                    </a:moveTo>
                    <a:cubicBezTo>
                      <a:pt x="1" y="0"/>
                      <a:pt x="2" y="0"/>
                      <a:pt x="4" y="0"/>
                    </a:cubicBezTo>
                    <a:cubicBezTo>
                      <a:pt x="6" y="0"/>
                      <a:pt x="6" y="2"/>
                      <a:pt x="8" y="3"/>
                    </a:cubicBezTo>
                    <a:cubicBezTo>
                      <a:pt x="7" y="6"/>
                      <a:pt x="5" y="8"/>
                      <a:pt x="3" y="8"/>
                    </a:cubicBezTo>
                    <a:cubicBezTo>
                      <a:pt x="2" y="8"/>
                      <a:pt x="0" y="6"/>
                      <a:pt x="0" y="5"/>
                    </a:cubicBezTo>
                    <a:cubicBezTo>
                      <a:pt x="0" y="3"/>
                      <a:pt x="0" y="2"/>
                      <a:pt x="0" y="0"/>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83" name="îṥļîḑé-Freeform: Shape 34"/>
              <p:cNvSpPr>
                <a:spLocks/>
              </p:cNvSpPr>
              <p:nvPr/>
            </p:nvSpPr>
            <p:spPr bwMode="auto">
              <a:xfrm>
                <a:off x="6009303" y="4728978"/>
                <a:ext cx="70912" cy="42768"/>
              </a:xfrm>
              <a:custGeom>
                <a:avLst/>
                <a:gdLst/>
                <a:ahLst/>
                <a:cxnLst>
                  <a:cxn ang="0">
                    <a:pos x="19" y="13"/>
                  </a:cxn>
                  <a:cxn ang="0">
                    <a:pos x="17" y="19"/>
                  </a:cxn>
                  <a:cxn ang="0">
                    <a:pos x="3" y="26"/>
                  </a:cxn>
                  <a:cxn ang="0">
                    <a:pos x="0" y="22"/>
                  </a:cxn>
                  <a:cxn ang="0">
                    <a:pos x="15" y="10"/>
                  </a:cxn>
                  <a:cxn ang="0">
                    <a:pos x="17" y="6"/>
                  </a:cxn>
                  <a:cxn ang="0">
                    <a:pos x="45" y="3"/>
                  </a:cxn>
                  <a:cxn ang="0">
                    <a:pos x="19" y="13"/>
                  </a:cxn>
                </a:cxnLst>
                <a:rect l="0" t="0" r="r" b="b"/>
                <a:pathLst>
                  <a:path w="45" h="26">
                    <a:moveTo>
                      <a:pt x="19" y="13"/>
                    </a:moveTo>
                    <a:cubicBezTo>
                      <a:pt x="16" y="13"/>
                      <a:pt x="19" y="17"/>
                      <a:pt x="17" y="19"/>
                    </a:cubicBezTo>
                    <a:cubicBezTo>
                      <a:pt x="15" y="21"/>
                      <a:pt x="8" y="26"/>
                      <a:pt x="3" y="26"/>
                    </a:cubicBezTo>
                    <a:cubicBezTo>
                      <a:pt x="1" y="26"/>
                      <a:pt x="0" y="24"/>
                      <a:pt x="0" y="22"/>
                    </a:cubicBezTo>
                    <a:cubicBezTo>
                      <a:pt x="0" y="12"/>
                      <a:pt x="8" y="12"/>
                      <a:pt x="15" y="10"/>
                    </a:cubicBezTo>
                    <a:cubicBezTo>
                      <a:pt x="16" y="10"/>
                      <a:pt x="16" y="7"/>
                      <a:pt x="17" y="6"/>
                    </a:cubicBezTo>
                    <a:cubicBezTo>
                      <a:pt x="21" y="2"/>
                      <a:pt x="41" y="0"/>
                      <a:pt x="45" y="3"/>
                    </a:cubicBezTo>
                    <a:cubicBezTo>
                      <a:pt x="40" y="9"/>
                      <a:pt x="26" y="13"/>
                      <a:pt x="19" y="13"/>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84" name="îṥļîḑé-Freeform: Shape 35"/>
              <p:cNvSpPr>
                <a:spLocks/>
              </p:cNvSpPr>
              <p:nvPr/>
            </p:nvSpPr>
            <p:spPr bwMode="auto">
              <a:xfrm>
                <a:off x="6059132" y="4614282"/>
                <a:ext cx="21082" cy="23328"/>
              </a:xfrm>
              <a:custGeom>
                <a:avLst/>
                <a:gdLst/>
                <a:ahLst/>
                <a:cxnLst>
                  <a:cxn ang="0">
                    <a:pos x="13" y="8"/>
                  </a:cxn>
                  <a:cxn ang="0">
                    <a:pos x="8" y="14"/>
                  </a:cxn>
                  <a:cxn ang="0">
                    <a:pos x="0" y="5"/>
                  </a:cxn>
                  <a:cxn ang="0">
                    <a:pos x="13" y="8"/>
                  </a:cxn>
                </a:cxnLst>
                <a:rect l="0" t="0" r="r" b="b"/>
                <a:pathLst>
                  <a:path w="13" h="14">
                    <a:moveTo>
                      <a:pt x="13" y="8"/>
                    </a:moveTo>
                    <a:cubicBezTo>
                      <a:pt x="13" y="9"/>
                      <a:pt x="10" y="14"/>
                      <a:pt x="8" y="14"/>
                    </a:cubicBezTo>
                    <a:cubicBezTo>
                      <a:pt x="6" y="14"/>
                      <a:pt x="0" y="9"/>
                      <a:pt x="0" y="5"/>
                    </a:cubicBezTo>
                    <a:cubicBezTo>
                      <a:pt x="0" y="0"/>
                      <a:pt x="13" y="4"/>
                      <a:pt x="13" y="8"/>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85" name="îṥļîḑé-Freeform: Shape 36"/>
              <p:cNvSpPr>
                <a:spLocks/>
              </p:cNvSpPr>
              <p:nvPr/>
            </p:nvSpPr>
            <p:spPr bwMode="auto">
              <a:xfrm>
                <a:off x="6095546" y="4616225"/>
                <a:ext cx="57495" cy="17497"/>
              </a:xfrm>
              <a:custGeom>
                <a:avLst/>
                <a:gdLst/>
                <a:ahLst/>
                <a:cxnLst>
                  <a:cxn ang="0">
                    <a:pos x="31" y="2"/>
                  </a:cxn>
                  <a:cxn ang="0">
                    <a:pos x="36" y="10"/>
                  </a:cxn>
                  <a:cxn ang="0">
                    <a:pos x="34" y="10"/>
                  </a:cxn>
                  <a:cxn ang="0">
                    <a:pos x="18" y="6"/>
                  </a:cxn>
                  <a:cxn ang="0">
                    <a:pos x="8" y="6"/>
                  </a:cxn>
                  <a:cxn ang="0">
                    <a:pos x="0" y="4"/>
                  </a:cxn>
                  <a:cxn ang="0">
                    <a:pos x="3" y="0"/>
                  </a:cxn>
                  <a:cxn ang="0">
                    <a:pos x="23" y="0"/>
                  </a:cxn>
                  <a:cxn ang="0">
                    <a:pos x="30" y="2"/>
                  </a:cxn>
                  <a:cxn ang="0">
                    <a:pos x="31" y="2"/>
                  </a:cxn>
                </a:cxnLst>
                <a:rect l="0" t="0" r="r" b="b"/>
                <a:pathLst>
                  <a:path w="36" h="10">
                    <a:moveTo>
                      <a:pt x="31" y="2"/>
                    </a:moveTo>
                    <a:cubicBezTo>
                      <a:pt x="32" y="5"/>
                      <a:pt x="36" y="6"/>
                      <a:pt x="36" y="10"/>
                    </a:cubicBezTo>
                    <a:cubicBezTo>
                      <a:pt x="36" y="10"/>
                      <a:pt x="35" y="10"/>
                      <a:pt x="34" y="10"/>
                    </a:cubicBezTo>
                    <a:cubicBezTo>
                      <a:pt x="28" y="10"/>
                      <a:pt x="25" y="6"/>
                      <a:pt x="18" y="6"/>
                    </a:cubicBezTo>
                    <a:cubicBezTo>
                      <a:pt x="14" y="6"/>
                      <a:pt x="12" y="6"/>
                      <a:pt x="8" y="6"/>
                    </a:cubicBezTo>
                    <a:cubicBezTo>
                      <a:pt x="6" y="6"/>
                      <a:pt x="0" y="4"/>
                      <a:pt x="0" y="4"/>
                    </a:cubicBezTo>
                    <a:cubicBezTo>
                      <a:pt x="0" y="2"/>
                      <a:pt x="3" y="1"/>
                      <a:pt x="3" y="0"/>
                    </a:cubicBezTo>
                    <a:cubicBezTo>
                      <a:pt x="23" y="0"/>
                      <a:pt x="23" y="0"/>
                      <a:pt x="23" y="0"/>
                    </a:cubicBezTo>
                    <a:cubicBezTo>
                      <a:pt x="24" y="3"/>
                      <a:pt x="27" y="2"/>
                      <a:pt x="30" y="2"/>
                    </a:cubicBezTo>
                    <a:lnTo>
                      <a:pt x="31" y="2"/>
                    </a:ln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86" name="îṥļîḑé-Freeform: Shape 37"/>
              <p:cNvSpPr>
                <a:spLocks/>
              </p:cNvSpPr>
              <p:nvPr/>
            </p:nvSpPr>
            <p:spPr bwMode="auto">
              <a:xfrm>
                <a:off x="6087880" y="4509305"/>
                <a:ext cx="22998" cy="56377"/>
              </a:xfrm>
              <a:custGeom>
                <a:avLst/>
                <a:gdLst/>
                <a:ahLst/>
                <a:cxnLst>
                  <a:cxn ang="0">
                    <a:pos x="4" y="28"/>
                  </a:cxn>
                  <a:cxn ang="0">
                    <a:pos x="4" y="25"/>
                  </a:cxn>
                  <a:cxn ang="0">
                    <a:pos x="14" y="24"/>
                  </a:cxn>
                  <a:cxn ang="0">
                    <a:pos x="11" y="17"/>
                  </a:cxn>
                  <a:cxn ang="0">
                    <a:pos x="15" y="12"/>
                  </a:cxn>
                  <a:cxn ang="0">
                    <a:pos x="4" y="0"/>
                  </a:cxn>
                  <a:cxn ang="0">
                    <a:pos x="0" y="9"/>
                  </a:cxn>
                  <a:cxn ang="0">
                    <a:pos x="3" y="21"/>
                  </a:cxn>
                  <a:cxn ang="0">
                    <a:pos x="3" y="27"/>
                  </a:cxn>
                  <a:cxn ang="0">
                    <a:pos x="9" y="35"/>
                  </a:cxn>
                  <a:cxn ang="0">
                    <a:pos x="4" y="28"/>
                  </a:cxn>
                </a:cxnLst>
                <a:rect l="0" t="0" r="r" b="b"/>
                <a:pathLst>
                  <a:path w="15" h="35">
                    <a:moveTo>
                      <a:pt x="4" y="28"/>
                    </a:moveTo>
                    <a:cubicBezTo>
                      <a:pt x="4" y="25"/>
                      <a:pt x="4" y="25"/>
                      <a:pt x="4" y="25"/>
                    </a:cubicBezTo>
                    <a:cubicBezTo>
                      <a:pt x="8" y="25"/>
                      <a:pt x="12" y="24"/>
                      <a:pt x="14" y="24"/>
                    </a:cubicBezTo>
                    <a:cubicBezTo>
                      <a:pt x="14" y="20"/>
                      <a:pt x="11" y="20"/>
                      <a:pt x="11" y="17"/>
                    </a:cubicBezTo>
                    <a:cubicBezTo>
                      <a:pt x="11" y="15"/>
                      <a:pt x="15" y="14"/>
                      <a:pt x="15" y="12"/>
                    </a:cubicBezTo>
                    <a:cubicBezTo>
                      <a:pt x="8" y="10"/>
                      <a:pt x="4" y="6"/>
                      <a:pt x="4" y="0"/>
                    </a:cubicBezTo>
                    <a:cubicBezTo>
                      <a:pt x="0" y="2"/>
                      <a:pt x="0" y="5"/>
                      <a:pt x="0" y="9"/>
                    </a:cubicBezTo>
                    <a:cubicBezTo>
                      <a:pt x="0" y="15"/>
                      <a:pt x="3" y="16"/>
                      <a:pt x="3" y="21"/>
                    </a:cubicBezTo>
                    <a:cubicBezTo>
                      <a:pt x="3" y="26"/>
                      <a:pt x="3" y="24"/>
                      <a:pt x="3" y="27"/>
                    </a:cubicBezTo>
                    <a:cubicBezTo>
                      <a:pt x="3" y="30"/>
                      <a:pt x="4" y="35"/>
                      <a:pt x="9" y="35"/>
                    </a:cubicBezTo>
                    <a:cubicBezTo>
                      <a:pt x="7" y="32"/>
                      <a:pt x="6" y="31"/>
                      <a:pt x="4" y="28"/>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87" name="îṥļîḑé-Freeform: Shape 38"/>
              <p:cNvSpPr>
                <a:spLocks/>
              </p:cNvSpPr>
              <p:nvPr/>
            </p:nvSpPr>
            <p:spPr bwMode="auto">
              <a:xfrm>
                <a:off x="5980556" y="4353785"/>
                <a:ext cx="91993" cy="87481"/>
              </a:xfrm>
              <a:custGeom>
                <a:avLst/>
                <a:gdLst/>
                <a:ahLst/>
                <a:cxnLst>
                  <a:cxn ang="0">
                    <a:pos x="48" y="38"/>
                  </a:cxn>
                  <a:cxn ang="0">
                    <a:pos x="46" y="35"/>
                  </a:cxn>
                  <a:cxn ang="0">
                    <a:pos x="42" y="40"/>
                  </a:cxn>
                  <a:cxn ang="0">
                    <a:pos x="47" y="48"/>
                  </a:cxn>
                  <a:cxn ang="0">
                    <a:pos x="42" y="53"/>
                  </a:cxn>
                  <a:cxn ang="0">
                    <a:pos x="40" y="50"/>
                  </a:cxn>
                  <a:cxn ang="0">
                    <a:pos x="36" y="51"/>
                  </a:cxn>
                  <a:cxn ang="0">
                    <a:pos x="26" y="37"/>
                  </a:cxn>
                  <a:cxn ang="0">
                    <a:pos x="28" y="32"/>
                  </a:cxn>
                  <a:cxn ang="0">
                    <a:pos x="27" y="29"/>
                  </a:cxn>
                  <a:cxn ang="0">
                    <a:pos x="21" y="28"/>
                  </a:cxn>
                  <a:cxn ang="0">
                    <a:pos x="21" y="32"/>
                  </a:cxn>
                  <a:cxn ang="0">
                    <a:pos x="17" y="30"/>
                  </a:cxn>
                  <a:cxn ang="0">
                    <a:pos x="16" y="32"/>
                  </a:cxn>
                  <a:cxn ang="0">
                    <a:pos x="12" y="28"/>
                  </a:cxn>
                  <a:cxn ang="0">
                    <a:pos x="4" y="45"/>
                  </a:cxn>
                  <a:cxn ang="0">
                    <a:pos x="4" y="36"/>
                  </a:cxn>
                  <a:cxn ang="0">
                    <a:pos x="2" y="32"/>
                  </a:cxn>
                  <a:cxn ang="0">
                    <a:pos x="5" y="22"/>
                  </a:cxn>
                  <a:cxn ang="0">
                    <a:pos x="19" y="14"/>
                  </a:cxn>
                  <a:cxn ang="0">
                    <a:pos x="26" y="20"/>
                  </a:cxn>
                  <a:cxn ang="0">
                    <a:pos x="28" y="20"/>
                  </a:cxn>
                  <a:cxn ang="0">
                    <a:pos x="32" y="15"/>
                  </a:cxn>
                  <a:cxn ang="0">
                    <a:pos x="41" y="9"/>
                  </a:cxn>
                  <a:cxn ang="0">
                    <a:pos x="42" y="0"/>
                  </a:cxn>
                  <a:cxn ang="0">
                    <a:pos x="48" y="4"/>
                  </a:cxn>
                  <a:cxn ang="0">
                    <a:pos x="58" y="33"/>
                  </a:cxn>
                  <a:cxn ang="0">
                    <a:pos x="53" y="46"/>
                  </a:cxn>
                  <a:cxn ang="0">
                    <a:pos x="48" y="36"/>
                  </a:cxn>
                  <a:cxn ang="0">
                    <a:pos x="48" y="38"/>
                  </a:cxn>
                </a:cxnLst>
                <a:rect l="0" t="0" r="r" b="b"/>
                <a:pathLst>
                  <a:path w="58" h="53">
                    <a:moveTo>
                      <a:pt x="48" y="38"/>
                    </a:moveTo>
                    <a:cubicBezTo>
                      <a:pt x="48" y="37"/>
                      <a:pt x="47" y="36"/>
                      <a:pt x="46" y="35"/>
                    </a:cubicBezTo>
                    <a:cubicBezTo>
                      <a:pt x="44" y="37"/>
                      <a:pt x="42" y="38"/>
                      <a:pt x="42" y="40"/>
                    </a:cubicBezTo>
                    <a:cubicBezTo>
                      <a:pt x="42" y="43"/>
                      <a:pt x="47" y="44"/>
                      <a:pt x="47" y="48"/>
                    </a:cubicBezTo>
                    <a:cubicBezTo>
                      <a:pt x="47" y="51"/>
                      <a:pt x="45" y="53"/>
                      <a:pt x="42" y="53"/>
                    </a:cubicBezTo>
                    <a:cubicBezTo>
                      <a:pt x="41" y="53"/>
                      <a:pt x="40" y="51"/>
                      <a:pt x="40" y="50"/>
                    </a:cubicBezTo>
                    <a:cubicBezTo>
                      <a:pt x="39" y="51"/>
                      <a:pt x="37" y="51"/>
                      <a:pt x="36" y="51"/>
                    </a:cubicBezTo>
                    <a:cubicBezTo>
                      <a:pt x="31" y="51"/>
                      <a:pt x="26" y="44"/>
                      <a:pt x="26" y="37"/>
                    </a:cubicBezTo>
                    <a:cubicBezTo>
                      <a:pt x="26" y="34"/>
                      <a:pt x="27" y="33"/>
                      <a:pt x="28" y="32"/>
                    </a:cubicBezTo>
                    <a:cubicBezTo>
                      <a:pt x="28" y="31"/>
                      <a:pt x="27" y="30"/>
                      <a:pt x="27" y="29"/>
                    </a:cubicBezTo>
                    <a:cubicBezTo>
                      <a:pt x="21" y="28"/>
                      <a:pt x="21" y="28"/>
                      <a:pt x="21" y="28"/>
                    </a:cubicBezTo>
                    <a:cubicBezTo>
                      <a:pt x="21" y="30"/>
                      <a:pt x="20" y="31"/>
                      <a:pt x="21" y="32"/>
                    </a:cubicBezTo>
                    <a:cubicBezTo>
                      <a:pt x="18" y="32"/>
                      <a:pt x="18" y="31"/>
                      <a:pt x="17" y="30"/>
                    </a:cubicBezTo>
                    <a:cubicBezTo>
                      <a:pt x="17" y="30"/>
                      <a:pt x="16" y="31"/>
                      <a:pt x="16" y="32"/>
                    </a:cubicBezTo>
                    <a:cubicBezTo>
                      <a:pt x="14" y="31"/>
                      <a:pt x="12" y="28"/>
                      <a:pt x="12" y="28"/>
                    </a:cubicBezTo>
                    <a:cubicBezTo>
                      <a:pt x="8" y="32"/>
                      <a:pt x="8" y="45"/>
                      <a:pt x="4" y="45"/>
                    </a:cubicBezTo>
                    <a:cubicBezTo>
                      <a:pt x="0" y="45"/>
                      <a:pt x="4" y="37"/>
                      <a:pt x="4" y="36"/>
                    </a:cubicBezTo>
                    <a:cubicBezTo>
                      <a:pt x="4" y="35"/>
                      <a:pt x="2" y="33"/>
                      <a:pt x="2" y="32"/>
                    </a:cubicBezTo>
                    <a:cubicBezTo>
                      <a:pt x="2" y="28"/>
                      <a:pt x="4" y="26"/>
                      <a:pt x="5" y="22"/>
                    </a:cubicBezTo>
                    <a:cubicBezTo>
                      <a:pt x="13" y="22"/>
                      <a:pt x="11" y="14"/>
                      <a:pt x="19" y="14"/>
                    </a:cubicBezTo>
                    <a:cubicBezTo>
                      <a:pt x="24" y="14"/>
                      <a:pt x="23" y="20"/>
                      <a:pt x="26" y="20"/>
                    </a:cubicBezTo>
                    <a:cubicBezTo>
                      <a:pt x="27" y="20"/>
                      <a:pt x="27" y="20"/>
                      <a:pt x="28" y="20"/>
                    </a:cubicBezTo>
                    <a:cubicBezTo>
                      <a:pt x="28" y="18"/>
                      <a:pt x="30" y="16"/>
                      <a:pt x="32" y="15"/>
                    </a:cubicBezTo>
                    <a:cubicBezTo>
                      <a:pt x="32" y="10"/>
                      <a:pt x="39" y="12"/>
                      <a:pt x="41" y="9"/>
                    </a:cubicBezTo>
                    <a:cubicBezTo>
                      <a:pt x="42" y="7"/>
                      <a:pt x="42" y="1"/>
                      <a:pt x="42" y="0"/>
                    </a:cubicBezTo>
                    <a:cubicBezTo>
                      <a:pt x="45" y="0"/>
                      <a:pt x="47" y="2"/>
                      <a:pt x="48" y="4"/>
                    </a:cubicBezTo>
                    <a:cubicBezTo>
                      <a:pt x="51" y="7"/>
                      <a:pt x="58" y="30"/>
                      <a:pt x="58" y="33"/>
                    </a:cubicBezTo>
                    <a:cubicBezTo>
                      <a:pt x="58" y="37"/>
                      <a:pt x="53" y="39"/>
                      <a:pt x="53" y="46"/>
                    </a:cubicBezTo>
                    <a:cubicBezTo>
                      <a:pt x="51" y="46"/>
                      <a:pt x="48" y="37"/>
                      <a:pt x="48" y="36"/>
                    </a:cubicBezTo>
                    <a:lnTo>
                      <a:pt x="48" y="38"/>
                    </a:ln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88" name="îṥļîḑé-Freeform: Shape 39"/>
              <p:cNvSpPr>
                <a:spLocks/>
              </p:cNvSpPr>
              <p:nvPr/>
            </p:nvSpPr>
            <p:spPr bwMode="auto">
              <a:xfrm>
                <a:off x="5896229" y="4330456"/>
                <a:ext cx="44080" cy="48601"/>
              </a:xfrm>
              <a:custGeom>
                <a:avLst/>
                <a:gdLst/>
                <a:ahLst/>
                <a:cxnLst>
                  <a:cxn ang="0">
                    <a:pos x="3" y="29"/>
                  </a:cxn>
                  <a:cxn ang="0">
                    <a:pos x="0" y="29"/>
                  </a:cxn>
                  <a:cxn ang="0">
                    <a:pos x="22" y="5"/>
                  </a:cxn>
                  <a:cxn ang="0">
                    <a:pos x="25" y="0"/>
                  </a:cxn>
                  <a:cxn ang="0">
                    <a:pos x="28" y="6"/>
                  </a:cxn>
                  <a:cxn ang="0">
                    <a:pos x="24" y="9"/>
                  </a:cxn>
                  <a:cxn ang="0">
                    <a:pos x="17" y="13"/>
                  </a:cxn>
                  <a:cxn ang="0">
                    <a:pos x="3" y="29"/>
                  </a:cxn>
                </a:cxnLst>
                <a:rect l="0" t="0" r="r" b="b"/>
                <a:pathLst>
                  <a:path w="28" h="29">
                    <a:moveTo>
                      <a:pt x="3" y="29"/>
                    </a:moveTo>
                    <a:cubicBezTo>
                      <a:pt x="0" y="29"/>
                      <a:pt x="0" y="29"/>
                      <a:pt x="0" y="29"/>
                    </a:cubicBezTo>
                    <a:cubicBezTo>
                      <a:pt x="4" y="18"/>
                      <a:pt x="18" y="13"/>
                      <a:pt x="22" y="5"/>
                    </a:cubicBezTo>
                    <a:cubicBezTo>
                      <a:pt x="23" y="3"/>
                      <a:pt x="23" y="1"/>
                      <a:pt x="25" y="0"/>
                    </a:cubicBezTo>
                    <a:cubicBezTo>
                      <a:pt x="24" y="4"/>
                      <a:pt x="26" y="5"/>
                      <a:pt x="28" y="6"/>
                    </a:cubicBezTo>
                    <a:cubicBezTo>
                      <a:pt x="26" y="8"/>
                      <a:pt x="26" y="9"/>
                      <a:pt x="24" y="9"/>
                    </a:cubicBezTo>
                    <a:cubicBezTo>
                      <a:pt x="23" y="12"/>
                      <a:pt x="20" y="13"/>
                      <a:pt x="17" y="13"/>
                    </a:cubicBezTo>
                    <a:cubicBezTo>
                      <a:pt x="15" y="22"/>
                      <a:pt x="8" y="26"/>
                      <a:pt x="3" y="29"/>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89" name="îṥļîḑé-Freeform: Shape 40"/>
              <p:cNvSpPr>
                <a:spLocks/>
              </p:cNvSpPr>
              <p:nvPr/>
            </p:nvSpPr>
            <p:spPr bwMode="auto">
              <a:xfrm>
                <a:off x="5930726" y="4174936"/>
                <a:ext cx="86244" cy="124417"/>
              </a:xfrm>
              <a:custGeom>
                <a:avLst/>
                <a:gdLst/>
                <a:ahLst/>
                <a:cxnLst>
                  <a:cxn ang="0">
                    <a:pos x="4" y="31"/>
                  </a:cxn>
                  <a:cxn ang="0">
                    <a:pos x="6" y="20"/>
                  </a:cxn>
                  <a:cxn ang="0">
                    <a:pos x="5" y="7"/>
                  </a:cxn>
                  <a:cxn ang="0">
                    <a:pos x="9" y="0"/>
                  </a:cxn>
                  <a:cxn ang="0">
                    <a:pos x="16" y="7"/>
                  </a:cxn>
                  <a:cxn ang="0">
                    <a:pos x="21" y="3"/>
                  </a:cxn>
                  <a:cxn ang="0">
                    <a:pos x="22" y="5"/>
                  </a:cxn>
                  <a:cxn ang="0">
                    <a:pos x="23" y="8"/>
                  </a:cxn>
                  <a:cxn ang="0">
                    <a:pos x="28" y="25"/>
                  </a:cxn>
                  <a:cxn ang="0">
                    <a:pos x="20" y="42"/>
                  </a:cxn>
                  <a:cxn ang="0">
                    <a:pos x="30" y="59"/>
                  </a:cxn>
                  <a:cxn ang="0">
                    <a:pos x="30" y="58"/>
                  </a:cxn>
                  <a:cxn ang="0">
                    <a:pos x="34" y="55"/>
                  </a:cxn>
                  <a:cxn ang="0">
                    <a:pos x="43" y="64"/>
                  </a:cxn>
                  <a:cxn ang="0">
                    <a:pos x="46" y="61"/>
                  </a:cxn>
                  <a:cxn ang="0">
                    <a:pos x="49" y="62"/>
                  </a:cxn>
                  <a:cxn ang="0">
                    <a:pos x="46" y="66"/>
                  </a:cxn>
                  <a:cxn ang="0">
                    <a:pos x="49" y="66"/>
                  </a:cxn>
                  <a:cxn ang="0">
                    <a:pos x="54" y="71"/>
                  </a:cxn>
                  <a:cxn ang="0">
                    <a:pos x="54" y="74"/>
                  </a:cxn>
                  <a:cxn ang="0">
                    <a:pos x="53" y="76"/>
                  </a:cxn>
                  <a:cxn ang="0">
                    <a:pos x="51" y="73"/>
                  </a:cxn>
                  <a:cxn ang="0">
                    <a:pos x="36" y="61"/>
                  </a:cxn>
                  <a:cxn ang="0">
                    <a:pos x="37" y="69"/>
                  </a:cxn>
                  <a:cxn ang="0">
                    <a:pos x="25" y="60"/>
                  </a:cxn>
                  <a:cxn ang="0">
                    <a:pos x="19" y="62"/>
                  </a:cxn>
                  <a:cxn ang="0">
                    <a:pos x="13" y="57"/>
                  </a:cxn>
                  <a:cxn ang="0">
                    <a:pos x="15" y="53"/>
                  </a:cxn>
                  <a:cxn ang="0">
                    <a:pos x="15" y="49"/>
                  </a:cxn>
                  <a:cxn ang="0">
                    <a:pos x="13" y="49"/>
                  </a:cxn>
                  <a:cxn ang="0">
                    <a:pos x="10" y="51"/>
                  </a:cxn>
                  <a:cxn ang="0">
                    <a:pos x="1" y="44"/>
                  </a:cxn>
                  <a:cxn ang="0">
                    <a:pos x="4" y="31"/>
                  </a:cxn>
                </a:cxnLst>
                <a:rect l="0" t="0" r="r" b="b"/>
                <a:pathLst>
                  <a:path w="54" h="76">
                    <a:moveTo>
                      <a:pt x="4" y="31"/>
                    </a:moveTo>
                    <a:cubicBezTo>
                      <a:pt x="6" y="28"/>
                      <a:pt x="6" y="23"/>
                      <a:pt x="6" y="20"/>
                    </a:cubicBezTo>
                    <a:cubicBezTo>
                      <a:pt x="7" y="15"/>
                      <a:pt x="5" y="12"/>
                      <a:pt x="5" y="7"/>
                    </a:cubicBezTo>
                    <a:cubicBezTo>
                      <a:pt x="5" y="3"/>
                      <a:pt x="6" y="0"/>
                      <a:pt x="9" y="0"/>
                    </a:cubicBezTo>
                    <a:cubicBezTo>
                      <a:pt x="13" y="0"/>
                      <a:pt x="12" y="7"/>
                      <a:pt x="16" y="7"/>
                    </a:cubicBezTo>
                    <a:cubicBezTo>
                      <a:pt x="18" y="7"/>
                      <a:pt x="20" y="4"/>
                      <a:pt x="21" y="3"/>
                    </a:cubicBezTo>
                    <a:cubicBezTo>
                      <a:pt x="21" y="3"/>
                      <a:pt x="22" y="4"/>
                      <a:pt x="22" y="5"/>
                    </a:cubicBezTo>
                    <a:cubicBezTo>
                      <a:pt x="22" y="6"/>
                      <a:pt x="23" y="7"/>
                      <a:pt x="23" y="8"/>
                    </a:cubicBezTo>
                    <a:cubicBezTo>
                      <a:pt x="23" y="13"/>
                      <a:pt x="28" y="18"/>
                      <a:pt x="28" y="25"/>
                    </a:cubicBezTo>
                    <a:cubicBezTo>
                      <a:pt x="28" y="33"/>
                      <a:pt x="20" y="34"/>
                      <a:pt x="20" y="42"/>
                    </a:cubicBezTo>
                    <a:cubicBezTo>
                      <a:pt x="20" y="48"/>
                      <a:pt x="26" y="57"/>
                      <a:pt x="30" y="59"/>
                    </a:cubicBezTo>
                    <a:cubicBezTo>
                      <a:pt x="30" y="59"/>
                      <a:pt x="30" y="58"/>
                      <a:pt x="30" y="58"/>
                    </a:cubicBezTo>
                    <a:cubicBezTo>
                      <a:pt x="30" y="56"/>
                      <a:pt x="32" y="54"/>
                      <a:pt x="34" y="55"/>
                    </a:cubicBezTo>
                    <a:cubicBezTo>
                      <a:pt x="39" y="55"/>
                      <a:pt x="40" y="63"/>
                      <a:pt x="43" y="64"/>
                    </a:cubicBezTo>
                    <a:cubicBezTo>
                      <a:pt x="44" y="64"/>
                      <a:pt x="45" y="61"/>
                      <a:pt x="46" y="61"/>
                    </a:cubicBezTo>
                    <a:cubicBezTo>
                      <a:pt x="47" y="61"/>
                      <a:pt x="48" y="62"/>
                      <a:pt x="49" y="62"/>
                    </a:cubicBezTo>
                    <a:cubicBezTo>
                      <a:pt x="48" y="64"/>
                      <a:pt x="46" y="64"/>
                      <a:pt x="46" y="66"/>
                    </a:cubicBezTo>
                    <a:cubicBezTo>
                      <a:pt x="46" y="67"/>
                      <a:pt x="48" y="67"/>
                      <a:pt x="49" y="66"/>
                    </a:cubicBezTo>
                    <a:cubicBezTo>
                      <a:pt x="49" y="69"/>
                      <a:pt x="51" y="71"/>
                      <a:pt x="54" y="71"/>
                    </a:cubicBezTo>
                    <a:cubicBezTo>
                      <a:pt x="54" y="72"/>
                      <a:pt x="54" y="73"/>
                      <a:pt x="54" y="74"/>
                    </a:cubicBezTo>
                    <a:cubicBezTo>
                      <a:pt x="54" y="75"/>
                      <a:pt x="53" y="76"/>
                      <a:pt x="53" y="76"/>
                    </a:cubicBezTo>
                    <a:cubicBezTo>
                      <a:pt x="51" y="76"/>
                      <a:pt x="51" y="74"/>
                      <a:pt x="51" y="73"/>
                    </a:cubicBezTo>
                    <a:cubicBezTo>
                      <a:pt x="48" y="69"/>
                      <a:pt x="39" y="65"/>
                      <a:pt x="36" y="61"/>
                    </a:cubicBezTo>
                    <a:cubicBezTo>
                      <a:pt x="34" y="64"/>
                      <a:pt x="35" y="66"/>
                      <a:pt x="37" y="69"/>
                    </a:cubicBezTo>
                    <a:cubicBezTo>
                      <a:pt x="31" y="69"/>
                      <a:pt x="31" y="60"/>
                      <a:pt x="25" y="60"/>
                    </a:cubicBezTo>
                    <a:cubicBezTo>
                      <a:pt x="23" y="60"/>
                      <a:pt x="21" y="62"/>
                      <a:pt x="19" y="62"/>
                    </a:cubicBezTo>
                    <a:cubicBezTo>
                      <a:pt x="16" y="62"/>
                      <a:pt x="13" y="59"/>
                      <a:pt x="13" y="57"/>
                    </a:cubicBezTo>
                    <a:cubicBezTo>
                      <a:pt x="13" y="55"/>
                      <a:pt x="14" y="53"/>
                      <a:pt x="15" y="53"/>
                    </a:cubicBezTo>
                    <a:cubicBezTo>
                      <a:pt x="15" y="49"/>
                      <a:pt x="15" y="49"/>
                      <a:pt x="15" y="49"/>
                    </a:cubicBezTo>
                    <a:cubicBezTo>
                      <a:pt x="13" y="49"/>
                      <a:pt x="13" y="49"/>
                      <a:pt x="13" y="49"/>
                    </a:cubicBezTo>
                    <a:cubicBezTo>
                      <a:pt x="12" y="50"/>
                      <a:pt x="11" y="51"/>
                      <a:pt x="10" y="51"/>
                    </a:cubicBezTo>
                    <a:cubicBezTo>
                      <a:pt x="8" y="51"/>
                      <a:pt x="1" y="47"/>
                      <a:pt x="1" y="44"/>
                    </a:cubicBezTo>
                    <a:cubicBezTo>
                      <a:pt x="1" y="38"/>
                      <a:pt x="0" y="30"/>
                      <a:pt x="4" y="31"/>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90" name="îṥļîḑé-Freeform: Shape 41"/>
              <p:cNvSpPr>
                <a:spLocks/>
              </p:cNvSpPr>
              <p:nvPr/>
            </p:nvSpPr>
            <p:spPr bwMode="auto">
              <a:xfrm>
                <a:off x="6020802" y="4299352"/>
                <a:ext cx="28748" cy="50544"/>
              </a:xfrm>
              <a:custGeom>
                <a:avLst/>
                <a:gdLst/>
                <a:ahLst/>
                <a:cxnLst>
                  <a:cxn ang="0">
                    <a:pos x="16" y="20"/>
                  </a:cxn>
                  <a:cxn ang="0">
                    <a:pos x="10" y="20"/>
                  </a:cxn>
                  <a:cxn ang="0">
                    <a:pos x="14" y="28"/>
                  </a:cxn>
                  <a:cxn ang="0">
                    <a:pos x="14" y="30"/>
                  </a:cxn>
                  <a:cxn ang="0">
                    <a:pos x="10" y="30"/>
                  </a:cxn>
                  <a:cxn ang="0">
                    <a:pos x="8" y="25"/>
                  </a:cxn>
                  <a:cxn ang="0">
                    <a:pos x="8" y="23"/>
                  </a:cxn>
                  <a:cxn ang="0">
                    <a:pos x="2" y="17"/>
                  </a:cxn>
                  <a:cxn ang="0">
                    <a:pos x="2" y="15"/>
                  </a:cxn>
                  <a:cxn ang="0">
                    <a:pos x="8" y="15"/>
                  </a:cxn>
                  <a:cxn ang="0">
                    <a:pos x="10" y="13"/>
                  </a:cxn>
                  <a:cxn ang="0">
                    <a:pos x="0" y="2"/>
                  </a:cxn>
                  <a:cxn ang="0">
                    <a:pos x="4" y="0"/>
                  </a:cxn>
                  <a:cxn ang="0">
                    <a:pos x="13" y="2"/>
                  </a:cxn>
                  <a:cxn ang="0">
                    <a:pos x="13" y="6"/>
                  </a:cxn>
                  <a:cxn ang="0">
                    <a:pos x="15" y="6"/>
                  </a:cxn>
                  <a:cxn ang="0">
                    <a:pos x="15" y="12"/>
                  </a:cxn>
                  <a:cxn ang="0">
                    <a:pos x="18" y="15"/>
                  </a:cxn>
                  <a:cxn ang="0">
                    <a:pos x="16" y="20"/>
                  </a:cxn>
                </a:cxnLst>
                <a:rect l="0" t="0" r="r" b="b"/>
                <a:pathLst>
                  <a:path w="18" h="30">
                    <a:moveTo>
                      <a:pt x="16" y="20"/>
                    </a:moveTo>
                    <a:cubicBezTo>
                      <a:pt x="10" y="20"/>
                      <a:pt x="10" y="20"/>
                      <a:pt x="10" y="20"/>
                    </a:cubicBezTo>
                    <a:cubicBezTo>
                      <a:pt x="11" y="23"/>
                      <a:pt x="12" y="27"/>
                      <a:pt x="14" y="28"/>
                    </a:cubicBezTo>
                    <a:cubicBezTo>
                      <a:pt x="14" y="30"/>
                      <a:pt x="14" y="30"/>
                      <a:pt x="14" y="30"/>
                    </a:cubicBezTo>
                    <a:cubicBezTo>
                      <a:pt x="13" y="30"/>
                      <a:pt x="11" y="30"/>
                      <a:pt x="10" y="30"/>
                    </a:cubicBezTo>
                    <a:cubicBezTo>
                      <a:pt x="7" y="30"/>
                      <a:pt x="7" y="27"/>
                      <a:pt x="8" y="25"/>
                    </a:cubicBezTo>
                    <a:cubicBezTo>
                      <a:pt x="8" y="23"/>
                      <a:pt x="8" y="23"/>
                      <a:pt x="8" y="23"/>
                    </a:cubicBezTo>
                    <a:cubicBezTo>
                      <a:pt x="5" y="23"/>
                      <a:pt x="3" y="19"/>
                      <a:pt x="2" y="17"/>
                    </a:cubicBezTo>
                    <a:cubicBezTo>
                      <a:pt x="2" y="15"/>
                      <a:pt x="2" y="15"/>
                      <a:pt x="2" y="15"/>
                    </a:cubicBezTo>
                    <a:cubicBezTo>
                      <a:pt x="4" y="15"/>
                      <a:pt x="7" y="15"/>
                      <a:pt x="8" y="15"/>
                    </a:cubicBezTo>
                    <a:cubicBezTo>
                      <a:pt x="8" y="15"/>
                      <a:pt x="10" y="14"/>
                      <a:pt x="10" y="13"/>
                    </a:cubicBezTo>
                    <a:cubicBezTo>
                      <a:pt x="10" y="8"/>
                      <a:pt x="1" y="5"/>
                      <a:pt x="0" y="2"/>
                    </a:cubicBezTo>
                    <a:cubicBezTo>
                      <a:pt x="1" y="1"/>
                      <a:pt x="3" y="0"/>
                      <a:pt x="4" y="0"/>
                    </a:cubicBezTo>
                    <a:cubicBezTo>
                      <a:pt x="7" y="0"/>
                      <a:pt x="9" y="2"/>
                      <a:pt x="13" y="2"/>
                    </a:cubicBezTo>
                    <a:cubicBezTo>
                      <a:pt x="13" y="3"/>
                      <a:pt x="13" y="5"/>
                      <a:pt x="13" y="6"/>
                    </a:cubicBezTo>
                    <a:cubicBezTo>
                      <a:pt x="13" y="6"/>
                      <a:pt x="14" y="6"/>
                      <a:pt x="15" y="6"/>
                    </a:cubicBezTo>
                    <a:cubicBezTo>
                      <a:pt x="15" y="8"/>
                      <a:pt x="15" y="12"/>
                      <a:pt x="15" y="12"/>
                    </a:cubicBezTo>
                    <a:cubicBezTo>
                      <a:pt x="15" y="12"/>
                      <a:pt x="18" y="15"/>
                      <a:pt x="18" y="15"/>
                    </a:cubicBezTo>
                    <a:cubicBezTo>
                      <a:pt x="18" y="18"/>
                      <a:pt x="17" y="19"/>
                      <a:pt x="16" y="20"/>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91" name="îṥļîḑé-Freeform: Shape 42"/>
              <p:cNvSpPr>
                <a:spLocks/>
              </p:cNvSpPr>
              <p:nvPr/>
            </p:nvSpPr>
            <p:spPr bwMode="auto">
              <a:xfrm>
                <a:off x="5978639" y="4312960"/>
                <a:ext cx="22998" cy="31104"/>
              </a:xfrm>
              <a:custGeom>
                <a:avLst/>
                <a:gdLst/>
                <a:ahLst/>
                <a:cxnLst>
                  <a:cxn ang="0">
                    <a:pos x="3" y="1"/>
                  </a:cxn>
                  <a:cxn ang="0">
                    <a:pos x="14" y="7"/>
                  </a:cxn>
                  <a:cxn ang="0">
                    <a:pos x="1" y="19"/>
                  </a:cxn>
                  <a:cxn ang="0">
                    <a:pos x="0" y="2"/>
                  </a:cxn>
                  <a:cxn ang="0">
                    <a:pos x="2" y="0"/>
                  </a:cxn>
                  <a:cxn ang="0">
                    <a:pos x="5" y="2"/>
                  </a:cxn>
                  <a:cxn ang="0">
                    <a:pos x="3" y="1"/>
                  </a:cxn>
                </a:cxnLst>
                <a:rect l="0" t="0" r="r" b="b"/>
                <a:pathLst>
                  <a:path w="14" h="19">
                    <a:moveTo>
                      <a:pt x="3" y="1"/>
                    </a:moveTo>
                    <a:cubicBezTo>
                      <a:pt x="4" y="3"/>
                      <a:pt x="14" y="4"/>
                      <a:pt x="14" y="7"/>
                    </a:cubicBezTo>
                    <a:cubicBezTo>
                      <a:pt x="14" y="14"/>
                      <a:pt x="5" y="17"/>
                      <a:pt x="1" y="19"/>
                    </a:cubicBezTo>
                    <a:cubicBezTo>
                      <a:pt x="1" y="13"/>
                      <a:pt x="0" y="6"/>
                      <a:pt x="0" y="2"/>
                    </a:cubicBezTo>
                    <a:cubicBezTo>
                      <a:pt x="0" y="1"/>
                      <a:pt x="2" y="0"/>
                      <a:pt x="2" y="0"/>
                    </a:cubicBezTo>
                    <a:cubicBezTo>
                      <a:pt x="3" y="0"/>
                      <a:pt x="4" y="2"/>
                      <a:pt x="5" y="2"/>
                    </a:cubicBezTo>
                    <a:lnTo>
                      <a:pt x="3" y="1"/>
                    </a:ln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92" name="îṥļîḑé-Freeform: Shape 43"/>
              <p:cNvSpPr>
                <a:spLocks/>
              </p:cNvSpPr>
              <p:nvPr/>
            </p:nvSpPr>
            <p:spPr bwMode="auto">
              <a:xfrm>
                <a:off x="5990138" y="4332400"/>
                <a:ext cx="22998" cy="38880"/>
              </a:xfrm>
              <a:custGeom>
                <a:avLst/>
                <a:gdLst/>
                <a:ahLst/>
                <a:cxnLst>
                  <a:cxn ang="0">
                    <a:pos x="14" y="5"/>
                  </a:cxn>
                  <a:cxn ang="0">
                    <a:pos x="9" y="17"/>
                  </a:cxn>
                  <a:cxn ang="0">
                    <a:pos x="11" y="22"/>
                  </a:cxn>
                  <a:cxn ang="0">
                    <a:pos x="9" y="24"/>
                  </a:cxn>
                  <a:cxn ang="0">
                    <a:pos x="0" y="14"/>
                  </a:cxn>
                  <a:cxn ang="0">
                    <a:pos x="4" y="12"/>
                  </a:cxn>
                  <a:cxn ang="0">
                    <a:pos x="8" y="1"/>
                  </a:cxn>
                  <a:cxn ang="0">
                    <a:pos x="14" y="5"/>
                  </a:cxn>
                </a:cxnLst>
                <a:rect l="0" t="0" r="r" b="b"/>
                <a:pathLst>
                  <a:path w="14" h="24">
                    <a:moveTo>
                      <a:pt x="14" y="5"/>
                    </a:moveTo>
                    <a:cubicBezTo>
                      <a:pt x="14" y="10"/>
                      <a:pt x="10" y="13"/>
                      <a:pt x="9" y="17"/>
                    </a:cubicBezTo>
                    <a:cubicBezTo>
                      <a:pt x="9" y="21"/>
                      <a:pt x="11" y="20"/>
                      <a:pt x="11" y="22"/>
                    </a:cubicBezTo>
                    <a:cubicBezTo>
                      <a:pt x="11" y="23"/>
                      <a:pt x="10" y="24"/>
                      <a:pt x="9" y="24"/>
                    </a:cubicBezTo>
                    <a:cubicBezTo>
                      <a:pt x="7" y="24"/>
                      <a:pt x="0" y="17"/>
                      <a:pt x="0" y="14"/>
                    </a:cubicBezTo>
                    <a:cubicBezTo>
                      <a:pt x="0" y="13"/>
                      <a:pt x="3" y="12"/>
                      <a:pt x="4" y="12"/>
                    </a:cubicBezTo>
                    <a:cubicBezTo>
                      <a:pt x="4" y="11"/>
                      <a:pt x="6" y="1"/>
                      <a:pt x="8" y="1"/>
                    </a:cubicBezTo>
                    <a:cubicBezTo>
                      <a:pt x="12" y="0"/>
                      <a:pt x="14" y="3"/>
                      <a:pt x="14" y="5"/>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93" name="îṥļîḑé-Freeform: Shape 44"/>
              <p:cNvSpPr>
                <a:spLocks/>
              </p:cNvSpPr>
              <p:nvPr/>
            </p:nvSpPr>
            <p:spPr bwMode="auto">
              <a:xfrm>
                <a:off x="6011220" y="4334344"/>
                <a:ext cx="9583" cy="25273"/>
              </a:xfrm>
              <a:custGeom>
                <a:avLst/>
                <a:gdLst/>
                <a:ahLst/>
                <a:cxnLst>
                  <a:cxn ang="0">
                    <a:pos x="7" y="0"/>
                  </a:cxn>
                  <a:cxn ang="0">
                    <a:pos x="2" y="15"/>
                  </a:cxn>
                  <a:cxn ang="0">
                    <a:pos x="0" y="15"/>
                  </a:cxn>
                  <a:cxn ang="0">
                    <a:pos x="4" y="0"/>
                  </a:cxn>
                  <a:cxn ang="0">
                    <a:pos x="7" y="0"/>
                  </a:cxn>
                </a:cxnLst>
                <a:rect l="0" t="0" r="r" b="b"/>
                <a:pathLst>
                  <a:path w="7" h="15">
                    <a:moveTo>
                      <a:pt x="7" y="0"/>
                    </a:moveTo>
                    <a:cubicBezTo>
                      <a:pt x="7" y="7"/>
                      <a:pt x="2" y="9"/>
                      <a:pt x="2" y="15"/>
                    </a:cubicBezTo>
                    <a:cubicBezTo>
                      <a:pt x="2" y="15"/>
                      <a:pt x="0" y="15"/>
                      <a:pt x="0" y="15"/>
                    </a:cubicBezTo>
                    <a:cubicBezTo>
                      <a:pt x="1" y="10"/>
                      <a:pt x="4" y="7"/>
                      <a:pt x="4" y="0"/>
                    </a:cubicBezTo>
                    <a:cubicBezTo>
                      <a:pt x="5" y="0"/>
                      <a:pt x="6" y="0"/>
                      <a:pt x="7" y="0"/>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94" name="îṥļîḑé-Freeform: Shape 45"/>
              <p:cNvSpPr>
                <a:spLocks/>
              </p:cNvSpPr>
              <p:nvPr/>
            </p:nvSpPr>
            <p:spPr bwMode="auto">
              <a:xfrm>
                <a:off x="6016969" y="4349897"/>
                <a:ext cx="13416" cy="13609"/>
              </a:xfrm>
              <a:custGeom>
                <a:avLst/>
                <a:gdLst/>
                <a:ahLst/>
                <a:cxnLst>
                  <a:cxn ang="0">
                    <a:pos x="8" y="0"/>
                  </a:cxn>
                  <a:cxn ang="0">
                    <a:pos x="2" y="8"/>
                  </a:cxn>
                  <a:cxn ang="0">
                    <a:pos x="0" y="6"/>
                  </a:cxn>
                  <a:cxn ang="0">
                    <a:pos x="3" y="0"/>
                  </a:cxn>
                  <a:cxn ang="0">
                    <a:pos x="8" y="0"/>
                  </a:cxn>
                </a:cxnLst>
                <a:rect l="0" t="0" r="r" b="b"/>
                <a:pathLst>
                  <a:path w="8" h="8">
                    <a:moveTo>
                      <a:pt x="8" y="0"/>
                    </a:moveTo>
                    <a:cubicBezTo>
                      <a:pt x="8" y="4"/>
                      <a:pt x="6" y="8"/>
                      <a:pt x="2" y="8"/>
                    </a:cubicBezTo>
                    <a:cubicBezTo>
                      <a:pt x="1" y="8"/>
                      <a:pt x="0" y="6"/>
                      <a:pt x="0" y="6"/>
                    </a:cubicBezTo>
                    <a:cubicBezTo>
                      <a:pt x="0" y="3"/>
                      <a:pt x="2" y="2"/>
                      <a:pt x="3" y="0"/>
                    </a:cubicBezTo>
                    <a:cubicBezTo>
                      <a:pt x="5" y="1"/>
                      <a:pt x="7" y="1"/>
                      <a:pt x="8" y="0"/>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95" name="îṥļîḑé-Freeform: Shape 46"/>
              <p:cNvSpPr>
                <a:spLocks/>
              </p:cNvSpPr>
              <p:nvPr/>
            </p:nvSpPr>
            <p:spPr bwMode="auto">
              <a:xfrm>
                <a:off x="6001637" y="4299352"/>
                <a:ext cx="15332" cy="21385"/>
              </a:xfrm>
              <a:custGeom>
                <a:avLst/>
                <a:gdLst/>
                <a:ahLst/>
                <a:cxnLst>
                  <a:cxn ang="0">
                    <a:pos x="0" y="6"/>
                  </a:cxn>
                  <a:cxn ang="0">
                    <a:pos x="0" y="0"/>
                  </a:cxn>
                  <a:cxn ang="0">
                    <a:pos x="4" y="0"/>
                  </a:cxn>
                  <a:cxn ang="0">
                    <a:pos x="10" y="10"/>
                  </a:cxn>
                  <a:cxn ang="0">
                    <a:pos x="6" y="6"/>
                  </a:cxn>
                  <a:cxn ang="0">
                    <a:pos x="0" y="6"/>
                  </a:cxn>
                </a:cxnLst>
                <a:rect l="0" t="0" r="r" b="b"/>
                <a:pathLst>
                  <a:path w="10" h="12">
                    <a:moveTo>
                      <a:pt x="0" y="6"/>
                    </a:moveTo>
                    <a:cubicBezTo>
                      <a:pt x="0" y="3"/>
                      <a:pt x="0" y="2"/>
                      <a:pt x="0" y="0"/>
                    </a:cubicBezTo>
                    <a:cubicBezTo>
                      <a:pt x="4" y="0"/>
                      <a:pt x="4" y="0"/>
                      <a:pt x="4" y="0"/>
                    </a:cubicBezTo>
                    <a:cubicBezTo>
                      <a:pt x="5" y="4"/>
                      <a:pt x="10" y="5"/>
                      <a:pt x="10" y="10"/>
                    </a:cubicBezTo>
                    <a:cubicBezTo>
                      <a:pt x="10" y="12"/>
                      <a:pt x="6" y="8"/>
                      <a:pt x="6" y="6"/>
                    </a:cubicBezTo>
                    <a:cubicBezTo>
                      <a:pt x="4" y="5"/>
                      <a:pt x="2" y="6"/>
                      <a:pt x="0" y="6"/>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96" name="îṥļîḑé-Freeform: Shape 47"/>
              <p:cNvSpPr>
                <a:spLocks/>
              </p:cNvSpPr>
              <p:nvPr/>
            </p:nvSpPr>
            <p:spPr bwMode="auto">
              <a:xfrm>
                <a:off x="5947974" y="4279912"/>
                <a:ext cx="22998" cy="25273"/>
              </a:xfrm>
              <a:custGeom>
                <a:avLst/>
                <a:gdLst/>
                <a:ahLst/>
                <a:cxnLst>
                  <a:cxn ang="0">
                    <a:pos x="11" y="15"/>
                  </a:cxn>
                  <a:cxn ang="0">
                    <a:pos x="0" y="0"/>
                  </a:cxn>
                  <a:cxn ang="0">
                    <a:pos x="4" y="0"/>
                  </a:cxn>
                  <a:cxn ang="0">
                    <a:pos x="14" y="7"/>
                  </a:cxn>
                  <a:cxn ang="0">
                    <a:pos x="11" y="15"/>
                  </a:cxn>
                </a:cxnLst>
                <a:rect l="0" t="0" r="r" b="b"/>
                <a:pathLst>
                  <a:path w="15" h="15">
                    <a:moveTo>
                      <a:pt x="11" y="15"/>
                    </a:moveTo>
                    <a:cubicBezTo>
                      <a:pt x="9" y="15"/>
                      <a:pt x="0" y="0"/>
                      <a:pt x="0" y="0"/>
                    </a:cubicBezTo>
                    <a:cubicBezTo>
                      <a:pt x="4" y="0"/>
                      <a:pt x="4" y="0"/>
                      <a:pt x="4" y="0"/>
                    </a:cubicBezTo>
                    <a:cubicBezTo>
                      <a:pt x="8" y="3"/>
                      <a:pt x="13" y="2"/>
                      <a:pt x="14" y="7"/>
                    </a:cubicBezTo>
                    <a:cubicBezTo>
                      <a:pt x="15" y="10"/>
                      <a:pt x="13" y="15"/>
                      <a:pt x="11" y="15"/>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97" name="îṥļîḑé-Freeform: Shape 48"/>
              <p:cNvSpPr>
                <a:spLocks/>
              </p:cNvSpPr>
              <p:nvPr/>
            </p:nvSpPr>
            <p:spPr bwMode="auto">
              <a:xfrm>
                <a:off x="5970972" y="4283800"/>
                <a:ext cx="7666" cy="1945"/>
              </a:xfrm>
              <a:custGeom>
                <a:avLst/>
                <a:gdLst/>
                <a:ahLst/>
                <a:cxnLst>
                  <a:cxn ang="0">
                    <a:pos x="0" y="0"/>
                  </a:cxn>
                  <a:cxn ang="0">
                    <a:pos x="4" y="1"/>
                  </a:cxn>
                  <a:cxn ang="0">
                    <a:pos x="0" y="0"/>
                  </a:cxn>
                </a:cxnLst>
                <a:rect l="0" t="0" r="r" b="b"/>
                <a:pathLst>
                  <a:path w="4" h="1">
                    <a:moveTo>
                      <a:pt x="0" y="0"/>
                    </a:moveTo>
                    <a:cubicBezTo>
                      <a:pt x="1" y="1"/>
                      <a:pt x="3" y="1"/>
                      <a:pt x="4" y="1"/>
                    </a:cubicBezTo>
                    <a:cubicBezTo>
                      <a:pt x="3" y="0"/>
                      <a:pt x="1" y="0"/>
                      <a:pt x="0" y="0"/>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98" name="îṥļîḑé-Freeform: Shape 49"/>
              <p:cNvSpPr>
                <a:spLocks/>
              </p:cNvSpPr>
              <p:nvPr/>
            </p:nvSpPr>
            <p:spPr bwMode="auto">
              <a:xfrm>
                <a:off x="5936475" y="4025246"/>
                <a:ext cx="44080" cy="62208"/>
              </a:xfrm>
              <a:custGeom>
                <a:avLst/>
                <a:gdLst/>
                <a:ahLst/>
                <a:cxnLst>
                  <a:cxn ang="0">
                    <a:pos x="8" y="39"/>
                  </a:cxn>
                  <a:cxn ang="0">
                    <a:pos x="1" y="26"/>
                  </a:cxn>
                  <a:cxn ang="0">
                    <a:pos x="16" y="0"/>
                  </a:cxn>
                  <a:cxn ang="0">
                    <a:pos x="8" y="39"/>
                  </a:cxn>
                </a:cxnLst>
                <a:rect l="0" t="0" r="r" b="b"/>
                <a:pathLst>
                  <a:path w="27" h="39">
                    <a:moveTo>
                      <a:pt x="8" y="39"/>
                    </a:moveTo>
                    <a:cubicBezTo>
                      <a:pt x="0" y="39"/>
                      <a:pt x="1" y="33"/>
                      <a:pt x="1" y="26"/>
                    </a:cubicBezTo>
                    <a:cubicBezTo>
                      <a:pt x="1" y="17"/>
                      <a:pt x="10" y="0"/>
                      <a:pt x="16" y="0"/>
                    </a:cubicBezTo>
                    <a:cubicBezTo>
                      <a:pt x="27" y="0"/>
                      <a:pt x="18" y="39"/>
                      <a:pt x="8" y="39"/>
                    </a:cubicBezTo>
                    <a:close/>
                  </a:path>
                </a:pathLst>
              </a:custGeom>
              <a:solidFill>
                <a:srgbClr val="A0DBCE"/>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99" name="îṥļîḑé-Freeform: Shape 50"/>
              <p:cNvSpPr>
                <a:spLocks/>
              </p:cNvSpPr>
              <p:nvPr/>
            </p:nvSpPr>
            <p:spPr bwMode="auto">
              <a:xfrm>
                <a:off x="5702661" y="4136056"/>
                <a:ext cx="49829" cy="42768"/>
              </a:xfrm>
              <a:custGeom>
                <a:avLst/>
                <a:gdLst/>
                <a:ahLst/>
                <a:cxnLst>
                  <a:cxn ang="0">
                    <a:pos x="2" y="11"/>
                  </a:cxn>
                  <a:cxn ang="0">
                    <a:pos x="26" y="0"/>
                  </a:cxn>
                  <a:cxn ang="0">
                    <a:pos x="31" y="7"/>
                  </a:cxn>
                  <a:cxn ang="0">
                    <a:pos x="11" y="27"/>
                  </a:cxn>
                  <a:cxn ang="0">
                    <a:pos x="2" y="18"/>
                  </a:cxn>
                  <a:cxn ang="0">
                    <a:pos x="2" y="11"/>
                  </a:cxn>
                </a:cxnLst>
                <a:rect l="0" t="0" r="r" b="b"/>
                <a:pathLst>
                  <a:path w="31" h="27">
                    <a:moveTo>
                      <a:pt x="2" y="11"/>
                    </a:moveTo>
                    <a:cubicBezTo>
                      <a:pt x="5" y="11"/>
                      <a:pt x="20" y="0"/>
                      <a:pt x="26" y="0"/>
                    </a:cubicBezTo>
                    <a:cubicBezTo>
                      <a:pt x="28" y="0"/>
                      <a:pt x="31" y="4"/>
                      <a:pt x="31" y="7"/>
                    </a:cubicBezTo>
                    <a:cubicBezTo>
                      <a:pt x="31" y="13"/>
                      <a:pt x="18" y="27"/>
                      <a:pt x="11" y="27"/>
                    </a:cubicBezTo>
                    <a:cubicBezTo>
                      <a:pt x="5" y="27"/>
                      <a:pt x="2" y="24"/>
                      <a:pt x="2" y="18"/>
                    </a:cubicBezTo>
                    <a:cubicBezTo>
                      <a:pt x="2" y="15"/>
                      <a:pt x="0" y="11"/>
                      <a:pt x="2" y="11"/>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00" name="îṥļîḑé-Freeform: Shape 51"/>
              <p:cNvSpPr>
                <a:spLocks/>
              </p:cNvSpPr>
              <p:nvPr/>
            </p:nvSpPr>
            <p:spPr bwMode="auto">
              <a:xfrm>
                <a:off x="5486096" y="4068015"/>
                <a:ext cx="235732" cy="458786"/>
              </a:xfrm>
              <a:custGeom>
                <a:avLst/>
                <a:gdLst/>
                <a:ahLst/>
                <a:cxnLst>
                  <a:cxn ang="0">
                    <a:pos x="12" y="172"/>
                  </a:cxn>
                  <a:cxn ang="0">
                    <a:pos x="21" y="152"/>
                  </a:cxn>
                  <a:cxn ang="0">
                    <a:pos x="25" y="147"/>
                  </a:cxn>
                  <a:cxn ang="0">
                    <a:pos x="15" y="119"/>
                  </a:cxn>
                  <a:cxn ang="0">
                    <a:pos x="8" y="109"/>
                  </a:cxn>
                  <a:cxn ang="0">
                    <a:pos x="8" y="105"/>
                  </a:cxn>
                  <a:cxn ang="0">
                    <a:pos x="8" y="106"/>
                  </a:cxn>
                  <a:cxn ang="0">
                    <a:pos x="12" y="96"/>
                  </a:cxn>
                  <a:cxn ang="0">
                    <a:pos x="9" y="77"/>
                  </a:cxn>
                  <a:cxn ang="0">
                    <a:pos x="0" y="65"/>
                  </a:cxn>
                  <a:cxn ang="0">
                    <a:pos x="8" y="47"/>
                  </a:cxn>
                  <a:cxn ang="0">
                    <a:pos x="19" y="43"/>
                  </a:cxn>
                  <a:cxn ang="0">
                    <a:pos x="45" y="19"/>
                  </a:cxn>
                  <a:cxn ang="0">
                    <a:pos x="47" y="19"/>
                  </a:cxn>
                  <a:cxn ang="0">
                    <a:pos x="50" y="24"/>
                  </a:cxn>
                  <a:cxn ang="0">
                    <a:pos x="52" y="20"/>
                  </a:cxn>
                  <a:cxn ang="0">
                    <a:pos x="52" y="9"/>
                  </a:cxn>
                  <a:cxn ang="0">
                    <a:pos x="64" y="6"/>
                  </a:cxn>
                  <a:cxn ang="0">
                    <a:pos x="78" y="6"/>
                  </a:cxn>
                  <a:cxn ang="0">
                    <a:pos x="96" y="0"/>
                  </a:cxn>
                  <a:cxn ang="0">
                    <a:pos x="115" y="5"/>
                  </a:cxn>
                  <a:cxn ang="0">
                    <a:pos x="130" y="22"/>
                  </a:cxn>
                  <a:cxn ang="0">
                    <a:pos x="100" y="58"/>
                  </a:cxn>
                  <a:cxn ang="0">
                    <a:pos x="104" y="64"/>
                  </a:cxn>
                  <a:cxn ang="0">
                    <a:pos x="129" y="93"/>
                  </a:cxn>
                  <a:cxn ang="0">
                    <a:pos x="147" y="134"/>
                  </a:cxn>
                  <a:cxn ang="0">
                    <a:pos x="142" y="156"/>
                  </a:cxn>
                  <a:cxn ang="0">
                    <a:pos x="115" y="170"/>
                  </a:cxn>
                  <a:cxn ang="0">
                    <a:pos x="105" y="180"/>
                  </a:cxn>
                  <a:cxn ang="0">
                    <a:pos x="104" y="176"/>
                  </a:cxn>
                  <a:cxn ang="0">
                    <a:pos x="104" y="181"/>
                  </a:cxn>
                  <a:cxn ang="0">
                    <a:pos x="93" y="192"/>
                  </a:cxn>
                  <a:cxn ang="0">
                    <a:pos x="90" y="183"/>
                  </a:cxn>
                  <a:cxn ang="0">
                    <a:pos x="91" y="177"/>
                  </a:cxn>
                  <a:cxn ang="0">
                    <a:pos x="88" y="170"/>
                  </a:cxn>
                  <a:cxn ang="0">
                    <a:pos x="73" y="161"/>
                  </a:cxn>
                  <a:cxn ang="0">
                    <a:pos x="63" y="149"/>
                  </a:cxn>
                  <a:cxn ang="0">
                    <a:pos x="43" y="141"/>
                  </a:cxn>
                  <a:cxn ang="0">
                    <a:pos x="41" y="135"/>
                  </a:cxn>
                  <a:cxn ang="0">
                    <a:pos x="30" y="129"/>
                  </a:cxn>
                  <a:cxn ang="0">
                    <a:pos x="27" y="134"/>
                  </a:cxn>
                  <a:cxn ang="0">
                    <a:pos x="29" y="142"/>
                  </a:cxn>
                  <a:cxn ang="0">
                    <a:pos x="16" y="171"/>
                  </a:cxn>
                  <a:cxn ang="0">
                    <a:pos x="31" y="192"/>
                  </a:cxn>
                  <a:cxn ang="0">
                    <a:pos x="30" y="192"/>
                  </a:cxn>
                  <a:cxn ang="0">
                    <a:pos x="35" y="206"/>
                  </a:cxn>
                  <a:cxn ang="0">
                    <a:pos x="73" y="243"/>
                  </a:cxn>
                  <a:cxn ang="0">
                    <a:pos x="71" y="251"/>
                  </a:cxn>
                  <a:cxn ang="0">
                    <a:pos x="80" y="267"/>
                  </a:cxn>
                  <a:cxn ang="0">
                    <a:pos x="84" y="280"/>
                  </a:cxn>
                  <a:cxn ang="0">
                    <a:pos x="78" y="280"/>
                  </a:cxn>
                  <a:cxn ang="0">
                    <a:pos x="75" y="282"/>
                  </a:cxn>
                  <a:cxn ang="0">
                    <a:pos x="68" y="278"/>
                  </a:cxn>
                  <a:cxn ang="0">
                    <a:pos x="37" y="246"/>
                  </a:cxn>
                  <a:cxn ang="0">
                    <a:pos x="27" y="214"/>
                  </a:cxn>
                  <a:cxn ang="0">
                    <a:pos x="14" y="192"/>
                  </a:cxn>
                  <a:cxn ang="0">
                    <a:pos x="8" y="192"/>
                  </a:cxn>
                  <a:cxn ang="0">
                    <a:pos x="8" y="189"/>
                  </a:cxn>
                  <a:cxn ang="0">
                    <a:pos x="10" y="172"/>
                  </a:cxn>
                  <a:cxn ang="0">
                    <a:pos x="11" y="172"/>
                  </a:cxn>
                  <a:cxn ang="0">
                    <a:pos x="12" y="172"/>
                  </a:cxn>
                </a:cxnLst>
                <a:rect l="0" t="0" r="r" b="b"/>
                <a:pathLst>
                  <a:path w="147" h="282">
                    <a:moveTo>
                      <a:pt x="12" y="172"/>
                    </a:moveTo>
                    <a:cubicBezTo>
                      <a:pt x="16" y="165"/>
                      <a:pt x="17" y="160"/>
                      <a:pt x="21" y="152"/>
                    </a:cubicBezTo>
                    <a:cubicBezTo>
                      <a:pt x="22" y="150"/>
                      <a:pt x="25" y="149"/>
                      <a:pt x="25" y="147"/>
                    </a:cubicBezTo>
                    <a:cubicBezTo>
                      <a:pt x="25" y="143"/>
                      <a:pt x="19" y="123"/>
                      <a:pt x="15" y="119"/>
                    </a:cubicBezTo>
                    <a:cubicBezTo>
                      <a:pt x="12" y="116"/>
                      <a:pt x="8" y="114"/>
                      <a:pt x="8" y="109"/>
                    </a:cubicBezTo>
                    <a:cubicBezTo>
                      <a:pt x="8" y="108"/>
                      <a:pt x="8" y="107"/>
                      <a:pt x="8" y="105"/>
                    </a:cubicBezTo>
                    <a:cubicBezTo>
                      <a:pt x="8" y="106"/>
                      <a:pt x="8" y="106"/>
                      <a:pt x="8" y="106"/>
                    </a:cubicBezTo>
                    <a:cubicBezTo>
                      <a:pt x="9" y="105"/>
                      <a:pt x="12" y="100"/>
                      <a:pt x="12" y="96"/>
                    </a:cubicBezTo>
                    <a:cubicBezTo>
                      <a:pt x="12" y="91"/>
                      <a:pt x="12" y="82"/>
                      <a:pt x="9" y="77"/>
                    </a:cubicBezTo>
                    <a:cubicBezTo>
                      <a:pt x="6" y="73"/>
                      <a:pt x="0" y="73"/>
                      <a:pt x="0" y="65"/>
                    </a:cubicBezTo>
                    <a:cubicBezTo>
                      <a:pt x="0" y="57"/>
                      <a:pt x="3" y="51"/>
                      <a:pt x="8" y="47"/>
                    </a:cubicBezTo>
                    <a:cubicBezTo>
                      <a:pt x="10" y="44"/>
                      <a:pt x="15" y="45"/>
                      <a:pt x="19" y="43"/>
                    </a:cubicBezTo>
                    <a:cubicBezTo>
                      <a:pt x="29" y="36"/>
                      <a:pt x="36" y="33"/>
                      <a:pt x="45" y="19"/>
                    </a:cubicBezTo>
                    <a:cubicBezTo>
                      <a:pt x="47" y="19"/>
                      <a:pt x="47" y="19"/>
                      <a:pt x="47" y="19"/>
                    </a:cubicBezTo>
                    <a:cubicBezTo>
                      <a:pt x="47" y="23"/>
                      <a:pt x="49" y="24"/>
                      <a:pt x="50" y="24"/>
                    </a:cubicBezTo>
                    <a:cubicBezTo>
                      <a:pt x="51" y="24"/>
                      <a:pt x="52" y="22"/>
                      <a:pt x="52" y="20"/>
                    </a:cubicBezTo>
                    <a:cubicBezTo>
                      <a:pt x="52" y="16"/>
                      <a:pt x="52" y="13"/>
                      <a:pt x="52" y="9"/>
                    </a:cubicBezTo>
                    <a:cubicBezTo>
                      <a:pt x="52" y="9"/>
                      <a:pt x="62" y="6"/>
                      <a:pt x="64" y="6"/>
                    </a:cubicBezTo>
                    <a:cubicBezTo>
                      <a:pt x="78" y="6"/>
                      <a:pt x="78" y="6"/>
                      <a:pt x="78" y="6"/>
                    </a:cubicBezTo>
                    <a:cubicBezTo>
                      <a:pt x="84" y="9"/>
                      <a:pt x="89" y="0"/>
                      <a:pt x="96" y="0"/>
                    </a:cubicBezTo>
                    <a:cubicBezTo>
                      <a:pt x="103" y="0"/>
                      <a:pt x="107" y="5"/>
                      <a:pt x="115" y="5"/>
                    </a:cubicBezTo>
                    <a:cubicBezTo>
                      <a:pt x="115" y="16"/>
                      <a:pt x="123" y="20"/>
                      <a:pt x="130" y="22"/>
                    </a:cubicBezTo>
                    <a:cubicBezTo>
                      <a:pt x="121" y="36"/>
                      <a:pt x="100" y="39"/>
                      <a:pt x="100" y="58"/>
                    </a:cubicBezTo>
                    <a:cubicBezTo>
                      <a:pt x="100" y="62"/>
                      <a:pt x="102" y="63"/>
                      <a:pt x="104" y="64"/>
                    </a:cubicBezTo>
                    <a:cubicBezTo>
                      <a:pt x="114" y="74"/>
                      <a:pt x="118" y="86"/>
                      <a:pt x="129" y="93"/>
                    </a:cubicBezTo>
                    <a:cubicBezTo>
                      <a:pt x="140" y="100"/>
                      <a:pt x="147" y="119"/>
                      <a:pt x="147" y="134"/>
                    </a:cubicBezTo>
                    <a:cubicBezTo>
                      <a:pt x="147" y="144"/>
                      <a:pt x="142" y="148"/>
                      <a:pt x="142" y="156"/>
                    </a:cubicBezTo>
                    <a:cubicBezTo>
                      <a:pt x="127" y="160"/>
                      <a:pt x="126" y="164"/>
                      <a:pt x="115" y="170"/>
                    </a:cubicBezTo>
                    <a:cubicBezTo>
                      <a:pt x="109" y="173"/>
                      <a:pt x="110" y="180"/>
                      <a:pt x="105" y="180"/>
                    </a:cubicBezTo>
                    <a:cubicBezTo>
                      <a:pt x="104" y="180"/>
                      <a:pt x="104" y="177"/>
                      <a:pt x="104" y="176"/>
                    </a:cubicBezTo>
                    <a:cubicBezTo>
                      <a:pt x="104" y="179"/>
                      <a:pt x="104" y="180"/>
                      <a:pt x="104" y="181"/>
                    </a:cubicBezTo>
                    <a:cubicBezTo>
                      <a:pt x="104" y="185"/>
                      <a:pt x="95" y="192"/>
                      <a:pt x="93" y="192"/>
                    </a:cubicBezTo>
                    <a:cubicBezTo>
                      <a:pt x="91" y="192"/>
                      <a:pt x="90" y="186"/>
                      <a:pt x="90" y="183"/>
                    </a:cubicBezTo>
                    <a:cubicBezTo>
                      <a:pt x="90" y="179"/>
                      <a:pt x="90" y="178"/>
                      <a:pt x="91" y="177"/>
                    </a:cubicBezTo>
                    <a:cubicBezTo>
                      <a:pt x="90" y="176"/>
                      <a:pt x="89" y="172"/>
                      <a:pt x="88" y="170"/>
                    </a:cubicBezTo>
                    <a:cubicBezTo>
                      <a:pt x="82" y="170"/>
                      <a:pt x="73" y="168"/>
                      <a:pt x="73" y="161"/>
                    </a:cubicBezTo>
                    <a:cubicBezTo>
                      <a:pt x="63" y="161"/>
                      <a:pt x="68" y="155"/>
                      <a:pt x="63" y="149"/>
                    </a:cubicBezTo>
                    <a:cubicBezTo>
                      <a:pt x="56" y="143"/>
                      <a:pt x="50" y="143"/>
                      <a:pt x="43" y="141"/>
                    </a:cubicBezTo>
                    <a:cubicBezTo>
                      <a:pt x="42" y="141"/>
                      <a:pt x="41" y="135"/>
                      <a:pt x="41" y="135"/>
                    </a:cubicBezTo>
                    <a:cubicBezTo>
                      <a:pt x="40" y="130"/>
                      <a:pt x="34" y="129"/>
                      <a:pt x="30" y="129"/>
                    </a:cubicBezTo>
                    <a:cubicBezTo>
                      <a:pt x="26" y="129"/>
                      <a:pt x="27" y="132"/>
                      <a:pt x="27" y="134"/>
                    </a:cubicBezTo>
                    <a:cubicBezTo>
                      <a:pt x="27" y="138"/>
                      <a:pt x="29" y="139"/>
                      <a:pt x="29" y="142"/>
                    </a:cubicBezTo>
                    <a:cubicBezTo>
                      <a:pt x="29" y="156"/>
                      <a:pt x="16" y="159"/>
                      <a:pt x="16" y="171"/>
                    </a:cubicBezTo>
                    <a:cubicBezTo>
                      <a:pt x="16" y="185"/>
                      <a:pt x="31" y="179"/>
                      <a:pt x="31" y="192"/>
                    </a:cubicBezTo>
                    <a:cubicBezTo>
                      <a:pt x="30" y="192"/>
                      <a:pt x="30" y="192"/>
                      <a:pt x="30" y="192"/>
                    </a:cubicBezTo>
                    <a:cubicBezTo>
                      <a:pt x="32" y="195"/>
                      <a:pt x="32" y="203"/>
                      <a:pt x="35" y="206"/>
                    </a:cubicBezTo>
                    <a:cubicBezTo>
                      <a:pt x="47" y="218"/>
                      <a:pt x="73" y="221"/>
                      <a:pt x="73" y="243"/>
                    </a:cubicBezTo>
                    <a:cubicBezTo>
                      <a:pt x="73" y="247"/>
                      <a:pt x="71" y="247"/>
                      <a:pt x="71" y="251"/>
                    </a:cubicBezTo>
                    <a:cubicBezTo>
                      <a:pt x="71" y="259"/>
                      <a:pt x="78" y="262"/>
                      <a:pt x="80" y="267"/>
                    </a:cubicBezTo>
                    <a:cubicBezTo>
                      <a:pt x="82" y="273"/>
                      <a:pt x="82" y="275"/>
                      <a:pt x="84" y="280"/>
                    </a:cubicBezTo>
                    <a:cubicBezTo>
                      <a:pt x="80" y="280"/>
                      <a:pt x="80" y="280"/>
                      <a:pt x="78" y="280"/>
                    </a:cubicBezTo>
                    <a:cubicBezTo>
                      <a:pt x="77" y="280"/>
                      <a:pt x="76" y="282"/>
                      <a:pt x="75" y="282"/>
                    </a:cubicBezTo>
                    <a:cubicBezTo>
                      <a:pt x="71" y="282"/>
                      <a:pt x="70" y="279"/>
                      <a:pt x="68" y="278"/>
                    </a:cubicBezTo>
                    <a:cubicBezTo>
                      <a:pt x="54" y="274"/>
                      <a:pt x="41" y="261"/>
                      <a:pt x="37" y="246"/>
                    </a:cubicBezTo>
                    <a:cubicBezTo>
                      <a:pt x="33" y="233"/>
                      <a:pt x="32" y="224"/>
                      <a:pt x="27" y="214"/>
                    </a:cubicBezTo>
                    <a:cubicBezTo>
                      <a:pt x="24" y="208"/>
                      <a:pt x="21" y="192"/>
                      <a:pt x="14" y="192"/>
                    </a:cubicBezTo>
                    <a:cubicBezTo>
                      <a:pt x="9" y="192"/>
                      <a:pt x="12" y="194"/>
                      <a:pt x="8" y="192"/>
                    </a:cubicBezTo>
                    <a:cubicBezTo>
                      <a:pt x="7" y="192"/>
                      <a:pt x="8" y="190"/>
                      <a:pt x="8" y="189"/>
                    </a:cubicBezTo>
                    <a:cubicBezTo>
                      <a:pt x="8" y="183"/>
                      <a:pt x="9" y="179"/>
                      <a:pt x="10" y="172"/>
                    </a:cubicBezTo>
                    <a:cubicBezTo>
                      <a:pt x="11" y="172"/>
                      <a:pt x="11" y="172"/>
                      <a:pt x="11" y="172"/>
                    </a:cubicBezTo>
                    <a:lnTo>
                      <a:pt x="12" y="172"/>
                    </a:ln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01" name="îṥļîḑé-Freeform: Shape 52"/>
              <p:cNvSpPr>
                <a:spLocks/>
              </p:cNvSpPr>
              <p:nvPr/>
            </p:nvSpPr>
            <p:spPr bwMode="auto">
              <a:xfrm>
                <a:off x="5639417" y="4585121"/>
                <a:ext cx="32581" cy="31104"/>
              </a:xfrm>
              <a:custGeom>
                <a:avLst/>
                <a:gdLst/>
                <a:ahLst/>
                <a:cxnLst>
                  <a:cxn ang="0">
                    <a:pos x="12" y="17"/>
                  </a:cxn>
                  <a:cxn ang="0">
                    <a:pos x="9" y="11"/>
                  </a:cxn>
                  <a:cxn ang="0">
                    <a:pos x="0" y="6"/>
                  </a:cxn>
                  <a:cxn ang="0">
                    <a:pos x="9" y="0"/>
                  </a:cxn>
                  <a:cxn ang="0">
                    <a:pos x="20" y="15"/>
                  </a:cxn>
                  <a:cxn ang="0">
                    <a:pos x="21" y="19"/>
                  </a:cxn>
                  <a:cxn ang="0">
                    <a:pos x="17" y="19"/>
                  </a:cxn>
                  <a:cxn ang="0">
                    <a:pos x="12" y="17"/>
                  </a:cxn>
                </a:cxnLst>
                <a:rect l="0" t="0" r="r" b="b"/>
                <a:pathLst>
                  <a:path w="21" h="19">
                    <a:moveTo>
                      <a:pt x="12" y="17"/>
                    </a:moveTo>
                    <a:cubicBezTo>
                      <a:pt x="11" y="17"/>
                      <a:pt x="9" y="12"/>
                      <a:pt x="9" y="11"/>
                    </a:cubicBezTo>
                    <a:cubicBezTo>
                      <a:pt x="7" y="7"/>
                      <a:pt x="0" y="9"/>
                      <a:pt x="0" y="6"/>
                    </a:cubicBezTo>
                    <a:cubicBezTo>
                      <a:pt x="0" y="3"/>
                      <a:pt x="6" y="0"/>
                      <a:pt x="9" y="0"/>
                    </a:cubicBezTo>
                    <a:cubicBezTo>
                      <a:pt x="11" y="7"/>
                      <a:pt x="14" y="15"/>
                      <a:pt x="20" y="15"/>
                    </a:cubicBezTo>
                    <a:cubicBezTo>
                      <a:pt x="20" y="16"/>
                      <a:pt x="20" y="18"/>
                      <a:pt x="21" y="19"/>
                    </a:cubicBezTo>
                    <a:cubicBezTo>
                      <a:pt x="20" y="19"/>
                      <a:pt x="18" y="19"/>
                      <a:pt x="17" y="19"/>
                    </a:cubicBezTo>
                    <a:cubicBezTo>
                      <a:pt x="15" y="19"/>
                      <a:pt x="14" y="17"/>
                      <a:pt x="12" y="17"/>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02" name="îṥļîḑé-Freeform: Shape 53"/>
              <p:cNvSpPr>
                <a:spLocks/>
              </p:cNvSpPr>
              <p:nvPr/>
            </p:nvSpPr>
            <p:spPr bwMode="auto">
              <a:xfrm>
                <a:off x="5689246" y="4608449"/>
                <a:ext cx="13416" cy="13609"/>
              </a:xfrm>
              <a:custGeom>
                <a:avLst/>
                <a:gdLst/>
                <a:ahLst/>
                <a:cxnLst>
                  <a:cxn ang="0">
                    <a:pos x="1" y="0"/>
                  </a:cxn>
                  <a:cxn ang="0">
                    <a:pos x="5" y="0"/>
                  </a:cxn>
                  <a:cxn ang="0">
                    <a:pos x="9" y="3"/>
                  </a:cxn>
                  <a:cxn ang="0">
                    <a:pos x="4" y="8"/>
                  </a:cxn>
                  <a:cxn ang="0">
                    <a:pos x="1" y="3"/>
                  </a:cxn>
                  <a:cxn ang="0">
                    <a:pos x="1" y="0"/>
                  </a:cxn>
                </a:cxnLst>
                <a:rect l="0" t="0" r="r" b="b"/>
                <a:pathLst>
                  <a:path w="9" h="8">
                    <a:moveTo>
                      <a:pt x="1" y="0"/>
                    </a:moveTo>
                    <a:cubicBezTo>
                      <a:pt x="2" y="0"/>
                      <a:pt x="4" y="0"/>
                      <a:pt x="5" y="0"/>
                    </a:cubicBezTo>
                    <a:cubicBezTo>
                      <a:pt x="6" y="0"/>
                      <a:pt x="8" y="2"/>
                      <a:pt x="9" y="3"/>
                    </a:cubicBezTo>
                    <a:cubicBezTo>
                      <a:pt x="9" y="5"/>
                      <a:pt x="7" y="8"/>
                      <a:pt x="4" y="8"/>
                    </a:cubicBezTo>
                    <a:cubicBezTo>
                      <a:pt x="1" y="8"/>
                      <a:pt x="1" y="5"/>
                      <a:pt x="1" y="3"/>
                    </a:cubicBezTo>
                    <a:cubicBezTo>
                      <a:pt x="1" y="2"/>
                      <a:pt x="0" y="0"/>
                      <a:pt x="1" y="0"/>
                    </a:cubicBez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03" name="îṥļîḑé-Freeform: Shape 54"/>
              <p:cNvSpPr>
                <a:spLocks/>
              </p:cNvSpPr>
              <p:nvPr/>
            </p:nvSpPr>
            <p:spPr bwMode="auto">
              <a:xfrm>
                <a:off x="5511010" y="4577345"/>
                <a:ext cx="11499" cy="19440"/>
              </a:xfrm>
              <a:custGeom>
                <a:avLst/>
                <a:gdLst/>
                <a:ahLst/>
                <a:cxnLst>
                  <a:cxn ang="0">
                    <a:pos x="1" y="0"/>
                  </a:cxn>
                  <a:cxn ang="0">
                    <a:pos x="8" y="12"/>
                  </a:cxn>
                  <a:cxn ang="0">
                    <a:pos x="0" y="2"/>
                  </a:cxn>
                  <a:cxn ang="0">
                    <a:pos x="0" y="0"/>
                  </a:cxn>
                  <a:cxn ang="0">
                    <a:pos x="3" y="0"/>
                  </a:cxn>
                  <a:cxn ang="0">
                    <a:pos x="3" y="2"/>
                  </a:cxn>
                  <a:cxn ang="0">
                    <a:pos x="1" y="0"/>
                  </a:cxn>
                </a:cxnLst>
                <a:rect l="0" t="0" r="r" b="b"/>
                <a:pathLst>
                  <a:path w="8" h="12">
                    <a:moveTo>
                      <a:pt x="1" y="0"/>
                    </a:moveTo>
                    <a:cubicBezTo>
                      <a:pt x="5" y="4"/>
                      <a:pt x="8" y="7"/>
                      <a:pt x="8" y="12"/>
                    </a:cubicBezTo>
                    <a:cubicBezTo>
                      <a:pt x="5" y="12"/>
                      <a:pt x="0" y="5"/>
                      <a:pt x="0" y="2"/>
                    </a:cubicBezTo>
                    <a:cubicBezTo>
                      <a:pt x="0" y="1"/>
                      <a:pt x="0" y="1"/>
                      <a:pt x="0" y="0"/>
                    </a:cubicBezTo>
                    <a:cubicBezTo>
                      <a:pt x="3" y="0"/>
                      <a:pt x="3" y="0"/>
                      <a:pt x="3" y="0"/>
                    </a:cubicBezTo>
                    <a:cubicBezTo>
                      <a:pt x="3" y="1"/>
                      <a:pt x="3" y="2"/>
                      <a:pt x="3" y="2"/>
                    </a:cubicBezTo>
                    <a:lnTo>
                      <a:pt x="1" y="0"/>
                    </a:ln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04" name="îṥļîḑé-Freeform: Shape 55"/>
              <p:cNvSpPr>
                <a:spLocks/>
              </p:cNvSpPr>
              <p:nvPr/>
            </p:nvSpPr>
            <p:spPr bwMode="auto">
              <a:xfrm>
                <a:off x="5484178" y="4532633"/>
                <a:ext cx="19165" cy="19440"/>
              </a:xfrm>
              <a:custGeom>
                <a:avLst/>
                <a:gdLst/>
                <a:ahLst/>
                <a:cxnLst>
                  <a:cxn ang="0">
                    <a:pos x="2" y="0"/>
                  </a:cxn>
                  <a:cxn ang="0">
                    <a:pos x="8" y="11"/>
                  </a:cxn>
                  <a:cxn ang="0">
                    <a:pos x="0" y="1"/>
                  </a:cxn>
                  <a:cxn ang="0">
                    <a:pos x="0" y="1"/>
                  </a:cxn>
                  <a:cxn ang="0">
                    <a:pos x="2" y="0"/>
                  </a:cxn>
                </a:cxnLst>
                <a:rect l="0" t="0" r="r" b="b"/>
                <a:pathLst>
                  <a:path w="12" h="11">
                    <a:moveTo>
                      <a:pt x="2" y="0"/>
                    </a:moveTo>
                    <a:cubicBezTo>
                      <a:pt x="5" y="2"/>
                      <a:pt x="12" y="11"/>
                      <a:pt x="8" y="11"/>
                    </a:cubicBezTo>
                    <a:cubicBezTo>
                      <a:pt x="6" y="11"/>
                      <a:pt x="1" y="4"/>
                      <a:pt x="0" y="1"/>
                    </a:cubicBezTo>
                    <a:cubicBezTo>
                      <a:pt x="0" y="1"/>
                      <a:pt x="0" y="1"/>
                      <a:pt x="0" y="1"/>
                    </a:cubicBezTo>
                    <a:lnTo>
                      <a:pt x="2" y="0"/>
                    </a:lnTo>
                    <a:close/>
                  </a:path>
                </a:pathLst>
              </a:custGeom>
              <a:solidFill>
                <a:schemeClr val="accent6">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05" name="îṥļîḑé-Freeform: Shape 56"/>
              <p:cNvSpPr>
                <a:spLocks/>
              </p:cNvSpPr>
              <p:nvPr/>
            </p:nvSpPr>
            <p:spPr bwMode="auto">
              <a:xfrm>
                <a:off x="6130044" y="3832790"/>
                <a:ext cx="49829" cy="60265"/>
              </a:xfrm>
              <a:custGeom>
                <a:avLst/>
                <a:gdLst/>
                <a:ahLst/>
                <a:cxnLst>
                  <a:cxn ang="0">
                    <a:pos x="12" y="22"/>
                  </a:cxn>
                  <a:cxn ang="0">
                    <a:pos x="14" y="16"/>
                  </a:cxn>
                  <a:cxn ang="0">
                    <a:pos x="10" y="10"/>
                  </a:cxn>
                  <a:cxn ang="0">
                    <a:pos x="10" y="14"/>
                  </a:cxn>
                  <a:cxn ang="0">
                    <a:pos x="5" y="16"/>
                  </a:cxn>
                  <a:cxn ang="0">
                    <a:pos x="0" y="11"/>
                  </a:cxn>
                  <a:cxn ang="0">
                    <a:pos x="14" y="0"/>
                  </a:cxn>
                  <a:cxn ang="0">
                    <a:pos x="26" y="3"/>
                  </a:cxn>
                  <a:cxn ang="0">
                    <a:pos x="26" y="8"/>
                  </a:cxn>
                  <a:cxn ang="0">
                    <a:pos x="30" y="11"/>
                  </a:cxn>
                  <a:cxn ang="0">
                    <a:pos x="30" y="16"/>
                  </a:cxn>
                  <a:cxn ang="0">
                    <a:pos x="26" y="16"/>
                  </a:cxn>
                  <a:cxn ang="0">
                    <a:pos x="15" y="37"/>
                  </a:cxn>
                  <a:cxn ang="0">
                    <a:pos x="14" y="33"/>
                  </a:cxn>
                  <a:cxn ang="0">
                    <a:pos x="14" y="36"/>
                  </a:cxn>
                  <a:cxn ang="0">
                    <a:pos x="7" y="29"/>
                  </a:cxn>
                  <a:cxn ang="0">
                    <a:pos x="12" y="22"/>
                  </a:cxn>
                </a:cxnLst>
                <a:rect l="0" t="0" r="r" b="b"/>
                <a:pathLst>
                  <a:path w="30" h="37">
                    <a:moveTo>
                      <a:pt x="12" y="22"/>
                    </a:moveTo>
                    <a:cubicBezTo>
                      <a:pt x="14" y="16"/>
                      <a:pt x="14" y="16"/>
                      <a:pt x="14" y="16"/>
                    </a:cubicBezTo>
                    <a:cubicBezTo>
                      <a:pt x="11" y="15"/>
                      <a:pt x="11" y="12"/>
                      <a:pt x="10" y="10"/>
                    </a:cubicBezTo>
                    <a:cubicBezTo>
                      <a:pt x="10" y="11"/>
                      <a:pt x="9" y="13"/>
                      <a:pt x="10" y="14"/>
                    </a:cubicBezTo>
                    <a:cubicBezTo>
                      <a:pt x="8" y="14"/>
                      <a:pt x="6" y="16"/>
                      <a:pt x="5" y="16"/>
                    </a:cubicBezTo>
                    <a:cubicBezTo>
                      <a:pt x="3" y="16"/>
                      <a:pt x="0" y="13"/>
                      <a:pt x="0" y="11"/>
                    </a:cubicBezTo>
                    <a:cubicBezTo>
                      <a:pt x="0" y="8"/>
                      <a:pt x="13" y="0"/>
                      <a:pt x="14" y="0"/>
                    </a:cubicBezTo>
                    <a:cubicBezTo>
                      <a:pt x="18" y="0"/>
                      <a:pt x="20" y="3"/>
                      <a:pt x="26" y="3"/>
                    </a:cubicBezTo>
                    <a:cubicBezTo>
                      <a:pt x="26" y="5"/>
                      <a:pt x="25" y="8"/>
                      <a:pt x="26" y="8"/>
                    </a:cubicBezTo>
                    <a:cubicBezTo>
                      <a:pt x="30" y="11"/>
                      <a:pt x="30" y="11"/>
                      <a:pt x="30" y="11"/>
                    </a:cubicBezTo>
                    <a:cubicBezTo>
                      <a:pt x="30" y="13"/>
                      <a:pt x="29" y="14"/>
                      <a:pt x="30" y="16"/>
                    </a:cubicBezTo>
                    <a:cubicBezTo>
                      <a:pt x="29" y="16"/>
                      <a:pt x="27" y="16"/>
                      <a:pt x="26" y="16"/>
                    </a:cubicBezTo>
                    <a:cubicBezTo>
                      <a:pt x="25" y="24"/>
                      <a:pt x="21" y="37"/>
                      <a:pt x="15" y="37"/>
                    </a:cubicBezTo>
                    <a:cubicBezTo>
                      <a:pt x="14" y="37"/>
                      <a:pt x="14" y="35"/>
                      <a:pt x="14" y="33"/>
                    </a:cubicBezTo>
                    <a:cubicBezTo>
                      <a:pt x="14" y="36"/>
                      <a:pt x="14" y="36"/>
                      <a:pt x="14" y="36"/>
                    </a:cubicBezTo>
                    <a:cubicBezTo>
                      <a:pt x="10" y="36"/>
                      <a:pt x="7" y="31"/>
                      <a:pt x="7" y="29"/>
                    </a:cubicBezTo>
                    <a:cubicBezTo>
                      <a:pt x="7" y="28"/>
                      <a:pt x="12" y="22"/>
                      <a:pt x="12" y="22"/>
                    </a:cubicBezTo>
                    <a:close/>
                  </a:path>
                </a:pathLst>
              </a:custGeom>
              <a:solidFill>
                <a:srgbClr val="A0DBCE"/>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06" name="îṥļîḑé-Freeform: Shape 57"/>
              <p:cNvSpPr>
                <a:spLocks/>
              </p:cNvSpPr>
              <p:nvPr/>
            </p:nvSpPr>
            <p:spPr bwMode="auto">
              <a:xfrm>
                <a:off x="6187539" y="3817238"/>
                <a:ext cx="51746" cy="36937"/>
              </a:xfrm>
              <a:custGeom>
                <a:avLst/>
                <a:gdLst/>
                <a:ahLst/>
                <a:cxnLst>
                  <a:cxn ang="0">
                    <a:pos x="23" y="15"/>
                  </a:cxn>
                  <a:cxn ang="0">
                    <a:pos x="17" y="12"/>
                  </a:cxn>
                  <a:cxn ang="0">
                    <a:pos x="6" y="23"/>
                  </a:cxn>
                  <a:cxn ang="0">
                    <a:pos x="3" y="17"/>
                  </a:cxn>
                  <a:cxn ang="0">
                    <a:pos x="0" y="12"/>
                  </a:cxn>
                  <a:cxn ang="0">
                    <a:pos x="8" y="5"/>
                  </a:cxn>
                  <a:cxn ang="0">
                    <a:pos x="23" y="0"/>
                  </a:cxn>
                  <a:cxn ang="0">
                    <a:pos x="23" y="15"/>
                  </a:cxn>
                </a:cxnLst>
                <a:rect l="0" t="0" r="r" b="b"/>
                <a:pathLst>
                  <a:path w="33" h="23">
                    <a:moveTo>
                      <a:pt x="23" y="15"/>
                    </a:moveTo>
                    <a:cubicBezTo>
                      <a:pt x="20" y="15"/>
                      <a:pt x="18" y="13"/>
                      <a:pt x="17" y="12"/>
                    </a:cubicBezTo>
                    <a:cubicBezTo>
                      <a:pt x="13" y="16"/>
                      <a:pt x="12" y="23"/>
                      <a:pt x="6" y="23"/>
                    </a:cubicBezTo>
                    <a:cubicBezTo>
                      <a:pt x="4" y="23"/>
                      <a:pt x="3" y="19"/>
                      <a:pt x="3" y="17"/>
                    </a:cubicBezTo>
                    <a:cubicBezTo>
                      <a:pt x="1" y="15"/>
                      <a:pt x="0" y="14"/>
                      <a:pt x="0" y="12"/>
                    </a:cubicBezTo>
                    <a:cubicBezTo>
                      <a:pt x="0" y="12"/>
                      <a:pt x="8" y="6"/>
                      <a:pt x="8" y="5"/>
                    </a:cubicBezTo>
                    <a:cubicBezTo>
                      <a:pt x="16" y="7"/>
                      <a:pt x="17" y="0"/>
                      <a:pt x="23" y="0"/>
                    </a:cubicBezTo>
                    <a:cubicBezTo>
                      <a:pt x="33" y="0"/>
                      <a:pt x="28" y="15"/>
                      <a:pt x="23" y="15"/>
                    </a:cubicBezTo>
                    <a:close/>
                  </a:path>
                </a:pathLst>
              </a:custGeom>
              <a:solidFill>
                <a:srgbClr val="A0DBCE"/>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07" name="îṥļîḑé-Freeform: Shape 58"/>
              <p:cNvSpPr>
                <a:spLocks/>
              </p:cNvSpPr>
              <p:nvPr/>
            </p:nvSpPr>
            <p:spPr bwMode="auto">
              <a:xfrm>
                <a:off x="6158791" y="3651997"/>
                <a:ext cx="224232" cy="188570"/>
              </a:xfrm>
              <a:custGeom>
                <a:avLst/>
                <a:gdLst/>
                <a:ahLst/>
                <a:cxnLst>
                  <a:cxn ang="0">
                    <a:pos x="55" y="110"/>
                  </a:cxn>
                  <a:cxn ang="0">
                    <a:pos x="55" y="107"/>
                  </a:cxn>
                  <a:cxn ang="0">
                    <a:pos x="56" y="99"/>
                  </a:cxn>
                  <a:cxn ang="0">
                    <a:pos x="43" y="95"/>
                  </a:cxn>
                  <a:cxn ang="0">
                    <a:pos x="39" y="99"/>
                  </a:cxn>
                  <a:cxn ang="0">
                    <a:pos x="29" y="100"/>
                  </a:cxn>
                  <a:cxn ang="0">
                    <a:pos x="6" y="106"/>
                  </a:cxn>
                  <a:cxn ang="0">
                    <a:pos x="0" y="104"/>
                  </a:cxn>
                  <a:cxn ang="0">
                    <a:pos x="5" y="101"/>
                  </a:cxn>
                  <a:cxn ang="0">
                    <a:pos x="30" y="84"/>
                  </a:cxn>
                  <a:cxn ang="0">
                    <a:pos x="57" y="84"/>
                  </a:cxn>
                  <a:cxn ang="0">
                    <a:pos x="72" y="70"/>
                  </a:cxn>
                  <a:cxn ang="0">
                    <a:pos x="79" y="59"/>
                  </a:cxn>
                  <a:cxn ang="0">
                    <a:pos x="77" y="64"/>
                  </a:cxn>
                  <a:cxn ang="0">
                    <a:pos x="79" y="66"/>
                  </a:cxn>
                  <a:cxn ang="0">
                    <a:pos x="92" y="60"/>
                  </a:cxn>
                  <a:cxn ang="0">
                    <a:pos x="116" y="25"/>
                  </a:cxn>
                  <a:cxn ang="0">
                    <a:pos x="114" y="19"/>
                  </a:cxn>
                  <a:cxn ang="0">
                    <a:pos x="125" y="3"/>
                  </a:cxn>
                  <a:cxn ang="0">
                    <a:pos x="130" y="4"/>
                  </a:cxn>
                  <a:cxn ang="0">
                    <a:pos x="129" y="4"/>
                  </a:cxn>
                  <a:cxn ang="0">
                    <a:pos x="128" y="0"/>
                  </a:cxn>
                  <a:cxn ang="0">
                    <a:pos x="133" y="2"/>
                  </a:cxn>
                  <a:cxn ang="0">
                    <a:pos x="134" y="11"/>
                  </a:cxn>
                  <a:cxn ang="0">
                    <a:pos x="140" y="26"/>
                  </a:cxn>
                  <a:cxn ang="0">
                    <a:pos x="134" y="40"/>
                  </a:cxn>
                  <a:cxn ang="0">
                    <a:pos x="134" y="43"/>
                  </a:cxn>
                  <a:cxn ang="0">
                    <a:pos x="130" y="44"/>
                  </a:cxn>
                  <a:cxn ang="0">
                    <a:pos x="127" y="63"/>
                  </a:cxn>
                  <a:cxn ang="0">
                    <a:pos x="122" y="76"/>
                  </a:cxn>
                  <a:cxn ang="0">
                    <a:pos x="125" y="84"/>
                  </a:cxn>
                  <a:cxn ang="0">
                    <a:pos x="114" y="93"/>
                  </a:cxn>
                  <a:cxn ang="0">
                    <a:pos x="114" y="86"/>
                  </a:cxn>
                  <a:cxn ang="0">
                    <a:pos x="102" y="96"/>
                  </a:cxn>
                  <a:cxn ang="0">
                    <a:pos x="100" y="94"/>
                  </a:cxn>
                  <a:cxn ang="0">
                    <a:pos x="96" y="94"/>
                  </a:cxn>
                  <a:cxn ang="0">
                    <a:pos x="87" y="100"/>
                  </a:cxn>
                  <a:cxn ang="0">
                    <a:pos x="74" y="92"/>
                  </a:cxn>
                  <a:cxn ang="0">
                    <a:pos x="72" y="96"/>
                  </a:cxn>
                  <a:cxn ang="0">
                    <a:pos x="76" y="103"/>
                  </a:cxn>
                  <a:cxn ang="0">
                    <a:pos x="72" y="103"/>
                  </a:cxn>
                  <a:cxn ang="0">
                    <a:pos x="61" y="115"/>
                  </a:cxn>
                  <a:cxn ang="0">
                    <a:pos x="55" y="110"/>
                  </a:cxn>
                </a:cxnLst>
                <a:rect l="0" t="0" r="r" b="b"/>
                <a:pathLst>
                  <a:path w="140" h="115">
                    <a:moveTo>
                      <a:pt x="55" y="110"/>
                    </a:moveTo>
                    <a:cubicBezTo>
                      <a:pt x="53" y="110"/>
                      <a:pt x="55" y="108"/>
                      <a:pt x="55" y="107"/>
                    </a:cubicBezTo>
                    <a:cubicBezTo>
                      <a:pt x="55" y="104"/>
                      <a:pt x="56" y="101"/>
                      <a:pt x="56" y="99"/>
                    </a:cubicBezTo>
                    <a:cubicBezTo>
                      <a:pt x="51" y="98"/>
                      <a:pt x="48" y="95"/>
                      <a:pt x="43" y="95"/>
                    </a:cubicBezTo>
                    <a:cubicBezTo>
                      <a:pt x="40" y="95"/>
                      <a:pt x="40" y="98"/>
                      <a:pt x="39" y="99"/>
                    </a:cubicBezTo>
                    <a:cubicBezTo>
                      <a:pt x="35" y="100"/>
                      <a:pt x="32" y="98"/>
                      <a:pt x="29" y="100"/>
                    </a:cubicBezTo>
                    <a:cubicBezTo>
                      <a:pt x="23" y="103"/>
                      <a:pt x="15" y="106"/>
                      <a:pt x="6" y="106"/>
                    </a:cubicBezTo>
                    <a:cubicBezTo>
                      <a:pt x="3" y="106"/>
                      <a:pt x="0" y="106"/>
                      <a:pt x="0" y="104"/>
                    </a:cubicBezTo>
                    <a:cubicBezTo>
                      <a:pt x="0" y="103"/>
                      <a:pt x="4" y="102"/>
                      <a:pt x="5" y="101"/>
                    </a:cubicBezTo>
                    <a:cubicBezTo>
                      <a:pt x="15" y="95"/>
                      <a:pt x="19" y="84"/>
                      <a:pt x="30" y="84"/>
                    </a:cubicBezTo>
                    <a:cubicBezTo>
                      <a:pt x="43" y="84"/>
                      <a:pt x="47" y="84"/>
                      <a:pt x="57" y="84"/>
                    </a:cubicBezTo>
                    <a:cubicBezTo>
                      <a:pt x="65" y="84"/>
                      <a:pt x="68" y="70"/>
                      <a:pt x="72" y="70"/>
                    </a:cubicBezTo>
                    <a:cubicBezTo>
                      <a:pt x="72" y="70"/>
                      <a:pt x="78" y="60"/>
                      <a:pt x="79" y="59"/>
                    </a:cubicBezTo>
                    <a:cubicBezTo>
                      <a:pt x="78" y="61"/>
                      <a:pt x="77" y="62"/>
                      <a:pt x="77" y="64"/>
                    </a:cubicBezTo>
                    <a:cubicBezTo>
                      <a:pt x="77" y="65"/>
                      <a:pt x="78" y="66"/>
                      <a:pt x="79" y="66"/>
                    </a:cubicBezTo>
                    <a:cubicBezTo>
                      <a:pt x="86" y="66"/>
                      <a:pt x="87" y="62"/>
                      <a:pt x="92" y="60"/>
                    </a:cubicBezTo>
                    <a:cubicBezTo>
                      <a:pt x="101" y="57"/>
                      <a:pt x="116" y="39"/>
                      <a:pt x="116" y="25"/>
                    </a:cubicBezTo>
                    <a:cubicBezTo>
                      <a:pt x="116" y="22"/>
                      <a:pt x="114" y="22"/>
                      <a:pt x="114" y="19"/>
                    </a:cubicBezTo>
                    <a:cubicBezTo>
                      <a:pt x="114" y="14"/>
                      <a:pt x="119" y="3"/>
                      <a:pt x="125" y="3"/>
                    </a:cubicBezTo>
                    <a:cubicBezTo>
                      <a:pt x="125" y="3"/>
                      <a:pt x="125" y="9"/>
                      <a:pt x="130" y="4"/>
                    </a:cubicBezTo>
                    <a:cubicBezTo>
                      <a:pt x="130" y="4"/>
                      <a:pt x="129" y="4"/>
                      <a:pt x="129" y="4"/>
                    </a:cubicBezTo>
                    <a:cubicBezTo>
                      <a:pt x="128" y="4"/>
                      <a:pt x="127" y="0"/>
                      <a:pt x="128" y="0"/>
                    </a:cubicBezTo>
                    <a:cubicBezTo>
                      <a:pt x="131" y="0"/>
                      <a:pt x="133" y="1"/>
                      <a:pt x="133" y="2"/>
                    </a:cubicBezTo>
                    <a:cubicBezTo>
                      <a:pt x="135" y="5"/>
                      <a:pt x="134" y="8"/>
                      <a:pt x="134" y="11"/>
                    </a:cubicBezTo>
                    <a:cubicBezTo>
                      <a:pt x="134" y="17"/>
                      <a:pt x="140" y="20"/>
                      <a:pt x="140" y="26"/>
                    </a:cubicBezTo>
                    <a:cubicBezTo>
                      <a:pt x="140" y="33"/>
                      <a:pt x="134" y="34"/>
                      <a:pt x="134" y="40"/>
                    </a:cubicBezTo>
                    <a:cubicBezTo>
                      <a:pt x="134" y="41"/>
                      <a:pt x="134" y="42"/>
                      <a:pt x="134" y="43"/>
                    </a:cubicBezTo>
                    <a:cubicBezTo>
                      <a:pt x="133" y="44"/>
                      <a:pt x="132" y="43"/>
                      <a:pt x="130" y="44"/>
                    </a:cubicBezTo>
                    <a:cubicBezTo>
                      <a:pt x="126" y="45"/>
                      <a:pt x="127" y="59"/>
                      <a:pt x="127" y="63"/>
                    </a:cubicBezTo>
                    <a:cubicBezTo>
                      <a:pt x="127" y="67"/>
                      <a:pt x="122" y="70"/>
                      <a:pt x="122" y="76"/>
                    </a:cubicBezTo>
                    <a:cubicBezTo>
                      <a:pt x="122" y="80"/>
                      <a:pt x="124" y="81"/>
                      <a:pt x="125" y="84"/>
                    </a:cubicBezTo>
                    <a:cubicBezTo>
                      <a:pt x="119" y="87"/>
                      <a:pt x="119" y="91"/>
                      <a:pt x="114" y="93"/>
                    </a:cubicBezTo>
                    <a:cubicBezTo>
                      <a:pt x="112" y="89"/>
                      <a:pt x="114" y="89"/>
                      <a:pt x="114" y="86"/>
                    </a:cubicBezTo>
                    <a:cubicBezTo>
                      <a:pt x="108" y="90"/>
                      <a:pt x="104" y="90"/>
                      <a:pt x="102" y="96"/>
                    </a:cubicBezTo>
                    <a:cubicBezTo>
                      <a:pt x="102" y="96"/>
                      <a:pt x="100" y="95"/>
                      <a:pt x="100" y="94"/>
                    </a:cubicBezTo>
                    <a:cubicBezTo>
                      <a:pt x="96" y="94"/>
                      <a:pt x="96" y="94"/>
                      <a:pt x="96" y="94"/>
                    </a:cubicBezTo>
                    <a:cubicBezTo>
                      <a:pt x="93" y="97"/>
                      <a:pt x="91" y="100"/>
                      <a:pt x="87" y="100"/>
                    </a:cubicBezTo>
                    <a:cubicBezTo>
                      <a:pt x="78" y="100"/>
                      <a:pt x="78" y="92"/>
                      <a:pt x="74" y="92"/>
                    </a:cubicBezTo>
                    <a:cubicBezTo>
                      <a:pt x="73" y="92"/>
                      <a:pt x="72" y="94"/>
                      <a:pt x="72" y="96"/>
                    </a:cubicBezTo>
                    <a:cubicBezTo>
                      <a:pt x="72" y="97"/>
                      <a:pt x="76" y="103"/>
                      <a:pt x="76" y="103"/>
                    </a:cubicBezTo>
                    <a:cubicBezTo>
                      <a:pt x="75" y="103"/>
                      <a:pt x="73" y="103"/>
                      <a:pt x="72" y="103"/>
                    </a:cubicBezTo>
                    <a:cubicBezTo>
                      <a:pt x="68" y="103"/>
                      <a:pt x="63" y="110"/>
                      <a:pt x="61" y="115"/>
                    </a:cubicBezTo>
                    <a:cubicBezTo>
                      <a:pt x="57" y="114"/>
                      <a:pt x="58" y="110"/>
                      <a:pt x="55" y="110"/>
                    </a:cubicBezTo>
                    <a:close/>
                  </a:path>
                </a:pathLst>
              </a:custGeom>
              <a:solidFill>
                <a:srgbClr val="A0DBCE"/>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08" name="îṥļîḑé-Freeform: Shape 59"/>
              <p:cNvSpPr>
                <a:spLocks/>
              </p:cNvSpPr>
              <p:nvPr/>
            </p:nvSpPr>
            <p:spPr bwMode="auto">
              <a:xfrm>
                <a:off x="6338943" y="3550908"/>
                <a:ext cx="116908" cy="99145"/>
              </a:xfrm>
              <a:custGeom>
                <a:avLst/>
                <a:gdLst/>
                <a:ahLst/>
                <a:cxnLst>
                  <a:cxn ang="0">
                    <a:pos x="11" y="33"/>
                  </a:cxn>
                  <a:cxn ang="0">
                    <a:pos x="15" y="33"/>
                  </a:cxn>
                  <a:cxn ang="0">
                    <a:pos x="26" y="10"/>
                  </a:cxn>
                  <a:cxn ang="0">
                    <a:pos x="23" y="6"/>
                  </a:cxn>
                  <a:cxn ang="0">
                    <a:pos x="26" y="0"/>
                  </a:cxn>
                  <a:cxn ang="0">
                    <a:pos x="60" y="22"/>
                  </a:cxn>
                  <a:cxn ang="0">
                    <a:pos x="70" y="21"/>
                  </a:cxn>
                  <a:cxn ang="0">
                    <a:pos x="67" y="26"/>
                  </a:cxn>
                  <a:cxn ang="0">
                    <a:pos x="72" y="32"/>
                  </a:cxn>
                  <a:cxn ang="0">
                    <a:pos x="59" y="36"/>
                  </a:cxn>
                  <a:cxn ang="0">
                    <a:pos x="43" y="51"/>
                  </a:cxn>
                  <a:cxn ang="0">
                    <a:pos x="24" y="41"/>
                  </a:cxn>
                  <a:cxn ang="0">
                    <a:pos x="21" y="45"/>
                  </a:cxn>
                  <a:cxn ang="0">
                    <a:pos x="8" y="48"/>
                  </a:cxn>
                  <a:cxn ang="0">
                    <a:pos x="16" y="54"/>
                  </a:cxn>
                  <a:cxn ang="0">
                    <a:pos x="5" y="61"/>
                  </a:cxn>
                  <a:cxn ang="0">
                    <a:pos x="3" y="61"/>
                  </a:cxn>
                  <a:cxn ang="0">
                    <a:pos x="3" y="51"/>
                  </a:cxn>
                  <a:cxn ang="0">
                    <a:pos x="0" y="46"/>
                  </a:cxn>
                  <a:cxn ang="0">
                    <a:pos x="8" y="35"/>
                  </a:cxn>
                  <a:cxn ang="0">
                    <a:pos x="8" y="32"/>
                  </a:cxn>
                  <a:cxn ang="0">
                    <a:pos x="12" y="34"/>
                  </a:cxn>
                  <a:cxn ang="0">
                    <a:pos x="11" y="33"/>
                  </a:cxn>
                </a:cxnLst>
                <a:rect l="0" t="0" r="r" b="b"/>
                <a:pathLst>
                  <a:path w="72" h="61">
                    <a:moveTo>
                      <a:pt x="11" y="33"/>
                    </a:moveTo>
                    <a:cubicBezTo>
                      <a:pt x="12" y="33"/>
                      <a:pt x="14" y="33"/>
                      <a:pt x="15" y="33"/>
                    </a:cubicBezTo>
                    <a:cubicBezTo>
                      <a:pt x="23" y="33"/>
                      <a:pt x="26" y="16"/>
                      <a:pt x="26" y="10"/>
                    </a:cubicBezTo>
                    <a:cubicBezTo>
                      <a:pt x="26" y="8"/>
                      <a:pt x="23" y="7"/>
                      <a:pt x="23" y="6"/>
                    </a:cubicBezTo>
                    <a:cubicBezTo>
                      <a:pt x="23" y="2"/>
                      <a:pt x="25" y="1"/>
                      <a:pt x="26" y="0"/>
                    </a:cubicBezTo>
                    <a:cubicBezTo>
                      <a:pt x="38" y="8"/>
                      <a:pt x="43" y="22"/>
                      <a:pt x="60" y="22"/>
                    </a:cubicBezTo>
                    <a:cubicBezTo>
                      <a:pt x="64" y="22"/>
                      <a:pt x="67" y="19"/>
                      <a:pt x="70" y="21"/>
                    </a:cubicBezTo>
                    <a:cubicBezTo>
                      <a:pt x="69" y="23"/>
                      <a:pt x="67" y="24"/>
                      <a:pt x="67" y="26"/>
                    </a:cubicBezTo>
                    <a:cubicBezTo>
                      <a:pt x="67" y="29"/>
                      <a:pt x="71" y="32"/>
                      <a:pt x="72" y="32"/>
                    </a:cubicBezTo>
                    <a:cubicBezTo>
                      <a:pt x="68" y="35"/>
                      <a:pt x="65" y="36"/>
                      <a:pt x="59" y="36"/>
                    </a:cubicBezTo>
                    <a:cubicBezTo>
                      <a:pt x="49" y="36"/>
                      <a:pt x="46" y="46"/>
                      <a:pt x="43" y="51"/>
                    </a:cubicBezTo>
                    <a:cubicBezTo>
                      <a:pt x="36" y="47"/>
                      <a:pt x="31" y="46"/>
                      <a:pt x="24" y="41"/>
                    </a:cubicBezTo>
                    <a:cubicBezTo>
                      <a:pt x="23" y="42"/>
                      <a:pt x="21" y="43"/>
                      <a:pt x="21" y="45"/>
                    </a:cubicBezTo>
                    <a:cubicBezTo>
                      <a:pt x="15" y="45"/>
                      <a:pt x="8" y="40"/>
                      <a:pt x="8" y="48"/>
                    </a:cubicBezTo>
                    <a:cubicBezTo>
                      <a:pt x="8" y="52"/>
                      <a:pt x="14" y="52"/>
                      <a:pt x="16" y="54"/>
                    </a:cubicBezTo>
                    <a:cubicBezTo>
                      <a:pt x="12" y="59"/>
                      <a:pt x="9" y="57"/>
                      <a:pt x="5" y="61"/>
                    </a:cubicBezTo>
                    <a:cubicBezTo>
                      <a:pt x="3" y="61"/>
                      <a:pt x="3" y="61"/>
                      <a:pt x="3" y="61"/>
                    </a:cubicBezTo>
                    <a:cubicBezTo>
                      <a:pt x="3" y="58"/>
                      <a:pt x="3" y="51"/>
                      <a:pt x="3" y="51"/>
                    </a:cubicBezTo>
                    <a:cubicBezTo>
                      <a:pt x="3" y="49"/>
                      <a:pt x="0" y="48"/>
                      <a:pt x="0" y="46"/>
                    </a:cubicBezTo>
                    <a:cubicBezTo>
                      <a:pt x="0" y="41"/>
                      <a:pt x="8" y="38"/>
                      <a:pt x="8" y="35"/>
                    </a:cubicBezTo>
                    <a:cubicBezTo>
                      <a:pt x="8" y="32"/>
                      <a:pt x="8" y="32"/>
                      <a:pt x="8" y="32"/>
                    </a:cubicBezTo>
                    <a:cubicBezTo>
                      <a:pt x="9" y="32"/>
                      <a:pt x="10" y="33"/>
                      <a:pt x="12" y="34"/>
                    </a:cubicBezTo>
                    <a:lnTo>
                      <a:pt x="11" y="33"/>
                    </a:lnTo>
                    <a:close/>
                  </a:path>
                </a:pathLst>
              </a:custGeom>
              <a:solidFill>
                <a:srgbClr val="A0DBCE"/>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09" name="îṥļîḑé-Freeform: Shape 60"/>
              <p:cNvSpPr>
                <a:spLocks/>
              </p:cNvSpPr>
              <p:nvPr/>
            </p:nvSpPr>
            <p:spPr bwMode="auto">
              <a:xfrm>
                <a:off x="6453933" y="3574236"/>
                <a:ext cx="19165" cy="17497"/>
              </a:xfrm>
              <a:custGeom>
                <a:avLst/>
                <a:gdLst/>
                <a:ahLst/>
                <a:cxnLst>
                  <a:cxn ang="0">
                    <a:pos x="10" y="0"/>
                  </a:cxn>
                  <a:cxn ang="0">
                    <a:pos x="12" y="2"/>
                  </a:cxn>
                  <a:cxn ang="0">
                    <a:pos x="1" y="11"/>
                  </a:cxn>
                  <a:cxn ang="0">
                    <a:pos x="1" y="7"/>
                  </a:cxn>
                  <a:cxn ang="0">
                    <a:pos x="11" y="0"/>
                  </a:cxn>
                  <a:cxn ang="0">
                    <a:pos x="10" y="0"/>
                  </a:cxn>
                </a:cxnLst>
                <a:rect l="0" t="0" r="r" b="b"/>
                <a:pathLst>
                  <a:path w="12" h="11">
                    <a:moveTo>
                      <a:pt x="10" y="0"/>
                    </a:moveTo>
                    <a:cubicBezTo>
                      <a:pt x="12" y="2"/>
                      <a:pt x="12" y="2"/>
                      <a:pt x="12" y="2"/>
                    </a:cubicBezTo>
                    <a:cubicBezTo>
                      <a:pt x="10" y="4"/>
                      <a:pt x="5" y="11"/>
                      <a:pt x="1" y="11"/>
                    </a:cubicBezTo>
                    <a:cubicBezTo>
                      <a:pt x="0" y="11"/>
                      <a:pt x="0" y="8"/>
                      <a:pt x="1" y="7"/>
                    </a:cubicBezTo>
                    <a:cubicBezTo>
                      <a:pt x="3" y="4"/>
                      <a:pt x="8" y="0"/>
                      <a:pt x="11" y="0"/>
                    </a:cubicBezTo>
                    <a:lnTo>
                      <a:pt x="10" y="0"/>
                    </a:lnTo>
                    <a:close/>
                  </a:path>
                </a:pathLst>
              </a:custGeom>
              <a:solidFill>
                <a:srgbClr val="A0DBCE"/>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10" name="îṥļîḑé-Freeform: Shape 61"/>
              <p:cNvSpPr>
                <a:spLocks/>
              </p:cNvSpPr>
              <p:nvPr/>
            </p:nvSpPr>
            <p:spPr bwMode="auto">
              <a:xfrm>
                <a:off x="6492264" y="3548965"/>
                <a:ext cx="26831" cy="19440"/>
              </a:xfrm>
              <a:custGeom>
                <a:avLst/>
                <a:gdLst/>
                <a:ahLst/>
                <a:cxnLst>
                  <a:cxn ang="0">
                    <a:pos x="17" y="3"/>
                  </a:cxn>
                  <a:cxn ang="0">
                    <a:pos x="1" y="12"/>
                  </a:cxn>
                  <a:cxn ang="0">
                    <a:pos x="1" y="10"/>
                  </a:cxn>
                  <a:cxn ang="0">
                    <a:pos x="10" y="0"/>
                  </a:cxn>
                  <a:cxn ang="0">
                    <a:pos x="17" y="0"/>
                  </a:cxn>
                  <a:cxn ang="0">
                    <a:pos x="17" y="3"/>
                  </a:cxn>
                </a:cxnLst>
                <a:rect l="0" t="0" r="r" b="b"/>
                <a:pathLst>
                  <a:path w="17" h="12">
                    <a:moveTo>
                      <a:pt x="17" y="3"/>
                    </a:moveTo>
                    <a:cubicBezTo>
                      <a:pt x="7" y="3"/>
                      <a:pt x="7" y="12"/>
                      <a:pt x="1" y="12"/>
                    </a:cubicBezTo>
                    <a:cubicBezTo>
                      <a:pt x="0" y="12"/>
                      <a:pt x="1" y="10"/>
                      <a:pt x="1" y="10"/>
                    </a:cubicBezTo>
                    <a:cubicBezTo>
                      <a:pt x="1" y="10"/>
                      <a:pt x="5" y="0"/>
                      <a:pt x="10" y="0"/>
                    </a:cubicBezTo>
                    <a:cubicBezTo>
                      <a:pt x="13" y="0"/>
                      <a:pt x="15" y="0"/>
                      <a:pt x="17" y="0"/>
                    </a:cubicBezTo>
                    <a:lnTo>
                      <a:pt x="17" y="3"/>
                    </a:lnTo>
                    <a:close/>
                  </a:path>
                </a:pathLst>
              </a:custGeom>
              <a:solidFill>
                <a:srgbClr val="A0DBCE"/>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11" name="îṥļîḑé-Freeform: Shape 62"/>
              <p:cNvSpPr>
                <a:spLocks/>
              </p:cNvSpPr>
              <p:nvPr/>
            </p:nvSpPr>
            <p:spPr bwMode="auto">
              <a:xfrm>
                <a:off x="6540177" y="3527580"/>
                <a:ext cx="15332" cy="13609"/>
              </a:xfrm>
              <a:custGeom>
                <a:avLst/>
                <a:gdLst/>
                <a:ahLst/>
                <a:cxnLst>
                  <a:cxn ang="0">
                    <a:pos x="1" y="6"/>
                  </a:cxn>
                  <a:cxn ang="0">
                    <a:pos x="2" y="3"/>
                  </a:cxn>
                  <a:cxn ang="0">
                    <a:pos x="9" y="0"/>
                  </a:cxn>
                  <a:cxn ang="0">
                    <a:pos x="1" y="9"/>
                  </a:cxn>
                  <a:cxn ang="0">
                    <a:pos x="1" y="6"/>
                  </a:cxn>
                </a:cxnLst>
                <a:rect l="0" t="0" r="r" b="b"/>
                <a:pathLst>
                  <a:path w="9" h="9">
                    <a:moveTo>
                      <a:pt x="1" y="6"/>
                    </a:moveTo>
                    <a:cubicBezTo>
                      <a:pt x="3" y="6"/>
                      <a:pt x="1" y="4"/>
                      <a:pt x="2" y="3"/>
                    </a:cubicBezTo>
                    <a:cubicBezTo>
                      <a:pt x="3" y="0"/>
                      <a:pt x="8" y="0"/>
                      <a:pt x="9" y="0"/>
                    </a:cubicBezTo>
                    <a:cubicBezTo>
                      <a:pt x="8" y="3"/>
                      <a:pt x="5" y="9"/>
                      <a:pt x="1" y="9"/>
                    </a:cubicBezTo>
                    <a:cubicBezTo>
                      <a:pt x="0" y="9"/>
                      <a:pt x="0" y="6"/>
                      <a:pt x="1" y="6"/>
                    </a:cubicBezTo>
                    <a:close/>
                  </a:path>
                </a:pathLst>
              </a:custGeom>
              <a:solidFill>
                <a:srgbClr val="A0DBCE"/>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12" name="îṥļîḑé-Freeform: Shape 63"/>
              <p:cNvSpPr>
                <a:spLocks/>
              </p:cNvSpPr>
              <p:nvPr/>
            </p:nvSpPr>
            <p:spPr bwMode="auto">
              <a:xfrm>
                <a:off x="6377273" y="3307907"/>
                <a:ext cx="57495" cy="225505"/>
              </a:xfrm>
              <a:custGeom>
                <a:avLst/>
                <a:gdLst/>
                <a:ahLst/>
                <a:cxnLst>
                  <a:cxn ang="0">
                    <a:pos x="26" y="84"/>
                  </a:cxn>
                  <a:cxn ang="0">
                    <a:pos x="13" y="109"/>
                  </a:cxn>
                  <a:cxn ang="0">
                    <a:pos x="26" y="132"/>
                  </a:cxn>
                  <a:cxn ang="0">
                    <a:pos x="25" y="132"/>
                  </a:cxn>
                  <a:cxn ang="0">
                    <a:pos x="20" y="128"/>
                  </a:cxn>
                  <a:cxn ang="0">
                    <a:pos x="16" y="128"/>
                  </a:cxn>
                  <a:cxn ang="0">
                    <a:pos x="5" y="138"/>
                  </a:cxn>
                  <a:cxn ang="0">
                    <a:pos x="5" y="125"/>
                  </a:cxn>
                  <a:cxn ang="0">
                    <a:pos x="7" y="105"/>
                  </a:cxn>
                  <a:cxn ang="0">
                    <a:pos x="4" y="93"/>
                  </a:cxn>
                  <a:cxn ang="0">
                    <a:pos x="7" y="79"/>
                  </a:cxn>
                  <a:cxn ang="0">
                    <a:pos x="7" y="53"/>
                  </a:cxn>
                  <a:cxn ang="0">
                    <a:pos x="0" y="37"/>
                  </a:cxn>
                  <a:cxn ang="0">
                    <a:pos x="9" y="15"/>
                  </a:cxn>
                  <a:cxn ang="0">
                    <a:pos x="11" y="9"/>
                  </a:cxn>
                  <a:cxn ang="0">
                    <a:pos x="11" y="0"/>
                  </a:cxn>
                  <a:cxn ang="0">
                    <a:pos x="14" y="0"/>
                  </a:cxn>
                  <a:cxn ang="0">
                    <a:pos x="19" y="20"/>
                  </a:cxn>
                  <a:cxn ang="0">
                    <a:pos x="21" y="37"/>
                  </a:cxn>
                  <a:cxn ang="0">
                    <a:pos x="21" y="47"/>
                  </a:cxn>
                  <a:cxn ang="0">
                    <a:pos x="24" y="59"/>
                  </a:cxn>
                  <a:cxn ang="0">
                    <a:pos x="36" y="90"/>
                  </a:cxn>
                  <a:cxn ang="0">
                    <a:pos x="26" y="84"/>
                  </a:cxn>
                </a:cxnLst>
                <a:rect l="0" t="0" r="r" b="b"/>
                <a:pathLst>
                  <a:path w="36" h="138">
                    <a:moveTo>
                      <a:pt x="26" y="84"/>
                    </a:moveTo>
                    <a:cubicBezTo>
                      <a:pt x="15" y="84"/>
                      <a:pt x="13" y="98"/>
                      <a:pt x="13" y="109"/>
                    </a:cubicBezTo>
                    <a:cubicBezTo>
                      <a:pt x="13" y="120"/>
                      <a:pt x="22" y="124"/>
                      <a:pt x="26" y="132"/>
                    </a:cubicBezTo>
                    <a:cubicBezTo>
                      <a:pt x="26" y="132"/>
                      <a:pt x="25" y="132"/>
                      <a:pt x="25" y="132"/>
                    </a:cubicBezTo>
                    <a:cubicBezTo>
                      <a:pt x="23" y="133"/>
                      <a:pt x="21" y="130"/>
                      <a:pt x="20" y="128"/>
                    </a:cubicBezTo>
                    <a:cubicBezTo>
                      <a:pt x="19" y="128"/>
                      <a:pt x="17" y="128"/>
                      <a:pt x="16" y="128"/>
                    </a:cubicBezTo>
                    <a:cubicBezTo>
                      <a:pt x="11" y="128"/>
                      <a:pt x="11" y="138"/>
                      <a:pt x="5" y="138"/>
                    </a:cubicBezTo>
                    <a:cubicBezTo>
                      <a:pt x="4" y="138"/>
                      <a:pt x="5" y="127"/>
                      <a:pt x="5" y="125"/>
                    </a:cubicBezTo>
                    <a:cubicBezTo>
                      <a:pt x="5" y="117"/>
                      <a:pt x="7" y="112"/>
                      <a:pt x="7" y="105"/>
                    </a:cubicBezTo>
                    <a:cubicBezTo>
                      <a:pt x="7" y="99"/>
                      <a:pt x="4" y="98"/>
                      <a:pt x="4" y="93"/>
                    </a:cubicBezTo>
                    <a:cubicBezTo>
                      <a:pt x="4" y="86"/>
                      <a:pt x="7" y="84"/>
                      <a:pt x="7" y="79"/>
                    </a:cubicBezTo>
                    <a:cubicBezTo>
                      <a:pt x="7" y="68"/>
                      <a:pt x="7" y="64"/>
                      <a:pt x="7" y="53"/>
                    </a:cubicBezTo>
                    <a:cubicBezTo>
                      <a:pt x="7" y="46"/>
                      <a:pt x="0" y="44"/>
                      <a:pt x="0" y="37"/>
                    </a:cubicBezTo>
                    <a:cubicBezTo>
                      <a:pt x="0" y="28"/>
                      <a:pt x="3" y="16"/>
                      <a:pt x="9" y="15"/>
                    </a:cubicBezTo>
                    <a:cubicBezTo>
                      <a:pt x="9" y="12"/>
                      <a:pt x="11" y="11"/>
                      <a:pt x="11" y="9"/>
                    </a:cubicBezTo>
                    <a:cubicBezTo>
                      <a:pt x="11" y="4"/>
                      <a:pt x="11" y="3"/>
                      <a:pt x="11" y="0"/>
                    </a:cubicBezTo>
                    <a:cubicBezTo>
                      <a:pt x="12" y="0"/>
                      <a:pt x="13" y="0"/>
                      <a:pt x="14" y="0"/>
                    </a:cubicBezTo>
                    <a:cubicBezTo>
                      <a:pt x="14" y="8"/>
                      <a:pt x="18" y="14"/>
                      <a:pt x="19" y="20"/>
                    </a:cubicBezTo>
                    <a:cubicBezTo>
                      <a:pt x="21" y="26"/>
                      <a:pt x="18" y="30"/>
                      <a:pt x="21" y="37"/>
                    </a:cubicBezTo>
                    <a:cubicBezTo>
                      <a:pt x="21" y="47"/>
                      <a:pt x="21" y="47"/>
                      <a:pt x="21" y="47"/>
                    </a:cubicBezTo>
                    <a:cubicBezTo>
                      <a:pt x="20" y="52"/>
                      <a:pt x="23" y="57"/>
                      <a:pt x="24" y="59"/>
                    </a:cubicBezTo>
                    <a:cubicBezTo>
                      <a:pt x="27" y="70"/>
                      <a:pt x="33" y="79"/>
                      <a:pt x="36" y="90"/>
                    </a:cubicBezTo>
                    <a:cubicBezTo>
                      <a:pt x="34" y="86"/>
                      <a:pt x="30" y="84"/>
                      <a:pt x="26" y="84"/>
                    </a:cubicBezTo>
                    <a:close/>
                  </a:path>
                </a:pathLst>
              </a:custGeom>
              <a:solidFill>
                <a:srgbClr val="A0DBCE"/>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13" name="îṥļîḑé-Freeform: Shape 65"/>
              <p:cNvSpPr>
                <a:spLocks/>
              </p:cNvSpPr>
              <p:nvPr/>
            </p:nvSpPr>
            <p:spPr bwMode="auto">
              <a:xfrm>
                <a:off x="3914556" y="2501143"/>
                <a:ext cx="3438222" cy="1296655"/>
              </a:xfrm>
              <a:custGeom>
                <a:avLst/>
                <a:gdLst/>
                <a:ahLst/>
                <a:cxnLst>
                  <a:cxn ang="0">
                    <a:pos x="1515" y="585"/>
                  </a:cxn>
                  <a:cxn ang="0">
                    <a:pos x="1460" y="485"/>
                  </a:cxn>
                  <a:cxn ang="0">
                    <a:pos x="1665" y="408"/>
                  </a:cxn>
                  <a:cxn ang="0">
                    <a:pos x="1804" y="346"/>
                  </a:cxn>
                  <a:cxn ang="0">
                    <a:pos x="1709" y="465"/>
                  </a:cxn>
                  <a:cxn ang="0">
                    <a:pos x="1793" y="452"/>
                  </a:cxn>
                  <a:cxn ang="0">
                    <a:pos x="1989" y="313"/>
                  </a:cxn>
                  <a:cxn ang="0">
                    <a:pos x="2112" y="287"/>
                  </a:cxn>
                  <a:cxn ang="0">
                    <a:pos x="1892" y="194"/>
                  </a:cxn>
                  <a:cxn ang="0">
                    <a:pos x="1660" y="159"/>
                  </a:cxn>
                  <a:cxn ang="0">
                    <a:pos x="1435" y="157"/>
                  </a:cxn>
                  <a:cxn ang="0">
                    <a:pos x="1314" y="97"/>
                  </a:cxn>
                  <a:cxn ang="0">
                    <a:pos x="1102" y="104"/>
                  </a:cxn>
                  <a:cxn ang="0">
                    <a:pos x="1016" y="27"/>
                  </a:cxn>
                  <a:cxn ang="0">
                    <a:pos x="758" y="117"/>
                  </a:cxn>
                  <a:cxn ang="0">
                    <a:pos x="668" y="148"/>
                  </a:cxn>
                  <a:cxn ang="0">
                    <a:pos x="644" y="121"/>
                  </a:cxn>
                  <a:cxn ang="0">
                    <a:pos x="511" y="207"/>
                  </a:cxn>
                  <a:cxn ang="0">
                    <a:pos x="322" y="247"/>
                  </a:cxn>
                  <a:cxn ang="0">
                    <a:pos x="214" y="296"/>
                  </a:cxn>
                  <a:cxn ang="0">
                    <a:pos x="229" y="227"/>
                  </a:cxn>
                  <a:cxn ang="0">
                    <a:pos x="127" y="236"/>
                  </a:cxn>
                  <a:cxn ang="0">
                    <a:pos x="136" y="312"/>
                  </a:cxn>
                  <a:cxn ang="0">
                    <a:pos x="117" y="395"/>
                  </a:cxn>
                  <a:cxn ang="0">
                    <a:pos x="50" y="446"/>
                  </a:cxn>
                  <a:cxn ang="0">
                    <a:pos x="16" y="495"/>
                  </a:cxn>
                  <a:cxn ang="0">
                    <a:pos x="54" y="558"/>
                  </a:cxn>
                  <a:cxn ang="0">
                    <a:pos x="88" y="597"/>
                  </a:cxn>
                  <a:cxn ang="0">
                    <a:pos x="112" y="644"/>
                  </a:cxn>
                  <a:cxn ang="0">
                    <a:pos x="208" y="647"/>
                  </a:cxn>
                  <a:cxn ang="0">
                    <a:pos x="225" y="626"/>
                  </a:cxn>
                  <a:cxn ang="0">
                    <a:pos x="284" y="701"/>
                  </a:cxn>
                  <a:cxn ang="0">
                    <a:pos x="350" y="732"/>
                  </a:cxn>
                  <a:cxn ang="0">
                    <a:pos x="366" y="742"/>
                  </a:cxn>
                  <a:cxn ang="0">
                    <a:pos x="349" y="634"/>
                  </a:cxn>
                  <a:cxn ang="0">
                    <a:pos x="412" y="645"/>
                  </a:cxn>
                  <a:cxn ang="0">
                    <a:pos x="427" y="700"/>
                  </a:cxn>
                  <a:cxn ang="0">
                    <a:pos x="428" y="746"/>
                  </a:cxn>
                  <a:cxn ang="0">
                    <a:pos x="447" y="755"/>
                  </a:cxn>
                  <a:cxn ang="0">
                    <a:pos x="522" y="777"/>
                  </a:cxn>
                  <a:cxn ang="0">
                    <a:pos x="559" y="781"/>
                  </a:cxn>
                  <a:cxn ang="0">
                    <a:pos x="608" y="770"/>
                  </a:cxn>
                  <a:cxn ang="0">
                    <a:pos x="654" y="772"/>
                  </a:cxn>
                  <a:cxn ang="0">
                    <a:pos x="677" y="748"/>
                  </a:cxn>
                  <a:cxn ang="0">
                    <a:pos x="829" y="593"/>
                  </a:cxn>
                  <a:cxn ang="0">
                    <a:pos x="994" y="534"/>
                  </a:cxn>
                  <a:cxn ang="0">
                    <a:pos x="1224" y="569"/>
                  </a:cxn>
                  <a:cxn ang="0">
                    <a:pos x="1411" y="607"/>
                  </a:cxn>
                  <a:cxn ang="0">
                    <a:pos x="1400" y="655"/>
                  </a:cxn>
                </a:cxnLst>
                <a:rect l="0" t="0" r="r" b="b"/>
                <a:pathLst>
                  <a:path w="2139" h="795">
                    <a:moveTo>
                      <a:pt x="1398" y="684"/>
                    </a:moveTo>
                    <a:cubicBezTo>
                      <a:pt x="1398" y="684"/>
                      <a:pt x="1415" y="688"/>
                      <a:pt x="1429" y="688"/>
                    </a:cubicBezTo>
                    <a:cubicBezTo>
                      <a:pt x="1454" y="688"/>
                      <a:pt x="1478" y="635"/>
                      <a:pt x="1495" y="618"/>
                    </a:cubicBezTo>
                    <a:cubicBezTo>
                      <a:pt x="1502" y="610"/>
                      <a:pt x="1512" y="596"/>
                      <a:pt x="1515" y="585"/>
                    </a:cubicBezTo>
                    <a:cubicBezTo>
                      <a:pt x="1518" y="572"/>
                      <a:pt x="1513" y="564"/>
                      <a:pt x="1520" y="551"/>
                    </a:cubicBezTo>
                    <a:cubicBezTo>
                      <a:pt x="1522" y="547"/>
                      <a:pt x="1527" y="537"/>
                      <a:pt x="1527" y="527"/>
                    </a:cubicBezTo>
                    <a:cubicBezTo>
                      <a:pt x="1527" y="515"/>
                      <a:pt x="1508" y="492"/>
                      <a:pt x="1499" y="499"/>
                    </a:cubicBezTo>
                    <a:cubicBezTo>
                      <a:pt x="1473" y="518"/>
                      <a:pt x="1460" y="488"/>
                      <a:pt x="1460" y="485"/>
                    </a:cubicBezTo>
                    <a:cubicBezTo>
                      <a:pt x="1460" y="473"/>
                      <a:pt x="1483" y="459"/>
                      <a:pt x="1493" y="450"/>
                    </a:cubicBezTo>
                    <a:cubicBezTo>
                      <a:pt x="1506" y="436"/>
                      <a:pt x="1524" y="413"/>
                      <a:pt x="1543" y="408"/>
                    </a:cubicBezTo>
                    <a:cubicBezTo>
                      <a:pt x="1560" y="404"/>
                      <a:pt x="1613" y="399"/>
                      <a:pt x="1627" y="399"/>
                    </a:cubicBezTo>
                    <a:cubicBezTo>
                      <a:pt x="1645" y="399"/>
                      <a:pt x="1654" y="408"/>
                      <a:pt x="1665" y="408"/>
                    </a:cubicBezTo>
                    <a:cubicBezTo>
                      <a:pt x="1671" y="408"/>
                      <a:pt x="1675" y="408"/>
                      <a:pt x="1689" y="408"/>
                    </a:cubicBezTo>
                    <a:cubicBezTo>
                      <a:pt x="1696" y="379"/>
                      <a:pt x="1709" y="362"/>
                      <a:pt x="1740" y="362"/>
                    </a:cubicBezTo>
                    <a:cubicBezTo>
                      <a:pt x="1748" y="362"/>
                      <a:pt x="1751" y="360"/>
                      <a:pt x="1766" y="362"/>
                    </a:cubicBezTo>
                    <a:cubicBezTo>
                      <a:pt x="1759" y="368"/>
                      <a:pt x="1756" y="406"/>
                      <a:pt x="1804" y="346"/>
                    </a:cubicBezTo>
                    <a:cubicBezTo>
                      <a:pt x="1809" y="346"/>
                      <a:pt x="1832" y="355"/>
                      <a:pt x="1797" y="377"/>
                    </a:cubicBezTo>
                    <a:cubicBezTo>
                      <a:pt x="1785" y="385"/>
                      <a:pt x="1774" y="381"/>
                      <a:pt x="1766" y="393"/>
                    </a:cubicBezTo>
                    <a:cubicBezTo>
                      <a:pt x="1757" y="406"/>
                      <a:pt x="1749" y="423"/>
                      <a:pt x="1735" y="430"/>
                    </a:cubicBezTo>
                    <a:cubicBezTo>
                      <a:pt x="1724" y="436"/>
                      <a:pt x="1709" y="447"/>
                      <a:pt x="1709" y="465"/>
                    </a:cubicBezTo>
                    <a:cubicBezTo>
                      <a:pt x="1709" y="482"/>
                      <a:pt x="1714" y="535"/>
                      <a:pt x="1726" y="545"/>
                    </a:cubicBezTo>
                    <a:cubicBezTo>
                      <a:pt x="1735" y="532"/>
                      <a:pt x="1741" y="507"/>
                      <a:pt x="1760" y="503"/>
                    </a:cubicBezTo>
                    <a:cubicBezTo>
                      <a:pt x="1757" y="491"/>
                      <a:pt x="1777" y="488"/>
                      <a:pt x="1777" y="479"/>
                    </a:cubicBezTo>
                    <a:cubicBezTo>
                      <a:pt x="1777" y="464"/>
                      <a:pt x="1793" y="460"/>
                      <a:pt x="1793" y="452"/>
                    </a:cubicBezTo>
                    <a:cubicBezTo>
                      <a:pt x="1793" y="447"/>
                      <a:pt x="1788" y="442"/>
                      <a:pt x="1793" y="432"/>
                    </a:cubicBezTo>
                    <a:cubicBezTo>
                      <a:pt x="1828" y="356"/>
                      <a:pt x="1861" y="397"/>
                      <a:pt x="1874" y="397"/>
                    </a:cubicBezTo>
                    <a:cubicBezTo>
                      <a:pt x="1914" y="397"/>
                      <a:pt x="1941" y="347"/>
                      <a:pt x="1976" y="346"/>
                    </a:cubicBezTo>
                    <a:cubicBezTo>
                      <a:pt x="2041" y="345"/>
                      <a:pt x="1989" y="320"/>
                      <a:pt x="1989" y="313"/>
                    </a:cubicBezTo>
                    <a:cubicBezTo>
                      <a:pt x="1989" y="294"/>
                      <a:pt x="2015" y="297"/>
                      <a:pt x="2020" y="287"/>
                    </a:cubicBezTo>
                    <a:cubicBezTo>
                      <a:pt x="2022" y="282"/>
                      <a:pt x="2018" y="271"/>
                      <a:pt x="2026" y="271"/>
                    </a:cubicBezTo>
                    <a:cubicBezTo>
                      <a:pt x="2054" y="271"/>
                      <a:pt x="2077" y="309"/>
                      <a:pt x="2097" y="309"/>
                    </a:cubicBezTo>
                    <a:cubicBezTo>
                      <a:pt x="2106" y="309"/>
                      <a:pt x="2108" y="293"/>
                      <a:pt x="2112" y="287"/>
                    </a:cubicBezTo>
                    <a:cubicBezTo>
                      <a:pt x="2120" y="278"/>
                      <a:pt x="2127" y="279"/>
                      <a:pt x="2139" y="275"/>
                    </a:cubicBezTo>
                    <a:cubicBezTo>
                      <a:pt x="2123" y="254"/>
                      <a:pt x="2071" y="242"/>
                      <a:pt x="2046" y="227"/>
                    </a:cubicBezTo>
                    <a:cubicBezTo>
                      <a:pt x="2011" y="207"/>
                      <a:pt x="1965" y="185"/>
                      <a:pt x="1914" y="185"/>
                    </a:cubicBezTo>
                    <a:cubicBezTo>
                      <a:pt x="1900" y="185"/>
                      <a:pt x="1890" y="188"/>
                      <a:pt x="1892" y="194"/>
                    </a:cubicBezTo>
                    <a:cubicBezTo>
                      <a:pt x="1906" y="237"/>
                      <a:pt x="1872" y="194"/>
                      <a:pt x="1863" y="194"/>
                    </a:cubicBezTo>
                    <a:cubicBezTo>
                      <a:pt x="1762" y="192"/>
                      <a:pt x="1762" y="192"/>
                      <a:pt x="1762" y="192"/>
                    </a:cubicBezTo>
                    <a:cubicBezTo>
                      <a:pt x="1756" y="169"/>
                      <a:pt x="1741" y="161"/>
                      <a:pt x="1711" y="161"/>
                    </a:cubicBezTo>
                    <a:cubicBezTo>
                      <a:pt x="1695" y="161"/>
                      <a:pt x="1670" y="167"/>
                      <a:pt x="1660" y="159"/>
                    </a:cubicBezTo>
                    <a:cubicBezTo>
                      <a:pt x="1652" y="151"/>
                      <a:pt x="1651" y="141"/>
                      <a:pt x="1638" y="137"/>
                    </a:cubicBezTo>
                    <a:cubicBezTo>
                      <a:pt x="1611" y="128"/>
                      <a:pt x="1582" y="121"/>
                      <a:pt x="1548" y="121"/>
                    </a:cubicBezTo>
                    <a:cubicBezTo>
                      <a:pt x="1513" y="121"/>
                      <a:pt x="1509" y="140"/>
                      <a:pt x="1506" y="157"/>
                    </a:cubicBezTo>
                    <a:cubicBezTo>
                      <a:pt x="1473" y="157"/>
                      <a:pt x="1457" y="157"/>
                      <a:pt x="1435" y="157"/>
                    </a:cubicBezTo>
                    <a:cubicBezTo>
                      <a:pt x="1423" y="157"/>
                      <a:pt x="1421" y="147"/>
                      <a:pt x="1407" y="146"/>
                    </a:cubicBezTo>
                    <a:cubicBezTo>
                      <a:pt x="1405" y="152"/>
                      <a:pt x="1403" y="166"/>
                      <a:pt x="1396" y="166"/>
                    </a:cubicBezTo>
                    <a:cubicBezTo>
                      <a:pt x="1377" y="166"/>
                      <a:pt x="1369" y="143"/>
                      <a:pt x="1369" y="130"/>
                    </a:cubicBezTo>
                    <a:cubicBezTo>
                      <a:pt x="1369" y="127"/>
                      <a:pt x="1405" y="105"/>
                      <a:pt x="1314" y="97"/>
                    </a:cubicBezTo>
                    <a:cubicBezTo>
                      <a:pt x="1303" y="96"/>
                      <a:pt x="1296" y="101"/>
                      <a:pt x="1296" y="115"/>
                    </a:cubicBezTo>
                    <a:cubicBezTo>
                      <a:pt x="1248" y="115"/>
                      <a:pt x="1248" y="115"/>
                      <a:pt x="1248" y="115"/>
                    </a:cubicBezTo>
                    <a:cubicBezTo>
                      <a:pt x="1233" y="111"/>
                      <a:pt x="1157" y="102"/>
                      <a:pt x="1147" y="86"/>
                    </a:cubicBezTo>
                    <a:cubicBezTo>
                      <a:pt x="1089" y="133"/>
                      <a:pt x="1102" y="104"/>
                      <a:pt x="1102" y="104"/>
                    </a:cubicBezTo>
                    <a:cubicBezTo>
                      <a:pt x="1116" y="87"/>
                      <a:pt x="1249" y="51"/>
                      <a:pt x="1140" y="24"/>
                    </a:cubicBezTo>
                    <a:cubicBezTo>
                      <a:pt x="1094" y="24"/>
                      <a:pt x="1094" y="24"/>
                      <a:pt x="1094" y="24"/>
                    </a:cubicBezTo>
                    <a:cubicBezTo>
                      <a:pt x="1089" y="12"/>
                      <a:pt x="1079" y="0"/>
                      <a:pt x="1060" y="0"/>
                    </a:cubicBezTo>
                    <a:cubicBezTo>
                      <a:pt x="1038" y="0"/>
                      <a:pt x="1028" y="17"/>
                      <a:pt x="1016" y="27"/>
                    </a:cubicBezTo>
                    <a:cubicBezTo>
                      <a:pt x="1008" y="33"/>
                      <a:pt x="951" y="56"/>
                      <a:pt x="956" y="35"/>
                    </a:cubicBezTo>
                    <a:cubicBezTo>
                      <a:pt x="941" y="40"/>
                      <a:pt x="879" y="44"/>
                      <a:pt x="847" y="73"/>
                    </a:cubicBezTo>
                    <a:cubicBezTo>
                      <a:pt x="840" y="79"/>
                      <a:pt x="838" y="97"/>
                      <a:pt x="828" y="97"/>
                    </a:cubicBezTo>
                    <a:cubicBezTo>
                      <a:pt x="813" y="97"/>
                      <a:pt x="758" y="92"/>
                      <a:pt x="758" y="117"/>
                    </a:cubicBezTo>
                    <a:cubicBezTo>
                      <a:pt x="758" y="122"/>
                      <a:pt x="763" y="128"/>
                      <a:pt x="765" y="135"/>
                    </a:cubicBezTo>
                    <a:cubicBezTo>
                      <a:pt x="755" y="141"/>
                      <a:pt x="752" y="135"/>
                      <a:pt x="721" y="135"/>
                    </a:cubicBezTo>
                    <a:cubicBezTo>
                      <a:pt x="695" y="170"/>
                      <a:pt x="697" y="129"/>
                      <a:pt x="691" y="121"/>
                    </a:cubicBezTo>
                    <a:cubicBezTo>
                      <a:pt x="689" y="136"/>
                      <a:pt x="679" y="142"/>
                      <a:pt x="668" y="148"/>
                    </a:cubicBezTo>
                    <a:cubicBezTo>
                      <a:pt x="671" y="160"/>
                      <a:pt x="690" y="173"/>
                      <a:pt x="677" y="188"/>
                    </a:cubicBezTo>
                    <a:cubicBezTo>
                      <a:pt x="667" y="198"/>
                      <a:pt x="695" y="230"/>
                      <a:pt x="680" y="230"/>
                    </a:cubicBezTo>
                    <a:cubicBezTo>
                      <a:pt x="662" y="230"/>
                      <a:pt x="657" y="164"/>
                      <a:pt x="657" y="150"/>
                    </a:cubicBezTo>
                    <a:cubicBezTo>
                      <a:pt x="657" y="135"/>
                      <a:pt x="681" y="129"/>
                      <a:pt x="644" y="121"/>
                    </a:cubicBezTo>
                    <a:cubicBezTo>
                      <a:pt x="625" y="118"/>
                      <a:pt x="589" y="149"/>
                      <a:pt x="589" y="166"/>
                    </a:cubicBezTo>
                    <a:cubicBezTo>
                      <a:pt x="589" y="186"/>
                      <a:pt x="598" y="199"/>
                      <a:pt x="608" y="210"/>
                    </a:cubicBezTo>
                    <a:cubicBezTo>
                      <a:pt x="633" y="248"/>
                      <a:pt x="574" y="205"/>
                      <a:pt x="552" y="200"/>
                    </a:cubicBezTo>
                    <a:cubicBezTo>
                      <a:pt x="492" y="184"/>
                      <a:pt x="512" y="204"/>
                      <a:pt x="511" y="207"/>
                    </a:cubicBezTo>
                    <a:cubicBezTo>
                      <a:pt x="509" y="241"/>
                      <a:pt x="495" y="214"/>
                      <a:pt x="487" y="214"/>
                    </a:cubicBezTo>
                    <a:cubicBezTo>
                      <a:pt x="473" y="214"/>
                      <a:pt x="445" y="233"/>
                      <a:pt x="425" y="223"/>
                    </a:cubicBezTo>
                    <a:cubicBezTo>
                      <a:pt x="415" y="197"/>
                      <a:pt x="349" y="256"/>
                      <a:pt x="333" y="256"/>
                    </a:cubicBezTo>
                    <a:cubicBezTo>
                      <a:pt x="327" y="256"/>
                      <a:pt x="320" y="252"/>
                      <a:pt x="322" y="247"/>
                    </a:cubicBezTo>
                    <a:cubicBezTo>
                      <a:pt x="329" y="229"/>
                      <a:pt x="319" y="191"/>
                      <a:pt x="300" y="249"/>
                    </a:cubicBezTo>
                    <a:cubicBezTo>
                      <a:pt x="298" y="253"/>
                      <a:pt x="306" y="255"/>
                      <a:pt x="306" y="263"/>
                    </a:cubicBezTo>
                    <a:cubicBezTo>
                      <a:pt x="306" y="278"/>
                      <a:pt x="283" y="267"/>
                      <a:pt x="271" y="271"/>
                    </a:cubicBezTo>
                    <a:cubicBezTo>
                      <a:pt x="259" y="275"/>
                      <a:pt x="265" y="318"/>
                      <a:pt x="214" y="296"/>
                    </a:cubicBezTo>
                    <a:cubicBezTo>
                      <a:pt x="214" y="313"/>
                      <a:pt x="214" y="313"/>
                      <a:pt x="214" y="313"/>
                    </a:cubicBezTo>
                    <a:cubicBezTo>
                      <a:pt x="189" y="311"/>
                      <a:pt x="192" y="284"/>
                      <a:pt x="183" y="271"/>
                    </a:cubicBezTo>
                    <a:cubicBezTo>
                      <a:pt x="202" y="271"/>
                      <a:pt x="212" y="271"/>
                      <a:pt x="230" y="276"/>
                    </a:cubicBezTo>
                    <a:cubicBezTo>
                      <a:pt x="255" y="282"/>
                      <a:pt x="304" y="251"/>
                      <a:pt x="229" y="227"/>
                    </a:cubicBezTo>
                    <a:cubicBezTo>
                      <a:pt x="208" y="220"/>
                      <a:pt x="160" y="196"/>
                      <a:pt x="145" y="196"/>
                    </a:cubicBezTo>
                    <a:cubicBezTo>
                      <a:pt x="144" y="196"/>
                      <a:pt x="144" y="195"/>
                      <a:pt x="133" y="196"/>
                    </a:cubicBezTo>
                    <a:cubicBezTo>
                      <a:pt x="127" y="200"/>
                      <a:pt x="111" y="208"/>
                      <a:pt x="111" y="219"/>
                    </a:cubicBezTo>
                    <a:cubicBezTo>
                      <a:pt x="111" y="227"/>
                      <a:pt x="127" y="226"/>
                      <a:pt x="127" y="236"/>
                    </a:cubicBezTo>
                    <a:cubicBezTo>
                      <a:pt x="127" y="244"/>
                      <a:pt x="119" y="247"/>
                      <a:pt x="119" y="255"/>
                    </a:cubicBezTo>
                    <a:cubicBezTo>
                      <a:pt x="119" y="263"/>
                      <a:pt x="128" y="268"/>
                      <a:pt x="128" y="277"/>
                    </a:cubicBezTo>
                    <a:cubicBezTo>
                      <a:pt x="128" y="282"/>
                      <a:pt x="123" y="285"/>
                      <a:pt x="123" y="290"/>
                    </a:cubicBezTo>
                    <a:cubicBezTo>
                      <a:pt x="123" y="300"/>
                      <a:pt x="136" y="302"/>
                      <a:pt x="136" y="312"/>
                    </a:cubicBezTo>
                    <a:cubicBezTo>
                      <a:pt x="136" y="315"/>
                      <a:pt x="132" y="317"/>
                      <a:pt x="131" y="318"/>
                    </a:cubicBezTo>
                    <a:cubicBezTo>
                      <a:pt x="135" y="325"/>
                      <a:pt x="145" y="327"/>
                      <a:pt x="145" y="336"/>
                    </a:cubicBezTo>
                    <a:cubicBezTo>
                      <a:pt x="145" y="351"/>
                      <a:pt x="115" y="367"/>
                      <a:pt x="106" y="379"/>
                    </a:cubicBezTo>
                    <a:cubicBezTo>
                      <a:pt x="109" y="384"/>
                      <a:pt x="114" y="387"/>
                      <a:pt x="117" y="395"/>
                    </a:cubicBezTo>
                    <a:cubicBezTo>
                      <a:pt x="111" y="398"/>
                      <a:pt x="98" y="405"/>
                      <a:pt x="92" y="405"/>
                    </a:cubicBezTo>
                    <a:cubicBezTo>
                      <a:pt x="85" y="405"/>
                      <a:pt x="80" y="402"/>
                      <a:pt x="70" y="402"/>
                    </a:cubicBezTo>
                    <a:cubicBezTo>
                      <a:pt x="61" y="402"/>
                      <a:pt x="38" y="410"/>
                      <a:pt x="45" y="417"/>
                    </a:cubicBezTo>
                    <a:cubicBezTo>
                      <a:pt x="67" y="438"/>
                      <a:pt x="56" y="446"/>
                      <a:pt x="50" y="446"/>
                    </a:cubicBezTo>
                    <a:cubicBezTo>
                      <a:pt x="42" y="446"/>
                      <a:pt x="40" y="435"/>
                      <a:pt x="33" y="435"/>
                    </a:cubicBezTo>
                    <a:cubicBezTo>
                      <a:pt x="25" y="435"/>
                      <a:pt x="15" y="455"/>
                      <a:pt x="15" y="465"/>
                    </a:cubicBezTo>
                    <a:cubicBezTo>
                      <a:pt x="15" y="483"/>
                      <a:pt x="1" y="480"/>
                      <a:pt x="0" y="496"/>
                    </a:cubicBezTo>
                    <a:cubicBezTo>
                      <a:pt x="6" y="495"/>
                      <a:pt x="11" y="495"/>
                      <a:pt x="16" y="495"/>
                    </a:cubicBezTo>
                    <a:cubicBezTo>
                      <a:pt x="24" y="495"/>
                      <a:pt x="30" y="494"/>
                      <a:pt x="39" y="494"/>
                    </a:cubicBezTo>
                    <a:cubicBezTo>
                      <a:pt x="48" y="494"/>
                      <a:pt x="52" y="510"/>
                      <a:pt x="52" y="520"/>
                    </a:cubicBezTo>
                    <a:cubicBezTo>
                      <a:pt x="52" y="526"/>
                      <a:pt x="46" y="529"/>
                      <a:pt x="46" y="535"/>
                    </a:cubicBezTo>
                    <a:cubicBezTo>
                      <a:pt x="46" y="544"/>
                      <a:pt x="54" y="550"/>
                      <a:pt x="54" y="558"/>
                    </a:cubicBezTo>
                    <a:cubicBezTo>
                      <a:pt x="54" y="563"/>
                      <a:pt x="46" y="565"/>
                      <a:pt x="44" y="568"/>
                    </a:cubicBezTo>
                    <a:cubicBezTo>
                      <a:pt x="39" y="576"/>
                      <a:pt x="37" y="583"/>
                      <a:pt x="37" y="593"/>
                    </a:cubicBezTo>
                    <a:cubicBezTo>
                      <a:pt x="37" y="606"/>
                      <a:pt x="46" y="603"/>
                      <a:pt x="56" y="603"/>
                    </a:cubicBezTo>
                    <a:cubicBezTo>
                      <a:pt x="70" y="603"/>
                      <a:pt x="77" y="597"/>
                      <a:pt x="88" y="597"/>
                    </a:cubicBezTo>
                    <a:cubicBezTo>
                      <a:pt x="99" y="597"/>
                      <a:pt x="97" y="620"/>
                      <a:pt x="108" y="620"/>
                    </a:cubicBezTo>
                    <a:cubicBezTo>
                      <a:pt x="108" y="638"/>
                      <a:pt x="108" y="638"/>
                      <a:pt x="108" y="638"/>
                    </a:cubicBezTo>
                    <a:cubicBezTo>
                      <a:pt x="108" y="640"/>
                      <a:pt x="109" y="641"/>
                      <a:pt x="110" y="641"/>
                    </a:cubicBezTo>
                    <a:cubicBezTo>
                      <a:pt x="112" y="644"/>
                      <a:pt x="112" y="644"/>
                      <a:pt x="112" y="644"/>
                    </a:cubicBezTo>
                    <a:cubicBezTo>
                      <a:pt x="114" y="644"/>
                      <a:pt x="120" y="642"/>
                      <a:pt x="123" y="641"/>
                    </a:cubicBezTo>
                    <a:cubicBezTo>
                      <a:pt x="132" y="639"/>
                      <a:pt x="133" y="627"/>
                      <a:pt x="143" y="627"/>
                    </a:cubicBezTo>
                    <a:cubicBezTo>
                      <a:pt x="151" y="627"/>
                      <a:pt x="171" y="660"/>
                      <a:pt x="177" y="660"/>
                    </a:cubicBezTo>
                    <a:cubicBezTo>
                      <a:pt x="184" y="660"/>
                      <a:pt x="205" y="651"/>
                      <a:pt x="208" y="647"/>
                    </a:cubicBezTo>
                    <a:cubicBezTo>
                      <a:pt x="207" y="647"/>
                      <a:pt x="196" y="645"/>
                      <a:pt x="196" y="645"/>
                    </a:cubicBezTo>
                    <a:cubicBezTo>
                      <a:pt x="194" y="645"/>
                      <a:pt x="189" y="644"/>
                      <a:pt x="189" y="638"/>
                    </a:cubicBezTo>
                    <a:cubicBezTo>
                      <a:pt x="189" y="635"/>
                      <a:pt x="221" y="623"/>
                      <a:pt x="233" y="619"/>
                    </a:cubicBezTo>
                    <a:cubicBezTo>
                      <a:pt x="233" y="619"/>
                      <a:pt x="227" y="625"/>
                      <a:pt x="225" y="626"/>
                    </a:cubicBezTo>
                    <a:cubicBezTo>
                      <a:pt x="226" y="629"/>
                      <a:pt x="237" y="641"/>
                      <a:pt x="211" y="647"/>
                    </a:cubicBezTo>
                    <a:cubicBezTo>
                      <a:pt x="223" y="673"/>
                      <a:pt x="273" y="669"/>
                      <a:pt x="273" y="704"/>
                    </a:cubicBezTo>
                    <a:cubicBezTo>
                      <a:pt x="275" y="703"/>
                      <a:pt x="275" y="703"/>
                      <a:pt x="275" y="703"/>
                    </a:cubicBezTo>
                    <a:cubicBezTo>
                      <a:pt x="278" y="702"/>
                      <a:pt x="280" y="701"/>
                      <a:pt x="284" y="701"/>
                    </a:cubicBezTo>
                    <a:cubicBezTo>
                      <a:pt x="298" y="701"/>
                      <a:pt x="297" y="710"/>
                      <a:pt x="302" y="719"/>
                    </a:cubicBezTo>
                    <a:cubicBezTo>
                      <a:pt x="303" y="721"/>
                      <a:pt x="312" y="726"/>
                      <a:pt x="312" y="726"/>
                    </a:cubicBezTo>
                    <a:cubicBezTo>
                      <a:pt x="320" y="729"/>
                      <a:pt x="322" y="742"/>
                      <a:pt x="335" y="742"/>
                    </a:cubicBezTo>
                    <a:cubicBezTo>
                      <a:pt x="344" y="742"/>
                      <a:pt x="344" y="734"/>
                      <a:pt x="350" y="732"/>
                    </a:cubicBezTo>
                    <a:cubicBezTo>
                      <a:pt x="354" y="731"/>
                      <a:pt x="353" y="731"/>
                      <a:pt x="357" y="731"/>
                    </a:cubicBezTo>
                    <a:cubicBezTo>
                      <a:pt x="358" y="733"/>
                      <a:pt x="358" y="737"/>
                      <a:pt x="360" y="739"/>
                    </a:cubicBezTo>
                    <a:cubicBezTo>
                      <a:pt x="359" y="739"/>
                      <a:pt x="360" y="740"/>
                      <a:pt x="360" y="741"/>
                    </a:cubicBezTo>
                    <a:cubicBezTo>
                      <a:pt x="366" y="742"/>
                      <a:pt x="366" y="742"/>
                      <a:pt x="366" y="742"/>
                    </a:cubicBezTo>
                    <a:cubicBezTo>
                      <a:pt x="371" y="735"/>
                      <a:pt x="371" y="724"/>
                      <a:pt x="378" y="721"/>
                    </a:cubicBezTo>
                    <a:cubicBezTo>
                      <a:pt x="366" y="714"/>
                      <a:pt x="348" y="688"/>
                      <a:pt x="348" y="673"/>
                    </a:cubicBezTo>
                    <a:cubicBezTo>
                      <a:pt x="348" y="668"/>
                      <a:pt x="338" y="662"/>
                      <a:pt x="338" y="655"/>
                    </a:cubicBezTo>
                    <a:cubicBezTo>
                      <a:pt x="338" y="653"/>
                      <a:pt x="347" y="637"/>
                      <a:pt x="349" y="634"/>
                    </a:cubicBezTo>
                    <a:cubicBezTo>
                      <a:pt x="351" y="635"/>
                      <a:pt x="365" y="628"/>
                      <a:pt x="366" y="627"/>
                    </a:cubicBezTo>
                    <a:cubicBezTo>
                      <a:pt x="377" y="623"/>
                      <a:pt x="384" y="620"/>
                      <a:pt x="399" y="620"/>
                    </a:cubicBezTo>
                    <a:cubicBezTo>
                      <a:pt x="423" y="620"/>
                      <a:pt x="427" y="631"/>
                      <a:pt x="436" y="645"/>
                    </a:cubicBezTo>
                    <a:cubicBezTo>
                      <a:pt x="429" y="650"/>
                      <a:pt x="420" y="645"/>
                      <a:pt x="412" y="645"/>
                    </a:cubicBezTo>
                    <a:cubicBezTo>
                      <a:pt x="400" y="645"/>
                      <a:pt x="383" y="656"/>
                      <a:pt x="381" y="656"/>
                    </a:cubicBezTo>
                    <a:cubicBezTo>
                      <a:pt x="382" y="665"/>
                      <a:pt x="389" y="664"/>
                      <a:pt x="391" y="669"/>
                    </a:cubicBezTo>
                    <a:cubicBezTo>
                      <a:pt x="400" y="684"/>
                      <a:pt x="412" y="690"/>
                      <a:pt x="412" y="707"/>
                    </a:cubicBezTo>
                    <a:cubicBezTo>
                      <a:pt x="415" y="705"/>
                      <a:pt x="424" y="701"/>
                      <a:pt x="427" y="700"/>
                    </a:cubicBezTo>
                    <a:cubicBezTo>
                      <a:pt x="427" y="707"/>
                      <a:pt x="434" y="710"/>
                      <a:pt x="434" y="717"/>
                    </a:cubicBezTo>
                    <a:cubicBezTo>
                      <a:pt x="421" y="717"/>
                      <a:pt x="421" y="717"/>
                      <a:pt x="421" y="717"/>
                    </a:cubicBezTo>
                    <a:cubicBezTo>
                      <a:pt x="417" y="717"/>
                      <a:pt x="413" y="721"/>
                      <a:pt x="412" y="728"/>
                    </a:cubicBezTo>
                    <a:cubicBezTo>
                      <a:pt x="421" y="729"/>
                      <a:pt x="428" y="738"/>
                      <a:pt x="428" y="746"/>
                    </a:cubicBezTo>
                    <a:cubicBezTo>
                      <a:pt x="428" y="751"/>
                      <a:pt x="424" y="753"/>
                      <a:pt x="424" y="757"/>
                    </a:cubicBezTo>
                    <a:cubicBezTo>
                      <a:pt x="424" y="761"/>
                      <a:pt x="428" y="765"/>
                      <a:pt x="429" y="766"/>
                    </a:cubicBezTo>
                    <a:cubicBezTo>
                      <a:pt x="429" y="762"/>
                      <a:pt x="434" y="762"/>
                      <a:pt x="438" y="761"/>
                    </a:cubicBezTo>
                    <a:cubicBezTo>
                      <a:pt x="443" y="759"/>
                      <a:pt x="442" y="757"/>
                      <a:pt x="447" y="755"/>
                    </a:cubicBezTo>
                    <a:cubicBezTo>
                      <a:pt x="455" y="752"/>
                      <a:pt x="460" y="754"/>
                      <a:pt x="466" y="749"/>
                    </a:cubicBezTo>
                    <a:cubicBezTo>
                      <a:pt x="476" y="755"/>
                      <a:pt x="482" y="755"/>
                      <a:pt x="491" y="758"/>
                    </a:cubicBezTo>
                    <a:cubicBezTo>
                      <a:pt x="502" y="762"/>
                      <a:pt x="505" y="772"/>
                      <a:pt x="518" y="772"/>
                    </a:cubicBezTo>
                    <a:cubicBezTo>
                      <a:pt x="518" y="774"/>
                      <a:pt x="521" y="775"/>
                      <a:pt x="522" y="777"/>
                    </a:cubicBezTo>
                    <a:cubicBezTo>
                      <a:pt x="523" y="781"/>
                      <a:pt x="522" y="787"/>
                      <a:pt x="524" y="793"/>
                    </a:cubicBezTo>
                    <a:cubicBezTo>
                      <a:pt x="529" y="787"/>
                      <a:pt x="533" y="795"/>
                      <a:pt x="537" y="795"/>
                    </a:cubicBezTo>
                    <a:cubicBezTo>
                      <a:pt x="542" y="795"/>
                      <a:pt x="544" y="791"/>
                      <a:pt x="547" y="788"/>
                    </a:cubicBezTo>
                    <a:cubicBezTo>
                      <a:pt x="551" y="784"/>
                      <a:pt x="556" y="784"/>
                      <a:pt x="559" y="781"/>
                    </a:cubicBezTo>
                    <a:cubicBezTo>
                      <a:pt x="567" y="773"/>
                      <a:pt x="568" y="762"/>
                      <a:pt x="579" y="762"/>
                    </a:cubicBezTo>
                    <a:cubicBezTo>
                      <a:pt x="583" y="762"/>
                      <a:pt x="582" y="764"/>
                      <a:pt x="586" y="764"/>
                    </a:cubicBezTo>
                    <a:cubicBezTo>
                      <a:pt x="587" y="769"/>
                      <a:pt x="597" y="765"/>
                      <a:pt x="600" y="765"/>
                    </a:cubicBezTo>
                    <a:cubicBezTo>
                      <a:pt x="604" y="765"/>
                      <a:pt x="605" y="770"/>
                      <a:pt x="608" y="770"/>
                    </a:cubicBezTo>
                    <a:cubicBezTo>
                      <a:pt x="617" y="770"/>
                      <a:pt x="624" y="765"/>
                      <a:pt x="627" y="759"/>
                    </a:cubicBezTo>
                    <a:cubicBezTo>
                      <a:pt x="628" y="760"/>
                      <a:pt x="629" y="759"/>
                      <a:pt x="630" y="759"/>
                    </a:cubicBezTo>
                    <a:cubicBezTo>
                      <a:pt x="634" y="759"/>
                      <a:pt x="636" y="749"/>
                      <a:pt x="645" y="749"/>
                    </a:cubicBezTo>
                    <a:cubicBezTo>
                      <a:pt x="654" y="749"/>
                      <a:pt x="644" y="772"/>
                      <a:pt x="654" y="772"/>
                    </a:cubicBezTo>
                    <a:cubicBezTo>
                      <a:pt x="664" y="772"/>
                      <a:pt x="668" y="764"/>
                      <a:pt x="677" y="764"/>
                    </a:cubicBezTo>
                    <a:cubicBezTo>
                      <a:pt x="682" y="764"/>
                      <a:pt x="686" y="764"/>
                      <a:pt x="692" y="765"/>
                    </a:cubicBezTo>
                    <a:cubicBezTo>
                      <a:pt x="692" y="763"/>
                      <a:pt x="692" y="763"/>
                      <a:pt x="692" y="763"/>
                    </a:cubicBezTo>
                    <a:cubicBezTo>
                      <a:pt x="690" y="753"/>
                      <a:pt x="688" y="750"/>
                      <a:pt x="677" y="748"/>
                    </a:cubicBezTo>
                    <a:cubicBezTo>
                      <a:pt x="678" y="739"/>
                      <a:pt x="687" y="719"/>
                      <a:pt x="694" y="719"/>
                    </a:cubicBezTo>
                    <a:cubicBezTo>
                      <a:pt x="735" y="719"/>
                      <a:pt x="763" y="698"/>
                      <a:pt x="763" y="649"/>
                    </a:cubicBezTo>
                    <a:cubicBezTo>
                      <a:pt x="785" y="645"/>
                      <a:pt x="787" y="618"/>
                      <a:pt x="800" y="620"/>
                    </a:cubicBezTo>
                    <a:cubicBezTo>
                      <a:pt x="836" y="624"/>
                      <a:pt x="822" y="600"/>
                      <a:pt x="829" y="593"/>
                    </a:cubicBezTo>
                    <a:cubicBezTo>
                      <a:pt x="847" y="578"/>
                      <a:pt x="873" y="578"/>
                      <a:pt x="895" y="565"/>
                    </a:cubicBezTo>
                    <a:cubicBezTo>
                      <a:pt x="898" y="563"/>
                      <a:pt x="906" y="554"/>
                      <a:pt x="913" y="554"/>
                    </a:cubicBezTo>
                    <a:cubicBezTo>
                      <a:pt x="924" y="554"/>
                      <a:pt x="943" y="567"/>
                      <a:pt x="961" y="567"/>
                    </a:cubicBezTo>
                    <a:cubicBezTo>
                      <a:pt x="986" y="567"/>
                      <a:pt x="981" y="534"/>
                      <a:pt x="994" y="534"/>
                    </a:cubicBezTo>
                    <a:cubicBezTo>
                      <a:pt x="1002" y="534"/>
                      <a:pt x="1029" y="538"/>
                      <a:pt x="1032" y="545"/>
                    </a:cubicBezTo>
                    <a:cubicBezTo>
                      <a:pt x="1042" y="573"/>
                      <a:pt x="1060" y="558"/>
                      <a:pt x="1072" y="558"/>
                    </a:cubicBezTo>
                    <a:cubicBezTo>
                      <a:pt x="1099" y="558"/>
                      <a:pt x="1107" y="580"/>
                      <a:pt x="1135" y="580"/>
                    </a:cubicBezTo>
                    <a:cubicBezTo>
                      <a:pt x="1160" y="580"/>
                      <a:pt x="1192" y="557"/>
                      <a:pt x="1224" y="569"/>
                    </a:cubicBezTo>
                    <a:cubicBezTo>
                      <a:pt x="1266" y="586"/>
                      <a:pt x="1245" y="512"/>
                      <a:pt x="1301" y="512"/>
                    </a:cubicBezTo>
                    <a:cubicBezTo>
                      <a:pt x="1340" y="512"/>
                      <a:pt x="1339" y="543"/>
                      <a:pt x="1354" y="567"/>
                    </a:cubicBezTo>
                    <a:cubicBezTo>
                      <a:pt x="1360" y="576"/>
                      <a:pt x="1379" y="577"/>
                      <a:pt x="1387" y="585"/>
                    </a:cubicBezTo>
                    <a:cubicBezTo>
                      <a:pt x="1393" y="590"/>
                      <a:pt x="1398" y="607"/>
                      <a:pt x="1411" y="607"/>
                    </a:cubicBezTo>
                    <a:cubicBezTo>
                      <a:pt x="1426" y="607"/>
                      <a:pt x="1428" y="593"/>
                      <a:pt x="1446" y="593"/>
                    </a:cubicBezTo>
                    <a:cubicBezTo>
                      <a:pt x="1446" y="604"/>
                      <a:pt x="1446" y="604"/>
                      <a:pt x="1446" y="604"/>
                    </a:cubicBezTo>
                    <a:cubicBezTo>
                      <a:pt x="1437" y="614"/>
                      <a:pt x="1433" y="638"/>
                      <a:pt x="1422" y="644"/>
                    </a:cubicBezTo>
                    <a:cubicBezTo>
                      <a:pt x="1412" y="650"/>
                      <a:pt x="1394" y="651"/>
                      <a:pt x="1400" y="655"/>
                    </a:cubicBezTo>
                    <a:cubicBezTo>
                      <a:pt x="1415" y="665"/>
                      <a:pt x="1398" y="684"/>
                      <a:pt x="1398" y="684"/>
                    </a:cubicBezTo>
                    <a:close/>
                  </a:path>
                </a:pathLst>
              </a:custGeom>
              <a:solidFill>
                <a:schemeClr val="accent5">
                  <a:lumMod val="60000"/>
                  <a:lumOff val="40000"/>
                </a:schemeClr>
              </a:solidFill>
              <a:ln w="9525">
                <a:noFill/>
                <a:round/>
                <a:headEnd/>
                <a:tailEnd/>
              </a:ln>
            </p:spPr>
            <p:txBody>
              <a:bodyPr anchor="ctr"/>
              <a:lstStyle/>
              <a:p>
                <a:pPr algn="ctr" eaLnBrk="0" fontAlgn="base" hangingPunct="0">
                  <a:spcBef>
                    <a:spcPct val="0"/>
                  </a:spcBef>
                  <a:spcAft>
                    <a:spcPct val="0"/>
                  </a:spcAft>
                </a:pPr>
                <a:endParaRPr sz="1350" dirty="0">
                  <a:solidFill>
                    <a:srgbClr val="4D4D4D"/>
                  </a:solidFill>
                  <a:latin typeface="Verdana" panose="020B0604030504040204" pitchFamily="34" charset="0"/>
                  <a:ea typeface="微软雅黑" panose="020B0503020204020204" pitchFamily="34" charset="-122"/>
                  <a:cs typeface="+mn-ea"/>
                  <a:sym typeface="+mn-lt"/>
                </a:endParaRPr>
              </a:p>
            </p:txBody>
          </p:sp>
          <p:sp>
            <p:nvSpPr>
              <p:cNvPr id="114" name="îṥļîḑé-Freeform: Shape 66"/>
              <p:cNvSpPr>
                <a:spLocks/>
              </p:cNvSpPr>
              <p:nvPr/>
            </p:nvSpPr>
            <p:spPr bwMode="auto">
              <a:xfrm>
                <a:off x="5003135" y="3337067"/>
                <a:ext cx="1236151" cy="791212"/>
              </a:xfrm>
              <a:custGeom>
                <a:avLst/>
                <a:gdLst/>
                <a:ahLst/>
                <a:cxnLst>
                  <a:cxn ang="0">
                    <a:pos x="585" y="307"/>
                  </a:cxn>
                  <a:cxn ang="0">
                    <a:pos x="573" y="287"/>
                  </a:cxn>
                  <a:cxn ang="0">
                    <a:pos x="614" y="256"/>
                  </a:cxn>
                  <a:cxn ang="0">
                    <a:pos x="588" y="246"/>
                  </a:cxn>
                  <a:cxn ang="0">
                    <a:pos x="570" y="255"/>
                  </a:cxn>
                  <a:cxn ang="0">
                    <a:pos x="552" y="236"/>
                  </a:cxn>
                  <a:cxn ang="0">
                    <a:pos x="590" y="209"/>
                  </a:cxn>
                  <a:cxn ang="0">
                    <a:pos x="606" y="212"/>
                  </a:cxn>
                  <a:cxn ang="0">
                    <a:pos x="634" y="216"/>
                  </a:cxn>
                  <a:cxn ang="0">
                    <a:pos x="648" y="231"/>
                  </a:cxn>
                  <a:cxn ang="0">
                    <a:pos x="648" y="248"/>
                  </a:cxn>
                  <a:cxn ang="0">
                    <a:pos x="666" y="254"/>
                  </a:cxn>
                  <a:cxn ang="0">
                    <a:pos x="659" y="264"/>
                  </a:cxn>
                  <a:cxn ang="0">
                    <a:pos x="665" y="275"/>
                  </a:cxn>
                  <a:cxn ang="0">
                    <a:pos x="664" y="290"/>
                  </a:cxn>
                  <a:cxn ang="0">
                    <a:pos x="668" y="295"/>
                  </a:cxn>
                  <a:cxn ang="0">
                    <a:pos x="690" y="286"/>
                  </a:cxn>
                  <a:cxn ang="0">
                    <a:pos x="683" y="232"/>
                  </a:cxn>
                  <a:cxn ang="0">
                    <a:pos x="688" y="210"/>
                  </a:cxn>
                  <a:cxn ang="0">
                    <a:pos x="721" y="172"/>
                  </a:cxn>
                  <a:cxn ang="0">
                    <a:pos x="745" y="132"/>
                  </a:cxn>
                  <a:cxn ang="0">
                    <a:pos x="769" y="81"/>
                  </a:cxn>
                  <a:cxn ang="0">
                    <a:pos x="710" y="73"/>
                  </a:cxn>
                  <a:cxn ang="0">
                    <a:pos x="624" y="0"/>
                  </a:cxn>
                  <a:cxn ang="0">
                    <a:pos x="458" y="68"/>
                  </a:cxn>
                  <a:cxn ang="0">
                    <a:pos x="355" y="33"/>
                  </a:cxn>
                  <a:cxn ang="0">
                    <a:pos x="284" y="55"/>
                  </a:cxn>
                  <a:cxn ang="0">
                    <a:pos x="218" y="53"/>
                  </a:cxn>
                  <a:cxn ang="0">
                    <a:pos x="123" y="108"/>
                  </a:cxn>
                  <a:cxn ang="0">
                    <a:pos x="17" y="207"/>
                  </a:cxn>
                  <a:cxn ang="0">
                    <a:pos x="15" y="251"/>
                  </a:cxn>
                  <a:cxn ang="0">
                    <a:pos x="25" y="261"/>
                  </a:cxn>
                  <a:cxn ang="0">
                    <a:pos x="50" y="280"/>
                  </a:cxn>
                  <a:cxn ang="0">
                    <a:pos x="83" y="284"/>
                  </a:cxn>
                  <a:cxn ang="0">
                    <a:pos x="73" y="317"/>
                  </a:cxn>
                  <a:cxn ang="0">
                    <a:pos x="63" y="326"/>
                  </a:cxn>
                  <a:cxn ang="0">
                    <a:pos x="73" y="343"/>
                  </a:cxn>
                  <a:cxn ang="0">
                    <a:pos x="110" y="357"/>
                  </a:cxn>
                  <a:cxn ang="0">
                    <a:pos x="132" y="373"/>
                  </a:cxn>
                  <a:cxn ang="0">
                    <a:pos x="160" y="384"/>
                  </a:cxn>
                  <a:cxn ang="0">
                    <a:pos x="186" y="382"/>
                  </a:cxn>
                  <a:cxn ang="0">
                    <a:pos x="210" y="381"/>
                  </a:cxn>
                  <a:cxn ang="0">
                    <a:pos x="255" y="372"/>
                  </a:cxn>
                  <a:cxn ang="0">
                    <a:pos x="275" y="366"/>
                  </a:cxn>
                  <a:cxn ang="0">
                    <a:pos x="282" y="362"/>
                  </a:cxn>
                  <a:cxn ang="0">
                    <a:pos x="316" y="400"/>
                  </a:cxn>
                  <a:cxn ang="0">
                    <a:pos x="306" y="439"/>
                  </a:cxn>
                  <a:cxn ang="0">
                    <a:pos x="324" y="450"/>
                  </a:cxn>
                  <a:cxn ang="0">
                    <a:pos x="346" y="467"/>
                  </a:cxn>
                  <a:cxn ang="0">
                    <a:pos x="351" y="472"/>
                  </a:cxn>
                  <a:cxn ang="0">
                    <a:pos x="353" y="457"/>
                  </a:cxn>
                  <a:cxn ang="0">
                    <a:pos x="379" y="454"/>
                  </a:cxn>
                  <a:cxn ang="0">
                    <a:pos x="416" y="453"/>
                  </a:cxn>
                  <a:cxn ang="0">
                    <a:pos x="431" y="470"/>
                  </a:cxn>
                  <a:cxn ang="0">
                    <a:pos x="454" y="486"/>
                  </a:cxn>
                  <a:cxn ang="0">
                    <a:pos x="476" y="470"/>
                  </a:cxn>
                  <a:cxn ang="0">
                    <a:pos x="503" y="455"/>
                  </a:cxn>
                  <a:cxn ang="0">
                    <a:pos x="552" y="439"/>
                  </a:cxn>
                  <a:cxn ang="0">
                    <a:pos x="576" y="406"/>
                  </a:cxn>
                  <a:cxn ang="0">
                    <a:pos x="604" y="355"/>
                  </a:cxn>
                  <a:cxn ang="0">
                    <a:pos x="586" y="307"/>
                  </a:cxn>
                </a:cxnLst>
                <a:rect l="0" t="0" r="r" b="b"/>
                <a:pathLst>
                  <a:path w="769" h="486">
                    <a:moveTo>
                      <a:pt x="586" y="307"/>
                    </a:moveTo>
                    <a:cubicBezTo>
                      <a:pt x="585" y="307"/>
                      <a:pt x="585" y="307"/>
                      <a:pt x="585" y="307"/>
                    </a:cubicBezTo>
                    <a:cubicBezTo>
                      <a:pt x="585" y="307"/>
                      <a:pt x="585" y="300"/>
                      <a:pt x="585" y="298"/>
                    </a:cubicBezTo>
                    <a:cubicBezTo>
                      <a:pt x="582" y="298"/>
                      <a:pt x="573" y="294"/>
                      <a:pt x="573" y="287"/>
                    </a:cubicBezTo>
                    <a:cubicBezTo>
                      <a:pt x="573" y="282"/>
                      <a:pt x="581" y="282"/>
                      <a:pt x="582" y="276"/>
                    </a:cubicBezTo>
                    <a:cubicBezTo>
                      <a:pt x="586" y="264"/>
                      <a:pt x="605" y="264"/>
                      <a:pt x="614" y="256"/>
                    </a:cubicBezTo>
                    <a:cubicBezTo>
                      <a:pt x="611" y="251"/>
                      <a:pt x="604" y="256"/>
                      <a:pt x="598" y="252"/>
                    </a:cubicBezTo>
                    <a:cubicBezTo>
                      <a:pt x="595" y="250"/>
                      <a:pt x="593" y="246"/>
                      <a:pt x="588" y="246"/>
                    </a:cubicBezTo>
                    <a:cubicBezTo>
                      <a:pt x="585" y="246"/>
                      <a:pt x="585" y="256"/>
                      <a:pt x="582" y="256"/>
                    </a:cubicBezTo>
                    <a:cubicBezTo>
                      <a:pt x="578" y="256"/>
                      <a:pt x="574" y="257"/>
                      <a:pt x="570" y="255"/>
                    </a:cubicBezTo>
                    <a:cubicBezTo>
                      <a:pt x="565" y="252"/>
                      <a:pt x="567" y="247"/>
                      <a:pt x="562" y="243"/>
                    </a:cubicBezTo>
                    <a:cubicBezTo>
                      <a:pt x="560" y="242"/>
                      <a:pt x="552" y="240"/>
                      <a:pt x="552" y="236"/>
                    </a:cubicBezTo>
                    <a:cubicBezTo>
                      <a:pt x="552" y="227"/>
                      <a:pt x="565" y="230"/>
                      <a:pt x="571" y="225"/>
                    </a:cubicBezTo>
                    <a:cubicBezTo>
                      <a:pt x="577" y="221"/>
                      <a:pt x="587" y="215"/>
                      <a:pt x="590" y="209"/>
                    </a:cubicBezTo>
                    <a:cubicBezTo>
                      <a:pt x="591" y="208"/>
                      <a:pt x="593" y="203"/>
                      <a:pt x="597" y="203"/>
                    </a:cubicBezTo>
                    <a:cubicBezTo>
                      <a:pt x="601" y="203"/>
                      <a:pt x="606" y="209"/>
                      <a:pt x="606" y="212"/>
                    </a:cubicBezTo>
                    <a:cubicBezTo>
                      <a:pt x="606" y="219"/>
                      <a:pt x="597" y="222"/>
                      <a:pt x="597" y="230"/>
                    </a:cubicBezTo>
                    <a:cubicBezTo>
                      <a:pt x="610" y="230"/>
                      <a:pt x="620" y="216"/>
                      <a:pt x="634" y="216"/>
                    </a:cubicBezTo>
                    <a:cubicBezTo>
                      <a:pt x="639" y="216"/>
                      <a:pt x="641" y="221"/>
                      <a:pt x="648" y="221"/>
                    </a:cubicBezTo>
                    <a:cubicBezTo>
                      <a:pt x="646" y="226"/>
                      <a:pt x="648" y="226"/>
                      <a:pt x="648" y="231"/>
                    </a:cubicBezTo>
                    <a:cubicBezTo>
                      <a:pt x="648" y="235"/>
                      <a:pt x="643" y="235"/>
                      <a:pt x="643" y="240"/>
                    </a:cubicBezTo>
                    <a:cubicBezTo>
                      <a:pt x="643" y="242"/>
                      <a:pt x="645" y="248"/>
                      <a:pt x="648" y="248"/>
                    </a:cubicBezTo>
                    <a:cubicBezTo>
                      <a:pt x="649" y="248"/>
                      <a:pt x="651" y="245"/>
                      <a:pt x="654" y="245"/>
                    </a:cubicBezTo>
                    <a:cubicBezTo>
                      <a:pt x="659" y="245"/>
                      <a:pt x="666" y="249"/>
                      <a:pt x="666" y="254"/>
                    </a:cubicBezTo>
                    <a:cubicBezTo>
                      <a:pt x="666" y="257"/>
                      <a:pt x="662" y="260"/>
                      <a:pt x="659" y="260"/>
                    </a:cubicBezTo>
                    <a:cubicBezTo>
                      <a:pt x="659" y="264"/>
                      <a:pt x="659" y="264"/>
                      <a:pt x="659" y="264"/>
                    </a:cubicBezTo>
                    <a:cubicBezTo>
                      <a:pt x="660" y="265"/>
                      <a:pt x="660" y="267"/>
                      <a:pt x="663" y="268"/>
                    </a:cubicBezTo>
                    <a:cubicBezTo>
                      <a:pt x="663" y="270"/>
                      <a:pt x="665" y="272"/>
                      <a:pt x="665" y="275"/>
                    </a:cubicBezTo>
                    <a:cubicBezTo>
                      <a:pt x="665" y="276"/>
                      <a:pt x="661" y="282"/>
                      <a:pt x="661" y="285"/>
                    </a:cubicBezTo>
                    <a:cubicBezTo>
                      <a:pt x="661" y="287"/>
                      <a:pt x="661" y="289"/>
                      <a:pt x="664" y="290"/>
                    </a:cubicBezTo>
                    <a:cubicBezTo>
                      <a:pt x="663" y="292"/>
                      <a:pt x="661" y="293"/>
                      <a:pt x="661" y="295"/>
                    </a:cubicBezTo>
                    <a:cubicBezTo>
                      <a:pt x="668" y="295"/>
                      <a:pt x="668" y="295"/>
                      <a:pt x="668" y="295"/>
                    </a:cubicBezTo>
                    <a:cubicBezTo>
                      <a:pt x="670" y="293"/>
                      <a:pt x="671" y="293"/>
                      <a:pt x="676" y="291"/>
                    </a:cubicBezTo>
                    <a:cubicBezTo>
                      <a:pt x="676" y="287"/>
                      <a:pt x="687" y="287"/>
                      <a:pt x="690" y="286"/>
                    </a:cubicBezTo>
                    <a:cubicBezTo>
                      <a:pt x="696" y="284"/>
                      <a:pt x="699" y="279"/>
                      <a:pt x="699" y="269"/>
                    </a:cubicBezTo>
                    <a:cubicBezTo>
                      <a:pt x="699" y="252"/>
                      <a:pt x="692" y="242"/>
                      <a:pt x="683" y="232"/>
                    </a:cubicBezTo>
                    <a:cubicBezTo>
                      <a:pt x="679" y="228"/>
                      <a:pt x="674" y="224"/>
                      <a:pt x="675" y="217"/>
                    </a:cubicBezTo>
                    <a:cubicBezTo>
                      <a:pt x="680" y="217"/>
                      <a:pt x="685" y="214"/>
                      <a:pt x="688" y="210"/>
                    </a:cubicBezTo>
                    <a:cubicBezTo>
                      <a:pt x="691" y="207"/>
                      <a:pt x="699" y="203"/>
                      <a:pt x="701" y="199"/>
                    </a:cubicBezTo>
                    <a:cubicBezTo>
                      <a:pt x="707" y="187"/>
                      <a:pt x="710" y="180"/>
                      <a:pt x="721" y="172"/>
                    </a:cubicBezTo>
                    <a:cubicBezTo>
                      <a:pt x="721" y="172"/>
                      <a:pt x="738" y="153"/>
                      <a:pt x="723" y="143"/>
                    </a:cubicBezTo>
                    <a:cubicBezTo>
                      <a:pt x="717" y="139"/>
                      <a:pt x="735" y="138"/>
                      <a:pt x="745" y="132"/>
                    </a:cubicBezTo>
                    <a:cubicBezTo>
                      <a:pt x="756" y="126"/>
                      <a:pt x="760" y="102"/>
                      <a:pt x="769" y="92"/>
                    </a:cubicBezTo>
                    <a:cubicBezTo>
                      <a:pt x="769" y="81"/>
                      <a:pt x="769" y="81"/>
                      <a:pt x="769" y="81"/>
                    </a:cubicBezTo>
                    <a:cubicBezTo>
                      <a:pt x="751" y="81"/>
                      <a:pt x="749" y="95"/>
                      <a:pt x="734" y="95"/>
                    </a:cubicBezTo>
                    <a:cubicBezTo>
                      <a:pt x="721" y="95"/>
                      <a:pt x="716" y="78"/>
                      <a:pt x="710" y="73"/>
                    </a:cubicBezTo>
                    <a:cubicBezTo>
                      <a:pt x="702" y="65"/>
                      <a:pt x="683" y="64"/>
                      <a:pt x="677" y="55"/>
                    </a:cubicBezTo>
                    <a:cubicBezTo>
                      <a:pt x="662" y="31"/>
                      <a:pt x="663" y="0"/>
                      <a:pt x="624" y="0"/>
                    </a:cubicBezTo>
                    <a:cubicBezTo>
                      <a:pt x="568" y="0"/>
                      <a:pt x="589" y="74"/>
                      <a:pt x="547" y="57"/>
                    </a:cubicBezTo>
                    <a:cubicBezTo>
                      <a:pt x="515" y="45"/>
                      <a:pt x="483" y="68"/>
                      <a:pt x="458" y="68"/>
                    </a:cubicBezTo>
                    <a:cubicBezTo>
                      <a:pt x="430" y="68"/>
                      <a:pt x="422" y="46"/>
                      <a:pt x="395" y="46"/>
                    </a:cubicBezTo>
                    <a:cubicBezTo>
                      <a:pt x="383" y="46"/>
                      <a:pt x="365" y="61"/>
                      <a:pt x="355" y="33"/>
                    </a:cubicBezTo>
                    <a:cubicBezTo>
                      <a:pt x="352" y="26"/>
                      <a:pt x="325" y="22"/>
                      <a:pt x="317" y="22"/>
                    </a:cubicBezTo>
                    <a:cubicBezTo>
                      <a:pt x="304" y="22"/>
                      <a:pt x="309" y="55"/>
                      <a:pt x="284" y="55"/>
                    </a:cubicBezTo>
                    <a:cubicBezTo>
                      <a:pt x="266" y="55"/>
                      <a:pt x="247" y="42"/>
                      <a:pt x="236" y="42"/>
                    </a:cubicBezTo>
                    <a:cubicBezTo>
                      <a:pt x="229" y="42"/>
                      <a:pt x="221" y="51"/>
                      <a:pt x="218" y="53"/>
                    </a:cubicBezTo>
                    <a:cubicBezTo>
                      <a:pt x="196" y="66"/>
                      <a:pt x="170" y="66"/>
                      <a:pt x="152" y="81"/>
                    </a:cubicBezTo>
                    <a:cubicBezTo>
                      <a:pt x="145" y="88"/>
                      <a:pt x="159" y="112"/>
                      <a:pt x="123" y="108"/>
                    </a:cubicBezTo>
                    <a:cubicBezTo>
                      <a:pt x="110" y="106"/>
                      <a:pt x="108" y="133"/>
                      <a:pt x="86" y="137"/>
                    </a:cubicBezTo>
                    <a:cubicBezTo>
                      <a:pt x="86" y="186"/>
                      <a:pt x="58" y="207"/>
                      <a:pt x="17" y="207"/>
                    </a:cubicBezTo>
                    <a:cubicBezTo>
                      <a:pt x="10" y="207"/>
                      <a:pt x="1" y="227"/>
                      <a:pt x="0" y="236"/>
                    </a:cubicBezTo>
                    <a:cubicBezTo>
                      <a:pt x="11" y="238"/>
                      <a:pt x="13" y="241"/>
                      <a:pt x="15" y="251"/>
                    </a:cubicBezTo>
                    <a:cubicBezTo>
                      <a:pt x="15" y="253"/>
                      <a:pt x="15" y="253"/>
                      <a:pt x="15" y="253"/>
                    </a:cubicBezTo>
                    <a:cubicBezTo>
                      <a:pt x="15" y="261"/>
                      <a:pt x="19" y="259"/>
                      <a:pt x="25" y="261"/>
                    </a:cubicBezTo>
                    <a:cubicBezTo>
                      <a:pt x="30" y="262"/>
                      <a:pt x="28" y="268"/>
                      <a:pt x="31" y="271"/>
                    </a:cubicBezTo>
                    <a:cubicBezTo>
                      <a:pt x="37" y="277"/>
                      <a:pt x="42" y="277"/>
                      <a:pt x="50" y="280"/>
                    </a:cubicBezTo>
                    <a:cubicBezTo>
                      <a:pt x="58" y="279"/>
                      <a:pt x="61" y="272"/>
                      <a:pt x="69" y="272"/>
                    </a:cubicBezTo>
                    <a:cubicBezTo>
                      <a:pt x="73" y="272"/>
                      <a:pt x="83" y="280"/>
                      <a:pt x="83" y="284"/>
                    </a:cubicBezTo>
                    <a:cubicBezTo>
                      <a:pt x="83" y="296"/>
                      <a:pt x="66" y="294"/>
                      <a:pt x="66" y="306"/>
                    </a:cubicBezTo>
                    <a:cubicBezTo>
                      <a:pt x="66" y="311"/>
                      <a:pt x="73" y="312"/>
                      <a:pt x="73" y="317"/>
                    </a:cubicBezTo>
                    <a:cubicBezTo>
                      <a:pt x="73" y="323"/>
                      <a:pt x="68" y="322"/>
                      <a:pt x="63" y="322"/>
                    </a:cubicBezTo>
                    <a:cubicBezTo>
                      <a:pt x="63" y="326"/>
                      <a:pt x="63" y="326"/>
                      <a:pt x="63" y="326"/>
                    </a:cubicBezTo>
                    <a:cubicBezTo>
                      <a:pt x="64" y="331"/>
                      <a:pt x="64" y="335"/>
                      <a:pt x="65" y="340"/>
                    </a:cubicBezTo>
                    <a:cubicBezTo>
                      <a:pt x="66" y="343"/>
                      <a:pt x="71" y="342"/>
                      <a:pt x="73" y="343"/>
                    </a:cubicBezTo>
                    <a:cubicBezTo>
                      <a:pt x="80" y="345"/>
                      <a:pt x="83" y="351"/>
                      <a:pt x="91" y="353"/>
                    </a:cubicBezTo>
                    <a:cubicBezTo>
                      <a:pt x="100" y="355"/>
                      <a:pt x="105" y="352"/>
                      <a:pt x="110" y="357"/>
                    </a:cubicBezTo>
                    <a:cubicBezTo>
                      <a:pt x="116" y="363"/>
                      <a:pt x="120" y="361"/>
                      <a:pt x="127" y="364"/>
                    </a:cubicBezTo>
                    <a:cubicBezTo>
                      <a:pt x="130" y="366"/>
                      <a:pt x="130" y="369"/>
                      <a:pt x="132" y="373"/>
                    </a:cubicBezTo>
                    <a:cubicBezTo>
                      <a:pt x="133" y="376"/>
                      <a:pt x="137" y="372"/>
                      <a:pt x="139" y="373"/>
                    </a:cubicBezTo>
                    <a:cubicBezTo>
                      <a:pt x="146" y="378"/>
                      <a:pt x="150" y="384"/>
                      <a:pt x="160" y="384"/>
                    </a:cubicBezTo>
                    <a:cubicBezTo>
                      <a:pt x="166" y="384"/>
                      <a:pt x="172" y="384"/>
                      <a:pt x="178" y="384"/>
                    </a:cubicBezTo>
                    <a:cubicBezTo>
                      <a:pt x="182" y="384"/>
                      <a:pt x="184" y="382"/>
                      <a:pt x="186" y="382"/>
                    </a:cubicBezTo>
                    <a:cubicBezTo>
                      <a:pt x="189" y="382"/>
                      <a:pt x="190" y="389"/>
                      <a:pt x="191" y="392"/>
                    </a:cubicBezTo>
                    <a:cubicBezTo>
                      <a:pt x="197" y="389"/>
                      <a:pt x="199" y="381"/>
                      <a:pt x="210" y="381"/>
                    </a:cubicBezTo>
                    <a:cubicBezTo>
                      <a:pt x="219" y="381"/>
                      <a:pt x="224" y="386"/>
                      <a:pt x="231" y="386"/>
                    </a:cubicBezTo>
                    <a:cubicBezTo>
                      <a:pt x="238" y="386"/>
                      <a:pt x="252" y="374"/>
                      <a:pt x="255" y="372"/>
                    </a:cubicBezTo>
                    <a:cubicBezTo>
                      <a:pt x="258" y="370"/>
                      <a:pt x="259" y="369"/>
                      <a:pt x="260" y="367"/>
                    </a:cubicBezTo>
                    <a:cubicBezTo>
                      <a:pt x="264" y="363"/>
                      <a:pt x="270" y="368"/>
                      <a:pt x="275" y="366"/>
                    </a:cubicBezTo>
                    <a:cubicBezTo>
                      <a:pt x="279" y="362"/>
                      <a:pt x="279" y="362"/>
                      <a:pt x="279" y="362"/>
                    </a:cubicBezTo>
                    <a:cubicBezTo>
                      <a:pt x="282" y="362"/>
                      <a:pt x="282" y="362"/>
                      <a:pt x="282" y="362"/>
                    </a:cubicBezTo>
                    <a:cubicBezTo>
                      <a:pt x="285" y="377"/>
                      <a:pt x="294" y="376"/>
                      <a:pt x="305" y="381"/>
                    </a:cubicBezTo>
                    <a:cubicBezTo>
                      <a:pt x="309" y="388"/>
                      <a:pt x="316" y="391"/>
                      <a:pt x="316" y="400"/>
                    </a:cubicBezTo>
                    <a:cubicBezTo>
                      <a:pt x="316" y="417"/>
                      <a:pt x="304" y="418"/>
                      <a:pt x="304" y="434"/>
                    </a:cubicBezTo>
                    <a:cubicBezTo>
                      <a:pt x="304" y="436"/>
                      <a:pt x="305" y="439"/>
                      <a:pt x="306" y="439"/>
                    </a:cubicBezTo>
                    <a:cubicBezTo>
                      <a:pt x="309" y="439"/>
                      <a:pt x="312" y="436"/>
                      <a:pt x="315" y="436"/>
                    </a:cubicBezTo>
                    <a:cubicBezTo>
                      <a:pt x="319" y="436"/>
                      <a:pt x="320" y="449"/>
                      <a:pt x="324" y="450"/>
                    </a:cubicBezTo>
                    <a:cubicBezTo>
                      <a:pt x="324" y="459"/>
                      <a:pt x="330" y="468"/>
                      <a:pt x="338" y="468"/>
                    </a:cubicBezTo>
                    <a:cubicBezTo>
                      <a:pt x="342" y="468"/>
                      <a:pt x="343" y="467"/>
                      <a:pt x="346" y="467"/>
                    </a:cubicBezTo>
                    <a:cubicBezTo>
                      <a:pt x="348" y="467"/>
                      <a:pt x="348" y="467"/>
                      <a:pt x="348" y="467"/>
                    </a:cubicBezTo>
                    <a:cubicBezTo>
                      <a:pt x="348" y="471"/>
                      <a:pt x="350" y="472"/>
                      <a:pt x="351" y="472"/>
                    </a:cubicBezTo>
                    <a:cubicBezTo>
                      <a:pt x="352" y="472"/>
                      <a:pt x="353" y="470"/>
                      <a:pt x="353" y="468"/>
                    </a:cubicBezTo>
                    <a:cubicBezTo>
                      <a:pt x="353" y="464"/>
                      <a:pt x="353" y="461"/>
                      <a:pt x="353" y="457"/>
                    </a:cubicBezTo>
                    <a:cubicBezTo>
                      <a:pt x="353" y="457"/>
                      <a:pt x="363" y="454"/>
                      <a:pt x="365" y="454"/>
                    </a:cubicBezTo>
                    <a:cubicBezTo>
                      <a:pt x="379" y="454"/>
                      <a:pt x="379" y="454"/>
                      <a:pt x="379" y="454"/>
                    </a:cubicBezTo>
                    <a:cubicBezTo>
                      <a:pt x="385" y="457"/>
                      <a:pt x="390" y="448"/>
                      <a:pt x="397" y="448"/>
                    </a:cubicBezTo>
                    <a:cubicBezTo>
                      <a:pt x="404" y="448"/>
                      <a:pt x="408" y="453"/>
                      <a:pt x="416" y="453"/>
                    </a:cubicBezTo>
                    <a:cubicBezTo>
                      <a:pt x="416" y="464"/>
                      <a:pt x="424" y="468"/>
                      <a:pt x="431" y="470"/>
                    </a:cubicBezTo>
                    <a:cubicBezTo>
                      <a:pt x="431" y="470"/>
                      <a:pt x="431" y="470"/>
                      <a:pt x="431" y="470"/>
                    </a:cubicBezTo>
                    <a:cubicBezTo>
                      <a:pt x="439" y="474"/>
                      <a:pt x="444" y="471"/>
                      <a:pt x="452" y="475"/>
                    </a:cubicBezTo>
                    <a:cubicBezTo>
                      <a:pt x="452" y="477"/>
                      <a:pt x="451" y="486"/>
                      <a:pt x="454" y="486"/>
                    </a:cubicBezTo>
                    <a:cubicBezTo>
                      <a:pt x="459" y="486"/>
                      <a:pt x="457" y="480"/>
                      <a:pt x="460" y="477"/>
                    </a:cubicBezTo>
                    <a:cubicBezTo>
                      <a:pt x="463" y="474"/>
                      <a:pt x="472" y="472"/>
                      <a:pt x="476" y="470"/>
                    </a:cubicBezTo>
                    <a:cubicBezTo>
                      <a:pt x="484" y="466"/>
                      <a:pt x="492" y="468"/>
                      <a:pt x="498" y="463"/>
                    </a:cubicBezTo>
                    <a:cubicBezTo>
                      <a:pt x="498" y="463"/>
                      <a:pt x="502" y="455"/>
                      <a:pt x="503" y="455"/>
                    </a:cubicBezTo>
                    <a:cubicBezTo>
                      <a:pt x="507" y="455"/>
                      <a:pt x="510" y="458"/>
                      <a:pt x="514" y="458"/>
                    </a:cubicBezTo>
                    <a:cubicBezTo>
                      <a:pt x="534" y="458"/>
                      <a:pt x="539" y="446"/>
                      <a:pt x="552" y="439"/>
                    </a:cubicBezTo>
                    <a:cubicBezTo>
                      <a:pt x="555" y="437"/>
                      <a:pt x="557" y="435"/>
                      <a:pt x="558" y="431"/>
                    </a:cubicBezTo>
                    <a:cubicBezTo>
                      <a:pt x="569" y="431"/>
                      <a:pt x="572" y="414"/>
                      <a:pt x="576" y="406"/>
                    </a:cubicBezTo>
                    <a:cubicBezTo>
                      <a:pt x="578" y="401"/>
                      <a:pt x="590" y="383"/>
                      <a:pt x="597" y="382"/>
                    </a:cubicBezTo>
                    <a:cubicBezTo>
                      <a:pt x="597" y="372"/>
                      <a:pt x="604" y="368"/>
                      <a:pt x="604" y="355"/>
                    </a:cubicBezTo>
                    <a:cubicBezTo>
                      <a:pt x="604" y="336"/>
                      <a:pt x="599" y="329"/>
                      <a:pt x="591" y="317"/>
                    </a:cubicBezTo>
                    <a:cubicBezTo>
                      <a:pt x="590" y="315"/>
                      <a:pt x="590" y="309"/>
                      <a:pt x="586" y="307"/>
                    </a:cubicBezTo>
                    <a:close/>
                  </a:path>
                </a:pathLst>
              </a:custGeom>
              <a:solidFill>
                <a:srgbClr val="A0DBCE"/>
              </a:solidFill>
              <a:ln w="9525">
                <a:noFill/>
                <a:round/>
                <a:headEnd/>
                <a:tailEnd/>
              </a:ln>
            </p:spPr>
            <p:txBody>
              <a:bodyPr anchor="ctr"/>
              <a:lstStyle/>
              <a:p>
                <a:pPr algn="ctr" eaLnBrk="0" fontAlgn="base" hangingPunct="0">
                  <a:spcBef>
                    <a:spcPct val="0"/>
                  </a:spcBef>
                  <a:spcAft>
                    <a:spcPct val="0"/>
                  </a:spcAft>
                </a:pPr>
                <a:endParaRPr sz="1350">
                  <a:solidFill>
                    <a:srgbClr val="FF0000"/>
                  </a:solidFill>
                  <a:latin typeface="Verdana" panose="020B0604030504040204" pitchFamily="34" charset="0"/>
                  <a:ea typeface="微软雅黑" panose="020B0503020204020204" pitchFamily="34" charset="-122"/>
                  <a:cs typeface="+mn-ea"/>
                  <a:sym typeface="+mn-lt"/>
                </a:endParaRPr>
              </a:p>
            </p:txBody>
          </p:sp>
          <p:sp>
            <p:nvSpPr>
              <p:cNvPr id="115" name="îṥļîḑé-Freeform: Shape 68"/>
              <p:cNvSpPr>
                <a:spLocks/>
              </p:cNvSpPr>
              <p:nvPr/>
            </p:nvSpPr>
            <p:spPr bwMode="auto">
              <a:xfrm>
                <a:off x="6906230" y="2802465"/>
                <a:ext cx="28748" cy="17497"/>
              </a:xfrm>
              <a:custGeom>
                <a:avLst/>
                <a:gdLst/>
                <a:ahLst/>
                <a:cxnLst>
                  <a:cxn ang="0">
                    <a:pos x="13" y="10"/>
                  </a:cxn>
                  <a:cxn ang="0">
                    <a:pos x="18" y="6"/>
                  </a:cxn>
                  <a:cxn ang="0">
                    <a:pos x="15" y="0"/>
                  </a:cxn>
                  <a:cxn ang="0">
                    <a:pos x="0" y="0"/>
                  </a:cxn>
                  <a:cxn ang="0">
                    <a:pos x="13" y="10"/>
                  </a:cxn>
                </a:cxnLst>
                <a:rect l="0" t="0" r="r" b="b"/>
                <a:pathLst>
                  <a:path w="18" h="10">
                    <a:moveTo>
                      <a:pt x="13" y="10"/>
                    </a:moveTo>
                    <a:cubicBezTo>
                      <a:pt x="15" y="10"/>
                      <a:pt x="18" y="8"/>
                      <a:pt x="18" y="6"/>
                    </a:cubicBezTo>
                    <a:cubicBezTo>
                      <a:pt x="18" y="3"/>
                      <a:pt x="15" y="2"/>
                      <a:pt x="15" y="0"/>
                    </a:cubicBezTo>
                    <a:cubicBezTo>
                      <a:pt x="0" y="0"/>
                      <a:pt x="0" y="0"/>
                      <a:pt x="0" y="0"/>
                    </a:cubicBezTo>
                    <a:cubicBezTo>
                      <a:pt x="3" y="6"/>
                      <a:pt x="7" y="10"/>
                      <a:pt x="13" y="10"/>
                    </a:cubicBezTo>
                    <a:close/>
                  </a:path>
                </a:pathLst>
              </a:custGeom>
              <a:solidFill>
                <a:schemeClr val="bg1">
                  <a:lumMod val="85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16" name="îṥļîḑé-Freeform: Shape 69"/>
              <p:cNvSpPr>
                <a:spLocks/>
              </p:cNvSpPr>
              <p:nvPr/>
            </p:nvSpPr>
            <p:spPr bwMode="auto">
              <a:xfrm>
                <a:off x="6246950" y="2575015"/>
                <a:ext cx="13416" cy="15552"/>
              </a:xfrm>
              <a:custGeom>
                <a:avLst/>
                <a:gdLst/>
                <a:ahLst/>
                <a:cxnLst>
                  <a:cxn ang="0">
                    <a:pos x="8" y="5"/>
                  </a:cxn>
                  <a:cxn ang="0">
                    <a:pos x="3" y="0"/>
                  </a:cxn>
                  <a:cxn ang="0">
                    <a:pos x="0" y="7"/>
                  </a:cxn>
                  <a:cxn ang="0">
                    <a:pos x="3" y="10"/>
                  </a:cxn>
                  <a:cxn ang="0">
                    <a:pos x="8" y="4"/>
                  </a:cxn>
                  <a:cxn ang="0">
                    <a:pos x="6" y="4"/>
                  </a:cxn>
                  <a:cxn ang="0">
                    <a:pos x="8" y="5"/>
                  </a:cxn>
                </a:cxnLst>
                <a:rect l="0" t="0" r="r" b="b"/>
                <a:pathLst>
                  <a:path w="8" h="10">
                    <a:moveTo>
                      <a:pt x="8" y="5"/>
                    </a:moveTo>
                    <a:cubicBezTo>
                      <a:pt x="3" y="0"/>
                      <a:pt x="3" y="0"/>
                      <a:pt x="3" y="0"/>
                    </a:cubicBezTo>
                    <a:cubicBezTo>
                      <a:pt x="2" y="2"/>
                      <a:pt x="0" y="4"/>
                      <a:pt x="0" y="7"/>
                    </a:cubicBezTo>
                    <a:cubicBezTo>
                      <a:pt x="0" y="9"/>
                      <a:pt x="1" y="10"/>
                      <a:pt x="3" y="10"/>
                    </a:cubicBezTo>
                    <a:cubicBezTo>
                      <a:pt x="7" y="10"/>
                      <a:pt x="7" y="6"/>
                      <a:pt x="8" y="4"/>
                    </a:cubicBezTo>
                    <a:cubicBezTo>
                      <a:pt x="6" y="4"/>
                      <a:pt x="6" y="4"/>
                      <a:pt x="6" y="4"/>
                    </a:cubicBezTo>
                    <a:lnTo>
                      <a:pt x="8" y="5"/>
                    </a:lnTo>
                    <a:close/>
                  </a:path>
                </a:pathLst>
              </a:custGeom>
              <a:solidFill>
                <a:schemeClr val="bg1">
                  <a:lumMod val="85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17" name="îṥļîḑé-Freeform: Shape 70"/>
              <p:cNvSpPr>
                <a:spLocks/>
              </p:cNvSpPr>
              <p:nvPr/>
            </p:nvSpPr>
            <p:spPr bwMode="auto">
              <a:xfrm>
                <a:off x="5769739" y="2627504"/>
                <a:ext cx="32581" cy="19440"/>
              </a:xfrm>
              <a:custGeom>
                <a:avLst/>
                <a:gdLst/>
                <a:ahLst/>
                <a:cxnLst>
                  <a:cxn ang="0">
                    <a:pos x="20" y="9"/>
                  </a:cxn>
                  <a:cxn ang="0">
                    <a:pos x="10" y="12"/>
                  </a:cxn>
                  <a:cxn ang="0">
                    <a:pos x="0" y="7"/>
                  </a:cxn>
                  <a:cxn ang="0">
                    <a:pos x="10" y="0"/>
                  </a:cxn>
                  <a:cxn ang="0">
                    <a:pos x="20" y="7"/>
                  </a:cxn>
                  <a:cxn ang="0">
                    <a:pos x="17" y="12"/>
                  </a:cxn>
                  <a:cxn ang="0">
                    <a:pos x="20" y="9"/>
                  </a:cxn>
                </a:cxnLst>
                <a:rect l="0" t="0" r="r" b="b"/>
                <a:pathLst>
                  <a:path w="20" h="12">
                    <a:moveTo>
                      <a:pt x="20" y="9"/>
                    </a:moveTo>
                    <a:cubicBezTo>
                      <a:pt x="17" y="11"/>
                      <a:pt x="14" y="12"/>
                      <a:pt x="10" y="12"/>
                    </a:cubicBezTo>
                    <a:cubicBezTo>
                      <a:pt x="5" y="12"/>
                      <a:pt x="0" y="11"/>
                      <a:pt x="0" y="7"/>
                    </a:cubicBezTo>
                    <a:cubicBezTo>
                      <a:pt x="0" y="3"/>
                      <a:pt x="6" y="0"/>
                      <a:pt x="10" y="0"/>
                    </a:cubicBezTo>
                    <a:cubicBezTo>
                      <a:pt x="16" y="0"/>
                      <a:pt x="20" y="2"/>
                      <a:pt x="20" y="7"/>
                    </a:cubicBezTo>
                    <a:cubicBezTo>
                      <a:pt x="20" y="10"/>
                      <a:pt x="18" y="11"/>
                      <a:pt x="17" y="12"/>
                    </a:cubicBezTo>
                    <a:lnTo>
                      <a:pt x="20" y="9"/>
                    </a:lnTo>
                    <a:close/>
                  </a:path>
                </a:pathLst>
              </a:custGeom>
              <a:solidFill>
                <a:schemeClr val="bg1">
                  <a:lumMod val="85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18" name="îṥļîḑé-Freeform: Shape 74"/>
              <p:cNvSpPr>
                <a:spLocks/>
              </p:cNvSpPr>
              <p:nvPr/>
            </p:nvSpPr>
            <p:spPr bwMode="auto">
              <a:xfrm>
                <a:off x="5436266" y="2520583"/>
                <a:ext cx="21082" cy="15552"/>
              </a:xfrm>
              <a:custGeom>
                <a:avLst/>
                <a:gdLst/>
                <a:ahLst/>
                <a:cxnLst>
                  <a:cxn ang="0">
                    <a:pos x="0" y="5"/>
                  </a:cxn>
                  <a:cxn ang="0">
                    <a:pos x="7" y="0"/>
                  </a:cxn>
                  <a:cxn ang="0">
                    <a:pos x="13" y="0"/>
                  </a:cxn>
                  <a:cxn ang="0">
                    <a:pos x="5" y="9"/>
                  </a:cxn>
                  <a:cxn ang="0">
                    <a:pos x="0" y="5"/>
                  </a:cxn>
                </a:cxnLst>
                <a:rect l="0" t="0" r="r" b="b"/>
                <a:pathLst>
                  <a:path w="13" h="9">
                    <a:moveTo>
                      <a:pt x="0" y="5"/>
                    </a:moveTo>
                    <a:cubicBezTo>
                      <a:pt x="3" y="3"/>
                      <a:pt x="5" y="1"/>
                      <a:pt x="7" y="0"/>
                    </a:cubicBezTo>
                    <a:cubicBezTo>
                      <a:pt x="13" y="0"/>
                      <a:pt x="13" y="0"/>
                      <a:pt x="13" y="0"/>
                    </a:cubicBezTo>
                    <a:cubicBezTo>
                      <a:pt x="12" y="6"/>
                      <a:pt x="10" y="9"/>
                      <a:pt x="5" y="9"/>
                    </a:cubicBezTo>
                    <a:cubicBezTo>
                      <a:pt x="2" y="9"/>
                      <a:pt x="1" y="7"/>
                      <a:pt x="0" y="5"/>
                    </a:cubicBezTo>
                    <a:close/>
                  </a:path>
                </a:pathLst>
              </a:custGeom>
              <a:solidFill>
                <a:schemeClr val="bg1">
                  <a:lumMod val="85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19" name="ïšḻïďê-Freeform: Shape 75"/>
              <p:cNvSpPr>
                <a:spLocks/>
              </p:cNvSpPr>
              <p:nvPr/>
            </p:nvSpPr>
            <p:spPr bwMode="auto">
              <a:xfrm>
                <a:off x="5330858" y="2333958"/>
                <a:ext cx="28748" cy="9721"/>
              </a:xfrm>
              <a:custGeom>
                <a:avLst/>
                <a:gdLst/>
                <a:ahLst/>
                <a:cxnLst>
                  <a:cxn ang="0">
                    <a:pos x="18" y="4"/>
                  </a:cxn>
                  <a:cxn ang="0">
                    <a:pos x="0" y="0"/>
                  </a:cxn>
                  <a:cxn ang="0">
                    <a:pos x="16" y="0"/>
                  </a:cxn>
                  <a:cxn ang="0">
                    <a:pos x="18" y="4"/>
                  </a:cxn>
                </a:cxnLst>
                <a:rect l="0" t="0" r="r" b="b"/>
                <a:pathLst>
                  <a:path w="18" h="6">
                    <a:moveTo>
                      <a:pt x="18" y="4"/>
                    </a:moveTo>
                    <a:cubicBezTo>
                      <a:pt x="11" y="5"/>
                      <a:pt x="3" y="6"/>
                      <a:pt x="0" y="0"/>
                    </a:cubicBezTo>
                    <a:cubicBezTo>
                      <a:pt x="16" y="0"/>
                      <a:pt x="16" y="0"/>
                      <a:pt x="16" y="0"/>
                    </a:cubicBezTo>
                    <a:lnTo>
                      <a:pt x="18" y="4"/>
                    </a:lnTo>
                    <a:close/>
                  </a:path>
                </a:pathLst>
              </a:custGeom>
              <a:solidFill>
                <a:schemeClr val="bg1">
                  <a:lumMod val="85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20" name="ïšḻïďê-Freeform: Shape 76"/>
              <p:cNvSpPr>
                <a:spLocks/>
              </p:cNvSpPr>
              <p:nvPr/>
            </p:nvSpPr>
            <p:spPr bwMode="auto">
              <a:xfrm>
                <a:off x="5664331" y="2471983"/>
                <a:ext cx="24915" cy="11664"/>
              </a:xfrm>
              <a:custGeom>
                <a:avLst/>
                <a:gdLst/>
                <a:ahLst/>
                <a:cxnLst>
                  <a:cxn ang="0">
                    <a:pos x="15" y="1"/>
                  </a:cxn>
                  <a:cxn ang="0">
                    <a:pos x="9" y="7"/>
                  </a:cxn>
                  <a:cxn ang="0">
                    <a:pos x="0" y="2"/>
                  </a:cxn>
                  <a:cxn ang="0">
                    <a:pos x="15" y="1"/>
                  </a:cxn>
                </a:cxnLst>
                <a:rect l="0" t="0" r="r" b="b"/>
                <a:pathLst>
                  <a:path w="15" h="7">
                    <a:moveTo>
                      <a:pt x="15" y="1"/>
                    </a:moveTo>
                    <a:cubicBezTo>
                      <a:pt x="14" y="4"/>
                      <a:pt x="12" y="7"/>
                      <a:pt x="9" y="7"/>
                    </a:cubicBezTo>
                    <a:cubicBezTo>
                      <a:pt x="4" y="7"/>
                      <a:pt x="1" y="4"/>
                      <a:pt x="0" y="2"/>
                    </a:cubicBezTo>
                    <a:cubicBezTo>
                      <a:pt x="9" y="0"/>
                      <a:pt x="11" y="2"/>
                      <a:pt x="15" y="1"/>
                    </a:cubicBezTo>
                    <a:close/>
                  </a:path>
                </a:pathLst>
              </a:custGeom>
              <a:solidFill>
                <a:schemeClr val="bg1">
                  <a:lumMod val="85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21" name="ïšḻïďê-Freeform: Shape 83"/>
              <p:cNvSpPr>
                <a:spLocks/>
              </p:cNvSpPr>
              <p:nvPr/>
            </p:nvSpPr>
            <p:spPr bwMode="auto">
              <a:xfrm>
                <a:off x="4169451" y="3793910"/>
                <a:ext cx="42163" cy="21385"/>
              </a:xfrm>
              <a:custGeom>
                <a:avLst/>
                <a:gdLst/>
                <a:ahLst/>
                <a:cxnLst>
                  <a:cxn ang="0">
                    <a:pos x="5" y="13"/>
                  </a:cxn>
                  <a:cxn ang="0">
                    <a:pos x="2" y="11"/>
                  </a:cxn>
                  <a:cxn ang="0">
                    <a:pos x="0" y="9"/>
                  </a:cxn>
                  <a:cxn ang="0">
                    <a:pos x="26" y="0"/>
                  </a:cxn>
                  <a:cxn ang="0">
                    <a:pos x="20" y="4"/>
                  </a:cxn>
                  <a:cxn ang="0">
                    <a:pos x="19" y="8"/>
                  </a:cxn>
                  <a:cxn ang="0">
                    <a:pos x="5" y="13"/>
                  </a:cxn>
                </a:cxnLst>
                <a:rect l="0" t="0" r="r" b="b"/>
                <a:pathLst>
                  <a:path w="26" h="13">
                    <a:moveTo>
                      <a:pt x="5" y="13"/>
                    </a:moveTo>
                    <a:cubicBezTo>
                      <a:pt x="4" y="13"/>
                      <a:pt x="2" y="12"/>
                      <a:pt x="2" y="11"/>
                    </a:cubicBezTo>
                    <a:cubicBezTo>
                      <a:pt x="1" y="11"/>
                      <a:pt x="0" y="9"/>
                      <a:pt x="0" y="9"/>
                    </a:cubicBezTo>
                    <a:cubicBezTo>
                      <a:pt x="7" y="6"/>
                      <a:pt x="18" y="1"/>
                      <a:pt x="26" y="0"/>
                    </a:cubicBezTo>
                    <a:cubicBezTo>
                      <a:pt x="25" y="4"/>
                      <a:pt x="22" y="2"/>
                      <a:pt x="20" y="4"/>
                    </a:cubicBezTo>
                    <a:cubicBezTo>
                      <a:pt x="18" y="4"/>
                      <a:pt x="19" y="7"/>
                      <a:pt x="19" y="8"/>
                    </a:cubicBezTo>
                    <a:cubicBezTo>
                      <a:pt x="18" y="11"/>
                      <a:pt x="9" y="13"/>
                      <a:pt x="5" y="13"/>
                    </a:cubicBezTo>
                    <a:close/>
                  </a:path>
                </a:pathLst>
              </a:custGeom>
              <a:solidFill>
                <a:schemeClr val="bg1">
                  <a:lumMod val="85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22" name="ïšḻïďê-Freeform: Shape 84"/>
              <p:cNvSpPr>
                <a:spLocks/>
              </p:cNvSpPr>
              <p:nvPr/>
            </p:nvSpPr>
            <p:spPr bwMode="auto">
              <a:xfrm>
                <a:off x="4481843" y="2827737"/>
                <a:ext cx="42163" cy="31104"/>
              </a:xfrm>
              <a:custGeom>
                <a:avLst/>
                <a:gdLst/>
                <a:ahLst/>
                <a:cxnLst>
                  <a:cxn ang="0">
                    <a:pos x="5" y="4"/>
                  </a:cxn>
                  <a:cxn ang="0">
                    <a:pos x="11" y="0"/>
                  </a:cxn>
                  <a:cxn ang="0">
                    <a:pos x="26" y="6"/>
                  </a:cxn>
                  <a:cxn ang="0">
                    <a:pos x="26" y="12"/>
                  </a:cxn>
                  <a:cxn ang="0">
                    <a:pos x="8" y="19"/>
                  </a:cxn>
                  <a:cxn ang="0">
                    <a:pos x="0" y="14"/>
                  </a:cxn>
                  <a:cxn ang="0">
                    <a:pos x="5" y="4"/>
                  </a:cxn>
                </a:cxnLst>
                <a:rect l="0" t="0" r="r" b="b"/>
                <a:pathLst>
                  <a:path w="26" h="19">
                    <a:moveTo>
                      <a:pt x="5" y="4"/>
                    </a:moveTo>
                    <a:cubicBezTo>
                      <a:pt x="8" y="4"/>
                      <a:pt x="8" y="0"/>
                      <a:pt x="11" y="0"/>
                    </a:cubicBezTo>
                    <a:cubicBezTo>
                      <a:pt x="17" y="0"/>
                      <a:pt x="20" y="5"/>
                      <a:pt x="26" y="6"/>
                    </a:cubicBezTo>
                    <a:cubicBezTo>
                      <a:pt x="26" y="12"/>
                      <a:pt x="26" y="12"/>
                      <a:pt x="26" y="12"/>
                    </a:cubicBezTo>
                    <a:cubicBezTo>
                      <a:pt x="20" y="15"/>
                      <a:pt x="15" y="19"/>
                      <a:pt x="8" y="19"/>
                    </a:cubicBezTo>
                    <a:cubicBezTo>
                      <a:pt x="2" y="19"/>
                      <a:pt x="0" y="19"/>
                      <a:pt x="0" y="14"/>
                    </a:cubicBezTo>
                    <a:cubicBezTo>
                      <a:pt x="0" y="12"/>
                      <a:pt x="4" y="4"/>
                      <a:pt x="5" y="4"/>
                    </a:cubicBezTo>
                    <a:close/>
                  </a:path>
                </a:pathLst>
              </a:custGeom>
              <a:solidFill>
                <a:schemeClr val="bg1">
                  <a:lumMod val="85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23" name="ïšḻïďê-Freeform: Shape 85"/>
              <p:cNvSpPr>
                <a:spLocks/>
              </p:cNvSpPr>
              <p:nvPr/>
            </p:nvSpPr>
            <p:spPr bwMode="auto">
              <a:xfrm>
                <a:off x="4694576" y="2790801"/>
                <a:ext cx="32581" cy="31104"/>
              </a:xfrm>
              <a:custGeom>
                <a:avLst/>
                <a:gdLst/>
                <a:ahLst/>
                <a:cxnLst>
                  <a:cxn ang="0">
                    <a:pos x="21" y="17"/>
                  </a:cxn>
                  <a:cxn ang="0">
                    <a:pos x="15" y="19"/>
                  </a:cxn>
                  <a:cxn ang="0">
                    <a:pos x="0" y="8"/>
                  </a:cxn>
                  <a:cxn ang="0">
                    <a:pos x="21" y="17"/>
                  </a:cxn>
                </a:cxnLst>
                <a:rect l="0" t="0" r="r" b="b"/>
                <a:pathLst>
                  <a:path w="21" h="20">
                    <a:moveTo>
                      <a:pt x="21" y="17"/>
                    </a:moveTo>
                    <a:cubicBezTo>
                      <a:pt x="21" y="20"/>
                      <a:pt x="15" y="19"/>
                      <a:pt x="15" y="19"/>
                    </a:cubicBezTo>
                    <a:cubicBezTo>
                      <a:pt x="10" y="19"/>
                      <a:pt x="0" y="14"/>
                      <a:pt x="0" y="8"/>
                    </a:cubicBezTo>
                    <a:cubicBezTo>
                      <a:pt x="0" y="0"/>
                      <a:pt x="21" y="8"/>
                      <a:pt x="21" y="17"/>
                    </a:cubicBezTo>
                    <a:close/>
                  </a:path>
                </a:pathLst>
              </a:custGeom>
              <a:solidFill>
                <a:schemeClr val="bg1">
                  <a:lumMod val="85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24" name="ïšḻïďê-Freeform: Shape 86"/>
              <p:cNvSpPr>
                <a:spLocks/>
              </p:cNvSpPr>
              <p:nvPr/>
            </p:nvSpPr>
            <p:spPr bwMode="auto">
              <a:xfrm>
                <a:off x="4924557" y="2674160"/>
                <a:ext cx="30664" cy="21385"/>
              </a:xfrm>
              <a:custGeom>
                <a:avLst/>
                <a:gdLst/>
                <a:ahLst/>
                <a:cxnLst>
                  <a:cxn ang="0">
                    <a:pos x="2" y="13"/>
                  </a:cxn>
                  <a:cxn ang="0">
                    <a:pos x="19" y="8"/>
                  </a:cxn>
                  <a:cxn ang="0">
                    <a:pos x="8" y="0"/>
                  </a:cxn>
                  <a:cxn ang="0">
                    <a:pos x="2" y="9"/>
                  </a:cxn>
                  <a:cxn ang="0">
                    <a:pos x="2" y="13"/>
                  </a:cxn>
                </a:cxnLst>
                <a:rect l="0" t="0" r="r" b="b"/>
                <a:pathLst>
                  <a:path w="19" h="13">
                    <a:moveTo>
                      <a:pt x="2" y="13"/>
                    </a:moveTo>
                    <a:cubicBezTo>
                      <a:pt x="7" y="13"/>
                      <a:pt x="17" y="10"/>
                      <a:pt x="19" y="8"/>
                    </a:cubicBezTo>
                    <a:cubicBezTo>
                      <a:pt x="15" y="5"/>
                      <a:pt x="13" y="0"/>
                      <a:pt x="8" y="0"/>
                    </a:cubicBezTo>
                    <a:cubicBezTo>
                      <a:pt x="4" y="0"/>
                      <a:pt x="2" y="5"/>
                      <a:pt x="2" y="9"/>
                    </a:cubicBezTo>
                    <a:cubicBezTo>
                      <a:pt x="2" y="10"/>
                      <a:pt x="0" y="13"/>
                      <a:pt x="2" y="13"/>
                    </a:cubicBezTo>
                    <a:close/>
                  </a:path>
                </a:pathLst>
              </a:custGeom>
              <a:solidFill>
                <a:schemeClr val="bg1">
                  <a:lumMod val="85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125" name="ïšḻïďê-Freeform: Shape 87"/>
              <p:cNvSpPr>
                <a:spLocks/>
              </p:cNvSpPr>
              <p:nvPr/>
            </p:nvSpPr>
            <p:spPr bwMode="auto">
              <a:xfrm>
                <a:off x="6346609" y="2652776"/>
                <a:ext cx="65161" cy="27216"/>
              </a:xfrm>
              <a:custGeom>
                <a:avLst/>
                <a:gdLst/>
                <a:ahLst/>
                <a:cxnLst>
                  <a:cxn ang="0">
                    <a:pos x="0" y="13"/>
                  </a:cxn>
                  <a:cxn ang="0">
                    <a:pos x="21" y="0"/>
                  </a:cxn>
                  <a:cxn ang="0">
                    <a:pos x="41" y="17"/>
                  </a:cxn>
                  <a:cxn ang="0">
                    <a:pos x="28" y="17"/>
                  </a:cxn>
                  <a:cxn ang="0">
                    <a:pos x="2" y="11"/>
                  </a:cxn>
                  <a:cxn ang="0">
                    <a:pos x="0" y="13"/>
                  </a:cxn>
                </a:cxnLst>
                <a:rect l="0" t="0" r="r" b="b"/>
                <a:pathLst>
                  <a:path w="41" h="17">
                    <a:moveTo>
                      <a:pt x="0" y="13"/>
                    </a:moveTo>
                    <a:cubicBezTo>
                      <a:pt x="5" y="6"/>
                      <a:pt x="11" y="0"/>
                      <a:pt x="21" y="0"/>
                    </a:cubicBezTo>
                    <a:cubicBezTo>
                      <a:pt x="32" y="0"/>
                      <a:pt x="41" y="7"/>
                      <a:pt x="41" y="17"/>
                    </a:cubicBezTo>
                    <a:cubicBezTo>
                      <a:pt x="28" y="17"/>
                      <a:pt x="28" y="17"/>
                      <a:pt x="28" y="17"/>
                    </a:cubicBezTo>
                    <a:cubicBezTo>
                      <a:pt x="20" y="13"/>
                      <a:pt x="10" y="14"/>
                      <a:pt x="2" y="11"/>
                    </a:cubicBezTo>
                    <a:lnTo>
                      <a:pt x="0" y="13"/>
                    </a:lnTo>
                    <a:close/>
                  </a:path>
                </a:pathLst>
              </a:custGeom>
              <a:solidFill>
                <a:schemeClr val="bg1">
                  <a:lumMod val="85000"/>
                </a:schemeClr>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grpSp>
        <p:grpSp>
          <p:nvGrpSpPr>
            <p:cNvPr id="68" name="Group 12"/>
            <p:cNvGrpSpPr/>
            <p:nvPr/>
          </p:nvGrpSpPr>
          <p:grpSpPr>
            <a:xfrm>
              <a:off x="3112729" y="2462878"/>
              <a:ext cx="705761" cy="1156187"/>
              <a:chOff x="3030538" y="2674938"/>
              <a:chExt cx="779463" cy="1258888"/>
            </a:xfrm>
            <a:solidFill>
              <a:srgbClr val="9AC1E4"/>
            </a:solidFill>
          </p:grpSpPr>
          <p:sp>
            <p:nvSpPr>
              <p:cNvPr id="70" name="ïşḻïďê-Freeform: Shape 186"/>
              <p:cNvSpPr>
                <a:spLocks/>
              </p:cNvSpPr>
              <p:nvPr/>
            </p:nvSpPr>
            <p:spPr bwMode="auto">
              <a:xfrm>
                <a:off x="3541713" y="2881313"/>
                <a:ext cx="39688" cy="31750"/>
              </a:xfrm>
              <a:custGeom>
                <a:avLst/>
                <a:gdLst/>
                <a:ahLst/>
                <a:cxnLst>
                  <a:cxn ang="0">
                    <a:pos x="10" y="0"/>
                  </a:cxn>
                  <a:cxn ang="0">
                    <a:pos x="20" y="4"/>
                  </a:cxn>
                  <a:cxn ang="0">
                    <a:pos x="27" y="5"/>
                  </a:cxn>
                  <a:cxn ang="0">
                    <a:pos x="30" y="9"/>
                  </a:cxn>
                  <a:cxn ang="0">
                    <a:pos x="18" y="23"/>
                  </a:cxn>
                  <a:cxn ang="0">
                    <a:pos x="0" y="11"/>
                  </a:cxn>
                  <a:cxn ang="0">
                    <a:pos x="9" y="0"/>
                  </a:cxn>
                  <a:cxn ang="0">
                    <a:pos x="10" y="0"/>
                  </a:cxn>
                </a:cxnLst>
                <a:rect l="0" t="0" r="r" b="b"/>
                <a:pathLst>
                  <a:path w="30" h="23">
                    <a:moveTo>
                      <a:pt x="10" y="0"/>
                    </a:moveTo>
                    <a:cubicBezTo>
                      <a:pt x="13" y="1"/>
                      <a:pt x="16" y="4"/>
                      <a:pt x="20" y="4"/>
                    </a:cubicBezTo>
                    <a:cubicBezTo>
                      <a:pt x="21" y="9"/>
                      <a:pt x="25" y="5"/>
                      <a:pt x="27" y="5"/>
                    </a:cubicBezTo>
                    <a:cubicBezTo>
                      <a:pt x="29" y="5"/>
                      <a:pt x="30" y="8"/>
                      <a:pt x="30" y="9"/>
                    </a:cubicBezTo>
                    <a:cubicBezTo>
                      <a:pt x="30" y="12"/>
                      <a:pt x="23" y="23"/>
                      <a:pt x="18" y="23"/>
                    </a:cubicBezTo>
                    <a:cubicBezTo>
                      <a:pt x="11" y="23"/>
                      <a:pt x="0" y="15"/>
                      <a:pt x="0" y="11"/>
                    </a:cubicBezTo>
                    <a:cubicBezTo>
                      <a:pt x="0" y="4"/>
                      <a:pt x="3" y="0"/>
                      <a:pt x="9" y="0"/>
                    </a:cubicBezTo>
                    <a:cubicBezTo>
                      <a:pt x="9" y="0"/>
                      <a:pt x="10" y="0"/>
                      <a:pt x="10" y="0"/>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sp>
            <p:nvSpPr>
              <p:cNvPr id="71" name="ïşḻïďê-Freeform: Shape 187"/>
              <p:cNvSpPr>
                <a:spLocks/>
              </p:cNvSpPr>
              <p:nvPr/>
            </p:nvSpPr>
            <p:spPr bwMode="auto">
              <a:xfrm>
                <a:off x="3030538" y="2674938"/>
                <a:ext cx="779463" cy="1258888"/>
              </a:xfrm>
              <a:custGeom>
                <a:avLst/>
                <a:gdLst/>
                <a:ahLst/>
                <a:cxnLst>
                  <a:cxn ang="0">
                    <a:pos x="46" y="91"/>
                  </a:cxn>
                  <a:cxn ang="0">
                    <a:pos x="51" y="51"/>
                  </a:cxn>
                  <a:cxn ang="0">
                    <a:pos x="59" y="46"/>
                  </a:cxn>
                  <a:cxn ang="0">
                    <a:pos x="82" y="18"/>
                  </a:cxn>
                  <a:cxn ang="0">
                    <a:pos x="128" y="6"/>
                  </a:cxn>
                  <a:cxn ang="0">
                    <a:pos x="126" y="42"/>
                  </a:cxn>
                  <a:cxn ang="0">
                    <a:pos x="136" y="13"/>
                  </a:cxn>
                  <a:cxn ang="0">
                    <a:pos x="146" y="5"/>
                  </a:cxn>
                  <a:cxn ang="0">
                    <a:pos x="194" y="24"/>
                  </a:cxn>
                  <a:cxn ang="0">
                    <a:pos x="227" y="20"/>
                  </a:cxn>
                  <a:cxn ang="0">
                    <a:pos x="233" y="26"/>
                  </a:cxn>
                  <a:cxn ang="0">
                    <a:pos x="270" y="50"/>
                  </a:cxn>
                  <a:cxn ang="0">
                    <a:pos x="328" y="84"/>
                  </a:cxn>
                  <a:cxn ang="0">
                    <a:pos x="354" y="89"/>
                  </a:cxn>
                  <a:cxn ang="0">
                    <a:pos x="389" y="130"/>
                  </a:cxn>
                  <a:cxn ang="0">
                    <a:pos x="383" y="170"/>
                  </a:cxn>
                  <a:cxn ang="0">
                    <a:pos x="403" y="185"/>
                  </a:cxn>
                  <a:cxn ang="0">
                    <a:pos x="454" y="175"/>
                  </a:cxn>
                  <a:cxn ang="0">
                    <a:pos x="467" y="191"/>
                  </a:cxn>
                  <a:cxn ang="0">
                    <a:pos x="513" y="191"/>
                  </a:cxn>
                  <a:cxn ang="0">
                    <a:pos x="575" y="220"/>
                  </a:cxn>
                  <a:cxn ang="0">
                    <a:pos x="549" y="310"/>
                  </a:cxn>
                  <a:cxn ang="0">
                    <a:pos x="532" y="374"/>
                  </a:cxn>
                  <a:cxn ang="0">
                    <a:pos x="522" y="405"/>
                  </a:cxn>
                  <a:cxn ang="0">
                    <a:pos x="485" y="449"/>
                  </a:cxn>
                  <a:cxn ang="0">
                    <a:pos x="429" y="474"/>
                  </a:cxn>
                  <a:cxn ang="0">
                    <a:pos x="412" y="524"/>
                  </a:cxn>
                  <a:cxn ang="0">
                    <a:pos x="388" y="559"/>
                  </a:cxn>
                  <a:cxn ang="0">
                    <a:pos x="311" y="614"/>
                  </a:cxn>
                  <a:cxn ang="0">
                    <a:pos x="297" y="619"/>
                  </a:cxn>
                  <a:cxn ang="0">
                    <a:pos x="308" y="654"/>
                  </a:cxn>
                  <a:cxn ang="0">
                    <a:pos x="244" y="677"/>
                  </a:cxn>
                  <a:cxn ang="0">
                    <a:pos x="240" y="707"/>
                  </a:cxn>
                  <a:cxn ang="0">
                    <a:pos x="205" y="711"/>
                  </a:cxn>
                  <a:cxn ang="0">
                    <a:pos x="225" y="730"/>
                  </a:cxn>
                  <a:cxn ang="0">
                    <a:pos x="214" y="739"/>
                  </a:cxn>
                  <a:cxn ang="0">
                    <a:pos x="178" y="787"/>
                  </a:cxn>
                  <a:cxn ang="0">
                    <a:pos x="176" y="846"/>
                  </a:cxn>
                  <a:cxn ang="0">
                    <a:pos x="161" y="884"/>
                  </a:cxn>
                  <a:cxn ang="0">
                    <a:pos x="200" y="935"/>
                  </a:cxn>
                  <a:cxn ang="0">
                    <a:pos x="169" y="945"/>
                  </a:cxn>
                  <a:cxn ang="0">
                    <a:pos x="127" y="921"/>
                  </a:cxn>
                  <a:cxn ang="0">
                    <a:pos x="92" y="903"/>
                  </a:cxn>
                  <a:cxn ang="0">
                    <a:pos x="93" y="889"/>
                  </a:cxn>
                  <a:cxn ang="0">
                    <a:pos x="84" y="857"/>
                  </a:cxn>
                  <a:cxn ang="0">
                    <a:pos x="82" y="791"/>
                  </a:cxn>
                  <a:cxn ang="0">
                    <a:pos x="86" y="782"/>
                  </a:cxn>
                  <a:cxn ang="0">
                    <a:pos x="112" y="718"/>
                  </a:cxn>
                  <a:cxn ang="0">
                    <a:pos x="95" y="708"/>
                  </a:cxn>
                  <a:cxn ang="0">
                    <a:pos x="102" y="680"/>
                  </a:cxn>
                  <a:cxn ang="0">
                    <a:pos x="114" y="626"/>
                  </a:cxn>
                  <a:cxn ang="0">
                    <a:pos x="124" y="562"/>
                  </a:cxn>
                  <a:cxn ang="0">
                    <a:pos x="136" y="494"/>
                  </a:cxn>
                  <a:cxn ang="0">
                    <a:pos x="143" y="434"/>
                  </a:cxn>
                  <a:cxn ang="0">
                    <a:pos x="104" y="370"/>
                  </a:cxn>
                  <a:cxn ang="0">
                    <a:pos x="62" y="330"/>
                  </a:cxn>
                  <a:cxn ang="0">
                    <a:pos x="28" y="261"/>
                  </a:cxn>
                  <a:cxn ang="0">
                    <a:pos x="11" y="242"/>
                  </a:cxn>
                  <a:cxn ang="0">
                    <a:pos x="18" y="191"/>
                  </a:cxn>
                  <a:cxn ang="0">
                    <a:pos x="14" y="148"/>
                  </a:cxn>
                  <a:cxn ang="0">
                    <a:pos x="47" y="106"/>
                  </a:cxn>
                </a:cxnLst>
                <a:rect l="0" t="0" r="r" b="b"/>
                <a:pathLst>
                  <a:path w="586" h="945">
                    <a:moveTo>
                      <a:pt x="49" y="103"/>
                    </a:moveTo>
                    <a:cubicBezTo>
                      <a:pt x="49" y="102"/>
                      <a:pt x="49" y="101"/>
                      <a:pt x="49" y="100"/>
                    </a:cubicBezTo>
                    <a:cubicBezTo>
                      <a:pt x="49" y="97"/>
                      <a:pt x="46" y="94"/>
                      <a:pt x="46" y="91"/>
                    </a:cubicBezTo>
                    <a:cubicBezTo>
                      <a:pt x="46" y="85"/>
                      <a:pt x="48" y="84"/>
                      <a:pt x="48" y="79"/>
                    </a:cubicBezTo>
                    <a:cubicBezTo>
                      <a:pt x="48" y="70"/>
                      <a:pt x="40" y="71"/>
                      <a:pt x="40" y="63"/>
                    </a:cubicBezTo>
                    <a:cubicBezTo>
                      <a:pt x="40" y="57"/>
                      <a:pt x="49" y="55"/>
                      <a:pt x="51" y="51"/>
                    </a:cubicBezTo>
                    <a:cubicBezTo>
                      <a:pt x="55" y="52"/>
                      <a:pt x="53" y="52"/>
                      <a:pt x="57" y="51"/>
                    </a:cubicBezTo>
                    <a:cubicBezTo>
                      <a:pt x="57" y="50"/>
                      <a:pt x="57" y="49"/>
                      <a:pt x="57" y="48"/>
                    </a:cubicBezTo>
                    <a:cubicBezTo>
                      <a:pt x="57" y="48"/>
                      <a:pt x="58" y="46"/>
                      <a:pt x="59" y="46"/>
                    </a:cubicBezTo>
                    <a:cubicBezTo>
                      <a:pt x="59" y="42"/>
                      <a:pt x="64" y="40"/>
                      <a:pt x="66" y="39"/>
                    </a:cubicBezTo>
                    <a:cubicBezTo>
                      <a:pt x="69" y="37"/>
                      <a:pt x="69" y="31"/>
                      <a:pt x="70" y="28"/>
                    </a:cubicBezTo>
                    <a:cubicBezTo>
                      <a:pt x="72" y="21"/>
                      <a:pt x="76" y="19"/>
                      <a:pt x="82" y="18"/>
                    </a:cubicBezTo>
                    <a:cubicBezTo>
                      <a:pt x="93" y="14"/>
                      <a:pt x="100" y="12"/>
                      <a:pt x="111" y="9"/>
                    </a:cubicBezTo>
                    <a:cubicBezTo>
                      <a:pt x="117" y="7"/>
                      <a:pt x="118" y="0"/>
                      <a:pt x="124" y="0"/>
                    </a:cubicBezTo>
                    <a:cubicBezTo>
                      <a:pt x="126" y="0"/>
                      <a:pt x="128" y="5"/>
                      <a:pt x="128" y="6"/>
                    </a:cubicBezTo>
                    <a:cubicBezTo>
                      <a:pt x="128" y="9"/>
                      <a:pt x="125" y="11"/>
                      <a:pt x="123" y="11"/>
                    </a:cubicBezTo>
                    <a:cubicBezTo>
                      <a:pt x="122" y="18"/>
                      <a:pt x="119" y="25"/>
                      <a:pt x="119" y="29"/>
                    </a:cubicBezTo>
                    <a:cubicBezTo>
                      <a:pt x="119" y="34"/>
                      <a:pt x="122" y="42"/>
                      <a:pt x="126" y="42"/>
                    </a:cubicBezTo>
                    <a:cubicBezTo>
                      <a:pt x="128" y="42"/>
                      <a:pt x="131" y="37"/>
                      <a:pt x="131" y="35"/>
                    </a:cubicBezTo>
                    <a:cubicBezTo>
                      <a:pt x="131" y="30"/>
                      <a:pt x="125" y="27"/>
                      <a:pt x="125" y="21"/>
                    </a:cubicBezTo>
                    <a:cubicBezTo>
                      <a:pt x="125" y="15"/>
                      <a:pt x="132" y="16"/>
                      <a:pt x="136" y="13"/>
                    </a:cubicBezTo>
                    <a:cubicBezTo>
                      <a:pt x="147" y="13"/>
                      <a:pt x="147" y="13"/>
                      <a:pt x="147" y="13"/>
                    </a:cubicBezTo>
                    <a:cubicBezTo>
                      <a:pt x="145" y="8"/>
                      <a:pt x="139" y="10"/>
                      <a:pt x="139" y="5"/>
                    </a:cubicBezTo>
                    <a:cubicBezTo>
                      <a:pt x="146" y="5"/>
                      <a:pt x="146" y="5"/>
                      <a:pt x="146" y="5"/>
                    </a:cubicBezTo>
                    <a:cubicBezTo>
                      <a:pt x="148" y="12"/>
                      <a:pt x="158" y="14"/>
                      <a:pt x="165" y="16"/>
                    </a:cubicBezTo>
                    <a:cubicBezTo>
                      <a:pt x="165" y="20"/>
                      <a:pt x="167" y="23"/>
                      <a:pt x="170" y="24"/>
                    </a:cubicBezTo>
                    <a:cubicBezTo>
                      <a:pt x="177" y="24"/>
                      <a:pt x="190" y="24"/>
                      <a:pt x="194" y="24"/>
                    </a:cubicBezTo>
                    <a:cubicBezTo>
                      <a:pt x="194" y="28"/>
                      <a:pt x="199" y="29"/>
                      <a:pt x="203" y="29"/>
                    </a:cubicBezTo>
                    <a:cubicBezTo>
                      <a:pt x="209" y="28"/>
                      <a:pt x="214" y="28"/>
                      <a:pt x="216" y="22"/>
                    </a:cubicBezTo>
                    <a:cubicBezTo>
                      <a:pt x="217" y="21"/>
                      <a:pt x="226" y="21"/>
                      <a:pt x="227" y="20"/>
                    </a:cubicBezTo>
                    <a:cubicBezTo>
                      <a:pt x="232" y="20"/>
                      <a:pt x="240" y="21"/>
                      <a:pt x="240" y="21"/>
                    </a:cubicBezTo>
                    <a:cubicBezTo>
                      <a:pt x="238" y="23"/>
                      <a:pt x="234" y="23"/>
                      <a:pt x="233" y="22"/>
                    </a:cubicBezTo>
                    <a:cubicBezTo>
                      <a:pt x="233" y="26"/>
                      <a:pt x="233" y="26"/>
                      <a:pt x="233" y="26"/>
                    </a:cubicBezTo>
                    <a:cubicBezTo>
                      <a:pt x="236" y="32"/>
                      <a:pt x="245" y="33"/>
                      <a:pt x="252" y="36"/>
                    </a:cubicBezTo>
                    <a:cubicBezTo>
                      <a:pt x="258" y="37"/>
                      <a:pt x="256" y="44"/>
                      <a:pt x="258" y="50"/>
                    </a:cubicBezTo>
                    <a:cubicBezTo>
                      <a:pt x="270" y="50"/>
                      <a:pt x="270" y="50"/>
                      <a:pt x="270" y="50"/>
                    </a:cubicBezTo>
                    <a:cubicBezTo>
                      <a:pt x="279" y="58"/>
                      <a:pt x="283" y="57"/>
                      <a:pt x="288" y="68"/>
                    </a:cubicBezTo>
                    <a:cubicBezTo>
                      <a:pt x="289" y="70"/>
                      <a:pt x="293" y="70"/>
                      <a:pt x="295" y="70"/>
                    </a:cubicBezTo>
                    <a:cubicBezTo>
                      <a:pt x="298" y="83"/>
                      <a:pt x="316" y="81"/>
                      <a:pt x="328" y="84"/>
                    </a:cubicBezTo>
                    <a:cubicBezTo>
                      <a:pt x="340" y="84"/>
                      <a:pt x="340" y="84"/>
                      <a:pt x="340" y="84"/>
                    </a:cubicBezTo>
                    <a:cubicBezTo>
                      <a:pt x="343" y="85"/>
                      <a:pt x="350" y="89"/>
                      <a:pt x="354" y="89"/>
                    </a:cubicBezTo>
                    <a:cubicBezTo>
                      <a:pt x="354" y="89"/>
                      <a:pt x="354" y="89"/>
                      <a:pt x="354" y="89"/>
                    </a:cubicBezTo>
                    <a:cubicBezTo>
                      <a:pt x="355" y="89"/>
                      <a:pt x="356" y="89"/>
                      <a:pt x="357" y="89"/>
                    </a:cubicBezTo>
                    <a:cubicBezTo>
                      <a:pt x="364" y="89"/>
                      <a:pt x="373" y="104"/>
                      <a:pt x="381" y="106"/>
                    </a:cubicBezTo>
                    <a:cubicBezTo>
                      <a:pt x="381" y="111"/>
                      <a:pt x="386" y="125"/>
                      <a:pt x="389" y="130"/>
                    </a:cubicBezTo>
                    <a:cubicBezTo>
                      <a:pt x="391" y="134"/>
                      <a:pt x="397" y="134"/>
                      <a:pt x="397" y="139"/>
                    </a:cubicBezTo>
                    <a:cubicBezTo>
                      <a:pt x="390" y="148"/>
                      <a:pt x="377" y="152"/>
                      <a:pt x="377" y="165"/>
                    </a:cubicBezTo>
                    <a:cubicBezTo>
                      <a:pt x="377" y="170"/>
                      <a:pt x="381" y="169"/>
                      <a:pt x="383" y="170"/>
                    </a:cubicBezTo>
                    <a:cubicBezTo>
                      <a:pt x="387" y="172"/>
                      <a:pt x="390" y="176"/>
                      <a:pt x="390" y="180"/>
                    </a:cubicBezTo>
                    <a:cubicBezTo>
                      <a:pt x="401" y="180"/>
                      <a:pt x="401" y="180"/>
                      <a:pt x="401" y="180"/>
                    </a:cubicBezTo>
                    <a:cubicBezTo>
                      <a:pt x="401" y="182"/>
                      <a:pt x="402" y="185"/>
                      <a:pt x="403" y="185"/>
                    </a:cubicBezTo>
                    <a:cubicBezTo>
                      <a:pt x="405" y="185"/>
                      <a:pt x="407" y="182"/>
                      <a:pt x="408" y="180"/>
                    </a:cubicBezTo>
                    <a:cubicBezTo>
                      <a:pt x="413" y="173"/>
                      <a:pt x="418" y="164"/>
                      <a:pt x="425" y="164"/>
                    </a:cubicBezTo>
                    <a:cubicBezTo>
                      <a:pt x="433" y="164"/>
                      <a:pt x="449" y="172"/>
                      <a:pt x="454" y="175"/>
                    </a:cubicBezTo>
                    <a:cubicBezTo>
                      <a:pt x="458" y="178"/>
                      <a:pt x="462" y="177"/>
                      <a:pt x="463" y="180"/>
                    </a:cubicBezTo>
                    <a:cubicBezTo>
                      <a:pt x="464" y="184"/>
                      <a:pt x="464" y="187"/>
                      <a:pt x="464" y="191"/>
                    </a:cubicBezTo>
                    <a:cubicBezTo>
                      <a:pt x="467" y="191"/>
                      <a:pt x="467" y="191"/>
                      <a:pt x="467" y="191"/>
                    </a:cubicBezTo>
                    <a:cubicBezTo>
                      <a:pt x="471" y="190"/>
                      <a:pt x="472" y="186"/>
                      <a:pt x="476" y="186"/>
                    </a:cubicBezTo>
                    <a:cubicBezTo>
                      <a:pt x="486" y="186"/>
                      <a:pt x="487" y="194"/>
                      <a:pt x="496" y="194"/>
                    </a:cubicBezTo>
                    <a:cubicBezTo>
                      <a:pt x="513" y="191"/>
                      <a:pt x="513" y="191"/>
                      <a:pt x="513" y="191"/>
                    </a:cubicBezTo>
                    <a:cubicBezTo>
                      <a:pt x="521" y="193"/>
                      <a:pt x="529" y="196"/>
                      <a:pt x="534" y="198"/>
                    </a:cubicBezTo>
                    <a:cubicBezTo>
                      <a:pt x="538" y="205"/>
                      <a:pt x="551" y="217"/>
                      <a:pt x="558" y="220"/>
                    </a:cubicBezTo>
                    <a:cubicBezTo>
                      <a:pt x="565" y="221"/>
                      <a:pt x="569" y="219"/>
                      <a:pt x="575" y="220"/>
                    </a:cubicBezTo>
                    <a:cubicBezTo>
                      <a:pt x="584" y="223"/>
                      <a:pt x="586" y="232"/>
                      <a:pt x="586" y="242"/>
                    </a:cubicBezTo>
                    <a:cubicBezTo>
                      <a:pt x="586" y="274"/>
                      <a:pt x="568" y="283"/>
                      <a:pt x="556" y="301"/>
                    </a:cubicBezTo>
                    <a:cubicBezTo>
                      <a:pt x="553" y="305"/>
                      <a:pt x="551" y="306"/>
                      <a:pt x="549" y="310"/>
                    </a:cubicBezTo>
                    <a:cubicBezTo>
                      <a:pt x="544" y="317"/>
                      <a:pt x="540" y="317"/>
                      <a:pt x="535" y="322"/>
                    </a:cubicBezTo>
                    <a:cubicBezTo>
                      <a:pt x="529" y="328"/>
                      <a:pt x="535" y="343"/>
                      <a:pt x="535" y="353"/>
                    </a:cubicBezTo>
                    <a:cubicBezTo>
                      <a:pt x="535" y="361"/>
                      <a:pt x="532" y="369"/>
                      <a:pt x="532" y="374"/>
                    </a:cubicBezTo>
                    <a:cubicBezTo>
                      <a:pt x="532" y="377"/>
                      <a:pt x="530" y="378"/>
                      <a:pt x="530" y="380"/>
                    </a:cubicBezTo>
                    <a:cubicBezTo>
                      <a:pt x="528" y="382"/>
                      <a:pt x="524" y="386"/>
                      <a:pt x="524" y="390"/>
                    </a:cubicBezTo>
                    <a:cubicBezTo>
                      <a:pt x="524" y="394"/>
                      <a:pt x="523" y="403"/>
                      <a:pt x="522" y="405"/>
                    </a:cubicBezTo>
                    <a:cubicBezTo>
                      <a:pt x="515" y="415"/>
                      <a:pt x="513" y="419"/>
                      <a:pt x="506" y="428"/>
                    </a:cubicBezTo>
                    <a:cubicBezTo>
                      <a:pt x="505" y="431"/>
                      <a:pt x="505" y="436"/>
                      <a:pt x="504" y="438"/>
                    </a:cubicBezTo>
                    <a:cubicBezTo>
                      <a:pt x="502" y="443"/>
                      <a:pt x="492" y="449"/>
                      <a:pt x="485" y="449"/>
                    </a:cubicBezTo>
                    <a:cubicBezTo>
                      <a:pt x="476" y="449"/>
                      <a:pt x="470" y="449"/>
                      <a:pt x="463" y="452"/>
                    </a:cubicBezTo>
                    <a:cubicBezTo>
                      <a:pt x="461" y="453"/>
                      <a:pt x="460" y="455"/>
                      <a:pt x="459" y="457"/>
                    </a:cubicBezTo>
                    <a:cubicBezTo>
                      <a:pt x="448" y="467"/>
                      <a:pt x="437" y="461"/>
                      <a:pt x="429" y="474"/>
                    </a:cubicBezTo>
                    <a:cubicBezTo>
                      <a:pt x="426" y="479"/>
                      <a:pt x="420" y="479"/>
                      <a:pt x="416" y="483"/>
                    </a:cubicBezTo>
                    <a:cubicBezTo>
                      <a:pt x="411" y="489"/>
                      <a:pt x="412" y="495"/>
                      <a:pt x="412" y="503"/>
                    </a:cubicBezTo>
                    <a:cubicBezTo>
                      <a:pt x="412" y="524"/>
                      <a:pt x="412" y="524"/>
                      <a:pt x="412" y="524"/>
                    </a:cubicBezTo>
                    <a:cubicBezTo>
                      <a:pt x="403" y="528"/>
                      <a:pt x="398" y="536"/>
                      <a:pt x="394" y="545"/>
                    </a:cubicBezTo>
                    <a:cubicBezTo>
                      <a:pt x="394" y="545"/>
                      <a:pt x="394" y="545"/>
                      <a:pt x="394" y="545"/>
                    </a:cubicBezTo>
                    <a:cubicBezTo>
                      <a:pt x="391" y="550"/>
                      <a:pt x="391" y="553"/>
                      <a:pt x="388" y="559"/>
                    </a:cubicBezTo>
                    <a:cubicBezTo>
                      <a:pt x="380" y="571"/>
                      <a:pt x="371" y="572"/>
                      <a:pt x="364" y="584"/>
                    </a:cubicBezTo>
                    <a:cubicBezTo>
                      <a:pt x="355" y="597"/>
                      <a:pt x="351" y="619"/>
                      <a:pt x="331" y="619"/>
                    </a:cubicBezTo>
                    <a:cubicBezTo>
                      <a:pt x="324" y="619"/>
                      <a:pt x="314" y="614"/>
                      <a:pt x="311" y="614"/>
                    </a:cubicBezTo>
                    <a:cubicBezTo>
                      <a:pt x="305" y="614"/>
                      <a:pt x="299" y="609"/>
                      <a:pt x="293" y="609"/>
                    </a:cubicBezTo>
                    <a:cubicBezTo>
                      <a:pt x="291" y="609"/>
                      <a:pt x="289" y="610"/>
                      <a:pt x="289" y="611"/>
                    </a:cubicBezTo>
                    <a:cubicBezTo>
                      <a:pt x="289" y="615"/>
                      <a:pt x="296" y="617"/>
                      <a:pt x="297" y="619"/>
                    </a:cubicBezTo>
                    <a:cubicBezTo>
                      <a:pt x="300" y="622"/>
                      <a:pt x="300" y="627"/>
                      <a:pt x="302" y="632"/>
                    </a:cubicBezTo>
                    <a:cubicBezTo>
                      <a:pt x="304" y="637"/>
                      <a:pt x="311" y="637"/>
                      <a:pt x="311" y="642"/>
                    </a:cubicBezTo>
                    <a:cubicBezTo>
                      <a:pt x="311" y="647"/>
                      <a:pt x="311" y="650"/>
                      <a:pt x="308" y="654"/>
                    </a:cubicBezTo>
                    <a:cubicBezTo>
                      <a:pt x="304" y="660"/>
                      <a:pt x="301" y="663"/>
                      <a:pt x="297" y="667"/>
                    </a:cubicBezTo>
                    <a:cubicBezTo>
                      <a:pt x="289" y="675"/>
                      <a:pt x="280" y="673"/>
                      <a:pt x="270" y="676"/>
                    </a:cubicBezTo>
                    <a:cubicBezTo>
                      <a:pt x="263" y="678"/>
                      <a:pt x="248" y="673"/>
                      <a:pt x="244" y="677"/>
                    </a:cubicBezTo>
                    <a:cubicBezTo>
                      <a:pt x="238" y="683"/>
                      <a:pt x="243" y="696"/>
                      <a:pt x="240" y="703"/>
                    </a:cubicBezTo>
                    <a:cubicBezTo>
                      <a:pt x="240" y="702"/>
                      <a:pt x="240" y="702"/>
                      <a:pt x="240" y="702"/>
                    </a:cubicBezTo>
                    <a:cubicBezTo>
                      <a:pt x="240" y="703"/>
                      <a:pt x="240" y="706"/>
                      <a:pt x="240" y="707"/>
                    </a:cubicBezTo>
                    <a:cubicBezTo>
                      <a:pt x="240" y="709"/>
                      <a:pt x="233" y="712"/>
                      <a:pt x="229" y="712"/>
                    </a:cubicBezTo>
                    <a:cubicBezTo>
                      <a:pt x="220" y="712"/>
                      <a:pt x="218" y="706"/>
                      <a:pt x="210" y="706"/>
                    </a:cubicBezTo>
                    <a:cubicBezTo>
                      <a:pt x="207" y="706"/>
                      <a:pt x="205" y="709"/>
                      <a:pt x="205" y="711"/>
                    </a:cubicBezTo>
                    <a:cubicBezTo>
                      <a:pt x="205" y="717"/>
                      <a:pt x="211" y="729"/>
                      <a:pt x="214" y="729"/>
                    </a:cubicBezTo>
                    <a:cubicBezTo>
                      <a:pt x="217" y="729"/>
                      <a:pt x="219" y="726"/>
                      <a:pt x="221" y="726"/>
                    </a:cubicBezTo>
                    <a:cubicBezTo>
                      <a:pt x="222" y="728"/>
                      <a:pt x="225" y="728"/>
                      <a:pt x="225" y="730"/>
                    </a:cubicBezTo>
                    <a:cubicBezTo>
                      <a:pt x="225" y="733"/>
                      <a:pt x="221" y="736"/>
                      <a:pt x="220" y="736"/>
                    </a:cubicBezTo>
                    <a:cubicBezTo>
                      <a:pt x="215" y="736"/>
                      <a:pt x="213" y="732"/>
                      <a:pt x="209" y="732"/>
                    </a:cubicBezTo>
                    <a:cubicBezTo>
                      <a:pt x="209" y="737"/>
                      <a:pt x="211" y="738"/>
                      <a:pt x="214" y="739"/>
                    </a:cubicBezTo>
                    <a:cubicBezTo>
                      <a:pt x="206" y="747"/>
                      <a:pt x="206" y="755"/>
                      <a:pt x="203" y="766"/>
                    </a:cubicBezTo>
                    <a:cubicBezTo>
                      <a:pt x="202" y="770"/>
                      <a:pt x="194" y="771"/>
                      <a:pt x="191" y="771"/>
                    </a:cubicBezTo>
                    <a:cubicBezTo>
                      <a:pt x="184" y="773"/>
                      <a:pt x="178" y="779"/>
                      <a:pt x="178" y="787"/>
                    </a:cubicBezTo>
                    <a:cubicBezTo>
                      <a:pt x="178" y="804"/>
                      <a:pt x="198" y="798"/>
                      <a:pt x="198" y="811"/>
                    </a:cubicBezTo>
                    <a:cubicBezTo>
                      <a:pt x="198" y="824"/>
                      <a:pt x="187" y="825"/>
                      <a:pt x="181" y="831"/>
                    </a:cubicBezTo>
                    <a:cubicBezTo>
                      <a:pt x="177" y="835"/>
                      <a:pt x="178" y="841"/>
                      <a:pt x="176" y="846"/>
                    </a:cubicBezTo>
                    <a:cubicBezTo>
                      <a:pt x="173" y="852"/>
                      <a:pt x="166" y="850"/>
                      <a:pt x="162" y="854"/>
                    </a:cubicBezTo>
                    <a:cubicBezTo>
                      <a:pt x="156" y="859"/>
                      <a:pt x="154" y="865"/>
                      <a:pt x="154" y="874"/>
                    </a:cubicBezTo>
                    <a:cubicBezTo>
                      <a:pt x="154" y="878"/>
                      <a:pt x="158" y="883"/>
                      <a:pt x="161" y="884"/>
                    </a:cubicBezTo>
                    <a:cubicBezTo>
                      <a:pt x="169" y="888"/>
                      <a:pt x="168" y="908"/>
                      <a:pt x="174" y="914"/>
                    </a:cubicBezTo>
                    <a:cubicBezTo>
                      <a:pt x="184" y="924"/>
                      <a:pt x="196" y="928"/>
                      <a:pt x="207" y="934"/>
                    </a:cubicBezTo>
                    <a:cubicBezTo>
                      <a:pt x="206" y="936"/>
                      <a:pt x="203" y="935"/>
                      <a:pt x="200" y="935"/>
                    </a:cubicBezTo>
                    <a:cubicBezTo>
                      <a:pt x="194" y="935"/>
                      <a:pt x="183" y="943"/>
                      <a:pt x="179" y="943"/>
                    </a:cubicBezTo>
                    <a:cubicBezTo>
                      <a:pt x="176" y="943"/>
                      <a:pt x="176" y="943"/>
                      <a:pt x="174" y="943"/>
                    </a:cubicBezTo>
                    <a:cubicBezTo>
                      <a:pt x="173" y="943"/>
                      <a:pt x="171" y="945"/>
                      <a:pt x="169" y="945"/>
                    </a:cubicBezTo>
                    <a:cubicBezTo>
                      <a:pt x="165" y="945"/>
                      <a:pt x="162" y="945"/>
                      <a:pt x="157" y="945"/>
                    </a:cubicBezTo>
                    <a:cubicBezTo>
                      <a:pt x="147" y="945"/>
                      <a:pt x="151" y="933"/>
                      <a:pt x="143" y="931"/>
                    </a:cubicBezTo>
                    <a:cubicBezTo>
                      <a:pt x="137" y="929"/>
                      <a:pt x="127" y="929"/>
                      <a:pt x="127" y="921"/>
                    </a:cubicBezTo>
                    <a:cubicBezTo>
                      <a:pt x="124" y="921"/>
                      <a:pt x="122" y="921"/>
                      <a:pt x="119" y="921"/>
                    </a:cubicBezTo>
                    <a:cubicBezTo>
                      <a:pt x="115" y="921"/>
                      <a:pt x="114" y="917"/>
                      <a:pt x="114" y="915"/>
                    </a:cubicBezTo>
                    <a:cubicBezTo>
                      <a:pt x="102" y="915"/>
                      <a:pt x="98" y="909"/>
                      <a:pt x="92" y="903"/>
                    </a:cubicBezTo>
                    <a:cubicBezTo>
                      <a:pt x="91" y="902"/>
                      <a:pt x="88" y="900"/>
                      <a:pt x="88" y="899"/>
                    </a:cubicBezTo>
                    <a:cubicBezTo>
                      <a:pt x="88" y="895"/>
                      <a:pt x="96" y="895"/>
                      <a:pt x="97" y="891"/>
                    </a:cubicBezTo>
                    <a:cubicBezTo>
                      <a:pt x="95" y="891"/>
                      <a:pt x="94" y="890"/>
                      <a:pt x="93" y="889"/>
                    </a:cubicBezTo>
                    <a:cubicBezTo>
                      <a:pt x="94" y="887"/>
                      <a:pt x="96" y="884"/>
                      <a:pt x="96" y="882"/>
                    </a:cubicBezTo>
                    <a:cubicBezTo>
                      <a:pt x="96" y="871"/>
                      <a:pt x="84" y="873"/>
                      <a:pt x="84" y="863"/>
                    </a:cubicBezTo>
                    <a:cubicBezTo>
                      <a:pt x="84" y="860"/>
                      <a:pt x="84" y="859"/>
                      <a:pt x="84" y="857"/>
                    </a:cubicBezTo>
                    <a:cubicBezTo>
                      <a:pt x="84" y="848"/>
                      <a:pt x="78" y="832"/>
                      <a:pt x="78" y="825"/>
                    </a:cubicBezTo>
                    <a:cubicBezTo>
                      <a:pt x="78" y="817"/>
                      <a:pt x="88" y="814"/>
                      <a:pt x="88" y="807"/>
                    </a:cubicBezTo>
                    <a:cubicBezTo>
                      <a:pt x="88" y="803"/>
                      <a:pt x="83" y="796"/>
                      <a:pt x="82" y="791"/>
                    </a:cubicBezTo>
                    <a:cubicBezTo>
                      <a:pt x="82" y="787"/>
                      <a:pt x="82" y="787"/>
                      <a:pt x="82" y="787"/>
                    </a:cubicBezTo>
                    <a:cubicBezTo>
                      <a:pt x="82" y="787"/>
                      <a:pt x="82" y="787"/>
                      <a:pt x="82" y="787"/>
                    </a:cubicBezTo>
                    <a:cubicBezTo>
                      <a:pt x="82" y="784"/>
                      <a:pt x="84" y="782"/>
                      <a:pt x="86" y="782"/>
                    </a:cubicBezTo>
                    <a:cubicBezTo>
                      <a:pt x="94" y="782"/>
                      <a:pt x="91" y="790"/>
                      <a:pt x="98" y="790"/>
                    </a:cubicBezTo>
                    <a:cubicBezTo>
                      <a:pt x="112" y="725"/>
                      <a:pt x="112" y="725"/>
                      <a:pt x="112" y="725"/>
                    </a:cubicBezTo>
                    <a:cubicBezTo>
                      <a:pt x="112" y="718"/>
                      <a:pt x="112" y="718"/>
                      <a:pt x="112" y="718"/>
                    </a:cubicBezTo>
                    <a:cubicBezTo>
                      <a:pt x="111" y="718"/>
                      <a:pt x="109" y="717"/>
                      <a:pt x="108" y="718"/>
                    </a:cubicBezTo>
                    <a:cubicBezTo>
                      <a:pt x="105" y="719"/>
                      <a:pt x="105" y="723"/>
                      <a:pt x="102" y="723"/>
                    </a:cubicBezTo>
                    <a:cubicBezTo>
                      <a:pt x="98" y="723"/>
                      <a:pt x="95" y="713"/>
                      <a:pt x="95" y="708"/>
                    </a:cubicBezTo>
                    <a:cubicBezTo>
                      <a:pt x="95" y="699"/>
                      <a:pt x="98" y="696"/>
                      <a:pt x="100" y="688"/>
                    </a:cubicBezTo>
                    <a:cubicBezTo>
                      <a:pt x="103" y="688"/>
                      <a:pt x="104" y="687"/>
                      <a:pt x="104" y="685"/>
                    </a:cubicBezTo>
                    <a:cubicBezTo>
                      <a:pt x="104" y="683"/>
                      <a:pt x="102" y="680"/>
                      <a:pt x="102" y="680"/>
                    </a:cubicBezTo>
                    <a:cubicBezTo>
                      <a:pt x="100" y="680"/>
                      <a:pt x="99" y="668"/>
                      <a:pt x="99" y="665"/>
                    </a:cubicBezTo>
                    <a:cubicBezTo>
                      <a:pt x="99" y="655"/>
                      <a:pt x="106" y="645"/>
                      <a:pt x="109" y="639"/>
                    </a:cubicBezTo>
                    <a:cubicBezTo>
                      <a:pt x="111" y="635"/>
                      <a:pt x="112" y="629"/>
                      <a:pt x="114" y="626"/>
                    </a:cubicBezTo>
                    <a:cubicBezTo>
                      <a:pt x="116" y="624"/>
                      <a:pt x="118" y="625"/>
                      <a:pt x="118" y="623"/>
                    </a:cubicBezTo>
                    <a:cubicBezTo>
                      <a:pt x="121" y="613"/>
                      <a:pt x="121" y="605"/>
                      <a:pt x="124" y="595"/>
                    </a:cubicBezTo>
                    <a:cubicBezTo>
                      <a:pt x="124" y="562"/>
                      <a:pt x="124" y="562"/>
                      <a:pt x="124" y="562"/>
                    </a:cubicBezTo>
                    <a:cubicBezTo>
                      <a:pt x="121" y="554"/>
                      <a:pt x="126" y="548"/>
                      <a:pt x="126" y="541"/>
                    </a:cubicBezTo>
                    <a:cubicBezTo>
                      <a:pt x="126" y="524"/>
                      <a:pt x="136" y="513"/>
                      <a:pt x="136" y="498"/>
                    </a:cubicBezTo>
                    <a:cubicBezTo>
                      <a:pt x="136" y="497"/>
                      <a:pt x="136" y="495"/>
                      <a:pt x="136" y="494"/>
                    </a:cubicBezTo>
                    <a:cubicBezTo>
                      <a:pt x="136" y="491"/>
                      <a:pt x="138" y="483"/>
                      <a:pt x="139" y="478"/>
                    </a:cubicBezTo>
                    <a:cubicBezTo>
                      <a:pt x="139" y="465"/>
                      <a:pt x="139" y="465"/>
                      <a:pt x="139" y="459"/>
                    </a:cubicBezTo>
                    <a:cubicBezTo>
                      <a:pt x="139" y="453"/>
                      <a:pt x="143" y="441"/>
                      <a:pt x="143" y="434"/>
                    </a:cubicBezTo>
                    <a:cubicBezTo>
                      <a:pt x="143" y="429"/>
                      <a:pt x="141" y="403"/>
                      <a:pt x="140" y="399"/>
                    </a:cubicBezTo>
                    <a:cubicBezTo>
                      <a:pt x="136" y="388"/>
                      <a:pt x="128" y="381"/>
                      <a:pt x="121" y="377"/>
                    </a:cubicBezTo>
                    <a:cubicBezTo>
                      <a:pt x="114" y="374"/>
                      <a:pt x="109" y="375"/>
                      <a:pt x="104" y="370"/>
                    </a:cubicBezTo>
                    <a:cubicBezTo>
                      <a:pt x="99" y="365"/>
                      <a:pt x="96" y="363"/>
                      <a:pt x="90" y="362"/>
                    </a:cubicBezTo>
                    <a:cubicBezTo>
                      <a:pt x="78" y="358"/>
                      <a:pt x="72" y="351"/>
                      <a:pt x="64" y="343"/>
                    </a:cubicBezTo>
                    <a:cubicBezTo>
                      <a:pt x="60" y="340"/>
                      <a:pt x="62" y="335"/>
                      <a:pt x="62" y="330"/>
                    </a:cubicBezTo>
                    <a:cubicBezTo>
                      <a:pt x="62" y="323"/>
                      <a:pt x="55" y="319"/>
                      <a:pt x="53" y="313"/>
                    </a:cubicBezTo>
                    <a:cubicBezTo>
                      <a:pt x="50" y="302"/>
                      <a:pt x="41" y="294"/>
                      <a:pt x="38" y="285"/>
                    </a:cubicBezTo>
                    <a:cubicBezTo>
                      <a:pt x="35" y="275"/>
                      <a:pt x="32" y="269"/>
                      <a:pt x="28" y="261"/>
                    </a:cubicBezTo>
                    <a:cubicBezTo>
                      <a:pt x="27" y="258"/>
                      <a:pt x="24" y="259"/>
                      <a:pt x="23" y="257"/>
                    </a:cubicBezTo>
                    <a:cubicBezTo>
                      <a:pt x="20" y="254"/>
                      <a:pt x="19" y="248"/>
                      <a:pt x="17" y="245"/>
                    </a:cubicBezTo>
                    <a:cubicBezTo>
                      <a:pt x="16" y="242"/>
                      <a:pt x="12" y="243"/>
                      <a:pt x="11" y="242"/>
                    </a:cubicBezTo>
                    <a:cubicBezTo>
                      <a:pt x="6" y="237"/>
                      <a:pt x="0" y="228"/>
                      <a:pt x="0" y="220"/>
                    </a:cubicBezTo>
                    <a:cubicBezTo>
                      <a:pt x="0" y="215"/>
                      <a:pt x="3" y="209"/>
                      <a:pt x="5" y="207"/>
                    </a:cubicBezTo>
                    <a:cubicBezTo>
                      <a:pt x="8" y="200"/>
                      <a:pt x="16" y="198"/>
                      <a:pt x="18" y="191"/>
                    </a:cubicBezTo>
                    <a:cubicBezTo>
                      <a:pt x="14" y="189"/>
                      <a:pt x="15" y="191"/>
                      <a:pt x="12" y="191"/>
                    </a:cubicBezTo>
                    <a:cubicBezTo>
                      <a:pt x="5" y="191"/>
                      <a:pt x="5" y="182"/>
                      <a:pt x="5" y="176"/>
                    </a:cubicBezTo>
                    <a:cubicBezTo>
                      <a:pt x="5" y="166"/>
                      <a:pt x="16" y="168"/>
                      <a:pt x="14" y="148"/>
                    </a:cubicBezTo>
                    <a:cubicBezTo>
                      <a:pt x="26" y="148"/>
                      <a:pt x="29" y="136"/>
                      <a:pt x="32" y="129"/>
                    </a:cubicBezTo>
                    <a:cubicBezTo>
                      <a:pt x="37" y="119"/>
                      <a:pt x="49" y="123"/>
                      <a:pt x="51" y="111"/>
                    </a:cubicBezTo>
                    <a:cubicBezTo>
                      <a:pt x="49" y="110"/>
                      <a:pt x="47" y="107"/>
                      <a:pt x="47" y="106"/>
                    </a:cubicBezTo>
                    <a:cubicBezTo>
                      <a:pt x="49" y="103"/>
                      <a:pt x="49" y="103"/>
                      <a:pt x="49" y="103"/>
                    </a:cubicBezTo>
                    <a:close/>
                  </a:path>
                </a:pathLst>
              </a:custGeom>
              <a:grp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grpSp>
        <p:sp>
          <p:nvSpPr>
            <p:cNvPr id="69" name="íślíḋè-Freeform: Shape 134"/>
            <p:cNvSpPr>
              <a:spLocks/>
            </p:cNvSpPr>
            <p:nvPr/>
          </p:nvSpPr>
          <p:spPr bwMode="auto">
            <a:xfrm>
              <a:off x="2452987" y="1824274"/>
              <a:ext cx="875384" cy="434480"/>
            </a:xfrm>
            <a:custGeom>
              <a:avLst/>
              <a:gdLst/>
              <a:ahLst/>
              <a:cxnLst>
                <a:cxn ang="0">
                  <a:pos x="543" y="285"/>
                </a:cxn>
                <a:cxn ang="0">
                  <a:pos x="555" y="317"/>
                </a:cxn>
                <a:cxn ang="0">
                  <a:pos x="560" y="338"/>
                </a:cxn>
                <a:cxn ang="0">
                  <a:pos x="542" y="345"/>
                </a:cxn>
                <a:cxn ang="0">
                  <a:pos x="507" y="287"/>
                </a:cxn>
                <a:cxn ang="0">
                  <a:pos x="474" y="283"/>
                </a:cxn>
                <a:cxn ang="0">
                  <a:pos x="460" y="283"/>
                </a:cxn>
                <a:cxn ang="0">
                  <a:pos x="443" y="286"/>
                </a:cxn>
                <a:cxn ang="0">
                  <a:pos x="412" y="292"/>
                </a:cxn>
                <a:cxn ang="0">
                  <a:pos x="393" y="291"/>
                </a:cxn>
                <a:cxn ang="0">
                  <a:pos x="357" y="309"/>
                </a:cxn>
                <a:cxn ang="0">
                  <a:pos x="343" y="342"/>
                </a:cxn>
                <a:cxn ang="0">
                  <a:pos x="282" y="290"/>
                </a:cxn>
                <a:cxn ang="0">
                  <a:pos x="246" y="281"/>
                </a:cxn>
                <a:cxn ang="0">
                  <a:pos x="207" y="262"/>
                </a:cxn>
                <a:cxn ang="0">
                  <a:pos x="170" y="268"/>
                </a:cxn>
                <a:cxn ang="0">
                  <a:pos x="95" y="252"/>
                </a:cxn>
                <a:cxn ang="0">
                  <a:pos x="47" y="214"/>
                </a:cxn>
                <a:cxn ang="0">
                  <a:pos x="4" y="141"/>
                </a:cxn>
                <a:cxn ang="0">
                  <a:pos x="4" y="95"/>
                </a:cxn>
                <a:cxn ang="0">
                  <a:pos x="0" y="23"/>
                </a:cxn>
                <a:cxn ang="0">
                  <a:pos x="20" y="27"/>
                </a:cxn>
                <a:cxn ang="0">
                  <a:pos x="20" y="5"/>
                </a:cxn>
                <a:cxn ang="0">
                  <a:pos x="373" y="0"/>
                </a:cxn>
                <a:cxn ang="0">
                  <a:pos x="406" y="11"/>
                </a:cxn>
                <a:cxn ang="0">
                  <a:pos x="408" y="45"/>
                </a:cxn>
                <a:cxn ang="0">
                  <a:pos x="423" y="42"/>
                </a:cxn>
                <a:cxn ang="0">
                  <a:pos x="441" y="40"/>
                </a:cxn>
                <a:cxn ang="0">
                  <a:pos x="456" y="42"/>
                </a:cxn>
                <a:cxn ang="0">
                  <a:pos x="472" y="47"/>
                </a:cxn>
                <a:cxn ang="0">
                  <a:pos x="510" y="48"/>
                </a:cxn>
                <a:cxn ang="0">
                  <a:pos x="490" y="54"/>
                </a:cxn>
                <a:cxn ang="0">
                  <a:pos x="472" y="69"/>
                </a:cxn>
                <a:cxn ang="0">
                  <a:pos x="471" y="121"/>
                </a:cxn>
                <a:cxn ang="0">
                  <a:pos x="480" y="88"/>
                </a:cxn>
                <a:cxn ang="0">
                  <a:pos x="501" y="57"/>
                </a:cxn>
                <a:cxn ang="0">
                  <a:pos x="516" y="87"/>
                </a:cxn>
                <a:cxn ang="0">
                  <a:pos x="531" y="97"/>
                </a:cxn>
                <a:cxn ang="0">
                  <a:pos x="527" y="123"/>
                </a:cxn>
                <a:cxn ang="0">
                  <a:pos x="564" y="97"/>
                </a:cxn>
                <a:cxn ang="0">
                  <a:pos x="610" y="84"/>
                </a:cxn>
                <a:cxn ang="0">
                  <a:pos x="653" y="65"/>
                </a:cxn>
                <a:cxn ang="0">
                  <a:pos x="675" y="63"/>
                </a:cxn>
                <a:cxn ang="0">
                  <a:pos x="699" y="28"/>
                </a:cxn>
                <a:cxn ang="0">
                  <a:pos x="726" y="73"/>
                </a:cxn>
                <a:cxn ang="0">
                  <a:pos x="701" y="80"/>
                </a:cxn>
                <a:cxn ang="0">
                  <a:pos x="681" y="113"/>
                </a:cxn>
                <a:cxn ang="0">
                  <a:pos x="690" y="118"/>
                </a:cxn>
                <a:cxn ang="0">
                  <a:pos x="676" y="122"/>
                </a:cxn>
                <a:cxn ang="0">
                  <a:pos x="648" y="132"/>
                </a:cxn>
                <a:cxn ang="0">
                  <a:pos x="642" y="134"/>
                </a:cxn>
                <a:cxn ang="0">
                  <a:pos x="635" y="137"/>
                </a:cxn>
                <a:cxn ang="0">
                  <a:pos x="627" y="161"/>
                </a:cxn>
                <a:cxn ang="0">
                  <a:pos x="622" y="159"/>
                </a:cxn>
                <a:cxn ang="0">
                  <a:pos x="615" y="186"/>
                </a:cxn>
                <a:cxn ang="0">
                  <a:pos x="614" y="178"/>
                </a:cxn>
                <a:cxn ang="0">
                  <a:pos x="608" y="170"/>
                </a:cxn>
                <a:cxn ang="0">
                  <a:pos x="611" y="192"/>
                </a:cxn>
                <a:cxn ang="0">
                  <a:pos x="614" y="196"/>
                </a:cxn>
                <a:cxn ang="0">
                  <a:pos x="614" y="205"/>
                </a:cxn>
                <a:cxn ang="0">
                  <a:pos x="607" y="213"/>
                </a:cxn>
                <a:cxn ang="0">
                  <a:pos x="607" y="221"/>
                </a:cxn>
                <a:cxn ang="0">
                  <a:pos x="589" y="232"/>
                </a:cxn>
              </a:cxnLst>
              <a:rect l="0" t="0" r="r" b="b"/>
              <a:pathLst>
                <a:path w="726" h="356">
                  <a:moveTo>
                    <a:pt x="590" y="233"/>
                  </a:moveTo>
                  <a:cubicBezTo>
                    <a:pt x="569" y="245"/>
                    <a:pt x="543" y="253"/>
                    <a:pt x="543" y="285"/>
                  </a:cubicBezTo>
                  <a:cubicBezTo>
                    <a:pt x="543" y="300"/>
                    <a:pt x="555" y="304"/>
                    <a:pt x="555" y="318"/>
                  </a:cubicBezTo>
                  <a:cubicBezTo>
                    <a:pt x="555" y="317"/>
                    <a:pt x="555" y="317"/>
                    <a:pt x="555" y="317"/>
                  </a:cubicBezTo>
                  <a:cubicBezTo>
                    <a:pt x="555" y="320"/>
                    <a:pt x="555" y="320"/>
                    <a:pt x="555" y="320"/>
                  </a:cubicBezTo>
                  <a:cubicBezTo>
                    <a:pt x="556" y="326"/>
                    <a:pt x="560" y="330"/>
                    <a:pt x="560" y="338"/>
                  </a:cubicBezTo>
                  <a:cubicBezTo>
                    <a:pt x="560" y="347"/>
                    <a:pt x="558" y="356"/>
                    <a:pt x="551" y="356"/>
                  </a:cubicBezTo>
                  <a:cubicBezTo>
                    <a:pt x="544" y="356"/>
                    <a:pt x="544" y="349"/>
                    <a:pt x="542" y="345"/>
                  </a:cubicBezTo>
                  <a:cubicBezTo>
                    <a:pt x="537" y="338"/>
                    <a:pt x="532" y="335"/>
                    <a:pt x="529" y="328"/>
                  </a:cubicBezTo>
                  <a:cubicBezTo>
                    <a:pt x="522" y="314"/>
                    <a:pt x="527" y="287"/>
                    <a:pt x="507" y="287"/>
                  </a:cubicBezTo>
                  <a:cubicBezTo>
                    <a:pt x="503" y="287"/>
                    <a:pt x="502" y="293"/>
                    <a:pt x="498" y="293"/>
                  </a:cubicBezTo>
                  <a:cubicBezTo>
                    <a:pt x="490" y="293"/>
                    <a:pt x="485" y="283"/>
                    <a:pt x="474" y="283"/>
                  </a:cubicBezTo>
                  <a:cubicBezTo>
                    <a:pt x="468" y="283"/>
                    <a:pt x="467" y="286"/>
                    <a:pt x="463" y="286"/>
                  </a:cubicBezTo>
                  <a:cubicBezTo>
                    <a:pt x="462" y="286"/>
                    <a:pt x="460" y="284"/>
                    <a:pt x="460" y="283"/>
                  </a:cubicBezTo>
                  <a:cubicBezTo>
                    <a:pt x="453" y="285"/>
                    <a:pt x="444" y="284"/>
                    <a:pt x="436" y="286"/>
                  </a:cubicBezTo>
                  <a:cubicBezTo>
                    <a:pt x="441" y="288"/>
                    <a:pt x="440" y="288"/>
                    <a:pt x="443" y="286"/>
                  </a:cubicBezTo>
                  <a:cubicBezTo>
                    <a:pt x="442" y="293"/>
                    <a:pt x="438" y="297"/>
                    <a:pt x="443" y="301"/>
                  </a:cubicBezTo>
                  <a:cubicBezTo>
                    <a:pt x="431" y="307"/>
                    <a:pt x="421" y="292"/>
                    <a:pt x="412" y="292"/>
                  </a:cubicBezTo>
                  <a:cubicBezTo>
                    <a:pt x="409" y="292"/>
                    <a:pt x="408" y="295"/>
                    <a:pt x="405" y="295"/>
                  </a:cubicBezTo>
                  <a:cubicBezTo>
                    <a:pt x="400" y="295"/>
                    <a:pt x="398" y="291"/>
                    <a:pt x="393" y="291"/>
                  </a:cubicBezTo>
                  <a:cubicBezTo>
                    <a:pt x="380" y="291"/>
                    <a:pt x="374" y="302"/>
                    <a:pt x="368" y="307"/>
                  </a:cubicBezTo>
                  <a:cubicBezTo>
                    <a:pt x="365" y="311"/>
                    <a:pt x="361" y="308"/>
                    <a:pt x="357" y="309"/>
                  </a:cubicBezTo>
                  <a:cubicBezTo>
                    <a:pt x="347" y="313"/>
                    <a:pt x="341" y="325"/>
                    <a:pt x="341" y="338"/>
                  </a:cubicBezTo>
                  <a:cubicBezTo>
                    <a:pt x="341" y="339"/>
                    <a:pt x="343" y="341"/>
                    <a:pt x="343" y="342"/>
                  </a:cubicBezTo>
                  <a:cubicBezTo>
                    <a:pt x="336" y="342"/>
                    <a:pt x="325" y="339"/>
                    <a:pt x="321" y="336"/>
                  </a:cubicBezTo>
                  <a:cubicBezTo>
                    <a:pt x="307" y="322"/>
                    <a:pt x="308" y="290"/>
                    <a:pt x="282" y="290"/>
                  </a:cubicBezTo>
                  <a:cubicBezTo>
                    <a:pt x="272" y="290"/>
                    <a:pt x="275" y="302"/>
                    <a:pt x="266" y="302"/>
                  </a:cubicBezTo>
                  <a:cubicBezTo>
                    <a:pt x="257" y="302"/>
                    <a:pt x="250" y="287"/>
                    <a:pt x="246" y="281"/>
                  </a:cubicBezTo>
                  <a:cubicBezTo>
                    <a:pt x="239" y="268"/>
                    <a:pt x="230" y="266"/>
                    <a:pt x="215" y="262"/>
                  </a:cubicBezTo>
                  <a:cubicBezTo>
                    <a:pt x="207" y="262"/>
                    <a:pt x="207" y="262"/>
                    <a:pt x="207" y="262"/>
                  </a:cubicBezTo>
                  <a:cubicBezTo>
                    <a:pt x="207" y="268"/>
                    <a:pt x="207" y="268"/>
                    <a:pt x="207" y="268"/>
                  </a:cubicBezTo>
                  <a:cubicBezTo>
                    <a:pt x="170" y="268"/>
                    <a:pt x="170" y="268"/>
                    <a:pt x="170" y="268"/>
                  </a:cubicBezTo>
                  <a:cubicBezTo>
                    <a:pt x="123" y="252"/>
                    <a:pt x="123" y="252"/>
                    <a:pt x="123" y="252"/>
                  </a:cubicBezTo>
                  <a:cubicBezTo>
                    <a:pt x="95" y="252"/>
                    <a:pt x="95" y="252"/>
                    <a:pt x="95" y="252"/>
                  </a:cubicBezTo>
                  <a:cubicBezTo>
                    <a:pt x="88" y="239"/>
                    <a:pt x="66" y="230"/>
                    <a:pt x="50" y="223"/>
                  </a:cubicBezTo>
                  <a:cubicBezTo>
                    <a:pt x="47" y="222"/>
                    <a:pt x="48" y="217"/>
                    <a:pt x="47" y="214"/>
                  </a:cubicBezTo>
                  <a:cubicBezTo>
                    <a:pt x="40" y="198"/>
                    <a:pt x="28" y="193"/>
                    <a:pt x="30" y="175"/>
                  </a:cubicBezTo>
                  <a:cubicBezTo>
                    <a:pt x="21" y="174"/>
                    <a:pt x="11" y="154"/>
                    <a:pt x="4" y="141"/>
                  </a:cubicBezTo>
                  <a:cubicBezTo>
                    <a:pt x="2" y="137"/>
                    <a:pt x="6" y="134"/>
                    <a:pt x="8" y="133"/>
                  </a:cubicBezTo>
                  <a:cubicBezTo>
                    <a:pt x="3" y="123"/>
                    <a:pt x="8" y="107"/>
                    <a:pt x="4" y="95"/>
                  </a:cubicBezTo>
                  <a:cubicBezTo>
                    <a:pt x="0" y="85"/>
                    <a:pt x="11" y="60"/>
                    <a:pt x="11" y="46"/>
                  </a:cubicBezTo>
                  <a:cubicBezTo>
                    <a:pt x="11" y="36"/>
                    <a:pt x="0" y="32"/>
                    <a:pt x="0" y="23"/>
                  </a:cubicBezTo>
                  <a:cubicBezTo>
                    <a:pt x="0" y="20"/>
                    <a:pt x="5" y="20"/>
                    <a:pt x="7" y="20"/>
                  </a:cubicBezTo>
                  <a:cubicBezTo>
                    <a:pt x="13" y="20"/>
                    <a:pt x="17" y="23"/>
                    <a:pt x="20" y="27"/>
                  </a:cubicBezTo>
                  <a:cubicBezTo>
                    <a:pt x="22" y="24"/>
                    <a:pt x="26" y="19"/>
                    <a:pt x="26" y="15"/>
                  </a:cubicBezTo>
                  <a:cubicBezTo>
                    <a:pt x="26" y="11"/>
                    <a:pt x="22" y="10"/>
                    <a:pt x="20" y="5"/>
                  </a:cubicBezTo>
                  <a:cubicBezTo>
                    <a:pt x="373" y="5"/>
                    <a:pt x="373" y="5"/>
                    <a:pt x="373" y="5"/>
                  </a:cubicBezTo>
                  <a:cubicBezTo>
                    <a:pt x="373" y="0"/>
                    <a:pt x="373" y="0"/>
                    <a:pt x="373" y="0"/>
                  </a:cubicBezTo>
                  <a:cubicBezTo>
                    <a:pt x="379" y="4"/>
                    <a:pt x="378" y="8"/>
                    <a:pt x="384" y="11"/>
                  </a:cubicBezTo>
                  <a:cubicBezTo>
                    <a:pt x="406" y="11"/>
                    <a:pt x="406" y="11"/>
                    <a:pt x="406" y="11"/>
                  </a:cubicBezTo>
                  <a:cubicBezTo>
                    <a:pt x="415" y="20"/>
                    <a:pt x="426" y="20"/>
                    <a:pt x="443" y="20"/>
                  </a:cubicBezTo>
                  <a:cubicBezTo>
                    <a:pt x="431" y="28"/>
                    <a:pt x="418" y="32"/>
                    <a:pt x="408" y="45"/>
                  </a:cubicBezTo>
                  <a:cubicBezTo>
                    <a:pt x="415" y="45"/>
                    <a:pt x="415" y="45"/>
                    <a:pt x="415" y="45"/>
                  </a:cubicBezTo>
                  <a:cubicBezTo>
                    <a:pt x="418" y="43"/>
                    <a:pt x="420" y="42"/>
                    <a:pt x="423" y="42"/>
                  </a:cubicBezTo>
                  <a:cubicBezTo>
                    <a:pt x="425" y="46"/>
                    <a:pt x="426" y="46"/>
                    <a:pt x="429" y="46"/>
                  </a:cubicBezTo>
                  <a:cubicBezTo>
                    <a:pt x="437" y="46"/>
                    <a:pt x="437" y="40"/>
                    <a:pt x="441" y="40"/>
                  </a:cubicBezTo>
                  <a:cubicBezTo>
                    <a:pt x="446" y="40"/>
                    <a:pt x="454" y="32"/>
                    <a:pt x="461" y="31"/>
                  </a:cubicBezTo>
                  <a:cubicBezTo>
                    <a:pt x="461" y="37"/>
                    <a:pt x="458" y="38"/>
                    <a:pt x="456" y="42"/>
                  </a:cubicBezTo>
                  <a:cubicBezTo>
                    <a:pt x="465" y="42"/>
                    <a:pt x="465" y="42"/>
                    <a:pt x="465" y="42"/>
                  </a:cubicBezTo>
                  <a:cubicBezTo>
                    <a:pt x="465" y="45"/>
                    <a:pt x="469" y="47"/>
                    <a:pt x="472" y="47"/>
                  </a:cubicBezTo>
                  <a:cubicBezTo>
                    <a:pt x="478" y="47"/>
                    <a:pt x="480" y="43"/>
                    <a:pt x="484" y="43"/>
                  </a:cubicBezTo>
                  <a:cubicBezTo>
                    <a:pt x="495" y="43"/>
                    <a:pt x="500" y="48"/>
                    <a:pt x="510" y="48"/>
                  </a:cubicBezTo>
                  <a:cubicBezTo>
                    <a:pt x="510" y="54"/>
                    <a:pt x="510" y="54"/>
                    <a:pt x="510" y="54"/>
                  </a:cubicBezTo>
                  <a:cubicBezTo>
                    <a:pt x="503" y="56"/>
                    <a:pt x="493" y="54"/>
                    <a:pt x="490" y="54"/>
                  </a:cubicBezTo>
                  <a:cubicBezTo>
                    <a:pt x="480" y="54"/>
                    <a:pt x="462" y="66"/>
                    <a:pt x="462" y="75"/>
                  </a:cubicBezTo>
                  <a:cubicBezTo>
                    <a:pt x="466" y="72"/>
                    <a:pt x="468" y="69"/>
                    <a:pt x="472" y="69"/>
                  </a:cubicBezTo>
                  <a:cubicBezTo>
                    <a:pt x="465" y="78"/>
                    <a:pt x="461" y="101"/>
                    <a:pt x="461" y="112"/>
                  </a:cubicBezTo>
                  <a:cubicBezTo>
                    <a:pt x="461" y="117"/>
                    <a:pt x="466" y="121"/>
                    <a:pt x="471" y="121"/>
                  </a:cubicBezTo>
                  <a:cubicBezTo>
                    <a:pt x="478" y="121"/>
                    <a:pt x="480" y="108"/>
                    <a:pt x="480" y="102"/>
                  </a:cubicBezTo>
                  <a:cubicBezTo>
                    <a:pt x="480" y="97"/>
                    <a:pt x="480" y="88"/>
                    <a:pt x="480" y="88"/>
                  </a:cubicBezTo>
                  <a:cubicBezTo>
                    <a:pt x="480" y="82"/>
                    <a:pt x="480" y="69"/>
                    <a:pt x="485" y="69"/>
                  </a:cubicBezTo>
                  <a:cubicBezTo>
                    <a:pt x="501" y="68"/>
                    <a:pt x="494" y="57"/>
                    <a:pt x="501" y="57"/>
                  </a:cubicBezTo>
                  <a:cubicBezTo>
                    <a:pt x="504" y="57"/>
                    <a:pt x="521" y="65"/>
                    <a:pt x="521" y="70"/>
                  </a:cubicBezTo>
                  <a:cubicBezTo>
                    <a:pt x="521" y="77"/>
                    <a:pt x="517" y="81"/>
                    <a:pt x="516" y="87"/>
                  </a:cubicBezTo>
                  <a:cubicBezTo>
                    <a:pt x="521" y="87"/>
                    <a:pt x="520" y="85"/>
                    <a:pt x="525" y="84"/>
                  </a:cubicBezTo>
                  <a:cubicBezTo>
                    <a:pt x="526" y="91"/>
                    <a:pt x="526" y="94"/>
                    <a:pt x="531" y="97"/>
                  </a:cubicBezTo>
                  <a:cubicBezTo>
                    <a:pt x="526" y="103"/>
                    <a:pt x="521" y="106"/>
                    <a:pt x="521" y="112"/>
                  </a:cubicBezTo>
                  <a:cubicBezTo>
                    <a:pt x="521" y="117"/>
                    <a:pt x="523" y="123"/>
                    <a:pt x="527" y="123"/>
                  </a:cubicBezTo>
                  <a:cubicBezTo>
                    <a:pt x="539" y="123"/>
                    <a:pt x="559" y="112"/>
                    <a:pt x="568" y="108"/>
                  </a:cubicBezTo>
                  <a:cubicBezTo>
                    <a:pt x="567" y="103"/>
                    <a:pt x="565" y="99"/>
                    <a:pt x="564" y="97"/>
                  </a:cubicBezTo>
                  <a:cubicBezTo>
                    <a:pt x="567" y="97"/>
                    <a:pt x="567" y="97"/>
                    <a:pt x="569" y="97"/>
                  </a:cubicBezTo>
                  <a:cubicBezTo>
                    <a:pt x="582" y="97"/>
                    <a:pt x="610" y="101"/>
                    <a:pt x="610" y="84"/>
                  </a:cubicBezTo>
                  <a:cubicBezTo>
                    <a:pt x="611" y="84"/>
                    <a:pt x="627" y="68"/>
                    <a:pt x="630" y="66"/>
                  </a:cubicBezTo>
                  <a:cubicBezTo>
                    <a:pt x="632" y="64"/>
                    <a:pt x="643" y="65"/>
                    <a:pt x="653" y="65"/>
                  </a:cubicBezTo>
                  <a:cubicBezTo>
                    <a:pt x="657" y="65"/>
                    <a:pt x="660" y="65"/>
                    <a:pt x="664" y="65"/>
                  </a:cubicBezTo>
                  <a:cubicBezTo>
                    <a:pt x="668" y="65"/>
                    <a:pt x="672" y="63"/>
                    <a:pt x="675" y="63"/>
                  </a:cubicBezTo>
                  <a:cubicBezTo>
                    <a:pt x="680" y="62"/>
                    <a:pt x="678" y="61"/>
                    <a:pt x="680" y="59"/>
                  </a:cubicBezTo>
                  <a:cubicBezTo>
                    <a:pt x="688" y="51"/>
                    <a:pt x="688" y="36"/>
                    <a:pt x="699" y="28"/>
                  </a:cubicBezTo>
                  <a:cubicBezTo>
                    <a:pt x="704" y="35"/>
                    <a:pt x="712" y="25"/>
                    <a:pt x="716" y="32"/>
                  </a:cubicBezTo>
                  <a:cubicBezTo>
                    <a:pt x="723" y="44"/>
                    <a:pt x="717" y="62"/>
                    <a:pt x="726" y="73"/>
                  </a:cubicBezTo>
                  <a:cubicBezTo>
                    <a:pt x="723" y="77"/>
                    <a:pt x="718" y="80"/>
                    <a:pt x="712" y="80"/>
                  </a:cubicBezTo>
                  <a:cubicBezTo>
                    <a:pt x="706" y="80"/>
                    <a:pt x="706" y="78"/>
                    <a:pt x="701" y="80"/>
                  </a:cubicBezTo>
                  <a:cubicBezTo>
                    <a:pt x="694" y="87"/>
                    <a:pt x="679" y="92"/>
                    <a:pt x="679" y="109"/>
                  </a:cubicBezTo>
                  <a:cubicBezTo>
                    <a:pt x="679" y="110"/>
                    <a:pt x="680" y="112"/>
                    <a:pt x="681" y="113"/>
                  </a:cubicBezTo>
                  <a:cubicBezTo>
                    <a:pt x="681" y="115"/>
                    <a:pt x="683" y="121"/>
                    <a:pt x="686" y="121"/>
                  </a:cubicBezTo>
                  <a:cubicBezTo>
                    <a:pt x="687" y="121"/>
                    <a:pt x="690" y="118"/>
                    <a:pt x="690" y="118"/>
                  </a:cubicBezTo>
                  <a:cubicBezTo>
                    <a:pt x="690" y="121"/>
                    <a:pt x="690" y="121"/>
                    <a:pt x="690" y="121"/>
                  </a:cubicBezTo>
                  <a:cubicBezTo>
                    <a:pt x="685" y="122"/>
                    <a:pt x="678" y="124"/>
                    <a:pt x="676" y="122"/>
                  </a:cubicBezTo>
                  <a:cubicBezTo>
                    <a:pt x="667" y="129"/>
                    <a:pt x="652" y="126"/>
                    <a:pt x="643" y="132"/>
                  </a:cubicBezTo>
                  <a:cubicBezTo>
                    <a:pt x="648" y="132"/>
                    <a:pt x="648" y="132"/>
                    <a:pt x="648" y="132"/>
                  </a:cubicBezTo>
                  <a:cubicBezTo>
                    <a:pt x="652" y="132"/>
                    <a:pt x="656" y="129"/>
                    <a:pt x="659" y="132"/>
                  </a:cubicBezTo>
                  <a:cubicBezTo>
                    <a:pt x="653" y="134"/>
                    <a:pt x="648" y="134"/>
                    <a:pt x="642" y="134"/>
                  </a:cubicBezTo>
                  <a:cubicBezTo>
                    <a:pt x="641" y="134"/>
                    <a:pt x="639" y="133"/>
                    <a:pt x="638" y="133"/>
                  </a:cubicBezTo>
                  <a:cubicBezTo>
                    <a:pt x="637" y="134"/>
                    <a:pt x="635" y="135"/>
                    <a:pt x="635" y="137"/>
                  </a:cubicBezTo>
                  <a:cubicBezTo>
                    <a:pt x="635" y="139"/>
                    <a:pt x="639" y="142"/>
                    <a:pt x="639" y="142"/>
                  </a:cubicBezTo>
                  <a:cubicBezTo>
                    <a:pt x="638" y="145"/>
                    <a:pt x="630" y="161"/>
                    <a:pt x="627" y="161"/>
                  </a:cubicBezTo>
                  <a:cubicBezTo>
                    <a:pt x="626" y="161"/>
                    <a:pt x="625" y="158"/>
                    <a:pt x="624" y="157"/>
                  </a:cubicBezTo>
                  <a:cubicBezTo>
                    <a:pt x="622" y="159"/>
                    <a:pt x="622" y="159"/>
                    <a:pt x="622" y="159"/>
                  </a:cubicBezTo>
                  <a:cubicBezTo>
                    <a:pt x="623" y="163"/>
                    <a:pt x="626" y="164"/>
                    <a:pt x="626" y="168"/>
                  </a:cubicBezTo>
                  <a:cubicBezTo>
                    <a:pt x="626" y="170"/>
                    <a:pt x="617" y="186"/>
                    <a:pt x="615" y="186"/>
                  </a:cubicBezTo>
                  <a:cubicBezTo>
                    <a:pt x="615" y="186"/>
                    <a:pt x="614" y="184"/>
                    <a:pt x="614" y="183"/>
                  </a:cubicBezTo>
                  <a:cubicBezTo>
                    <a:pt x="614" y="181"/>
                    <a:pt x="614" y="180"/>
                    <a:pt x="614" y="178"/>
                  </a:cubicBezTo>
                  <a:cubicBezTo>
                    <a:pt x="614" y="175"/>
                    <a:pt x="610" y="168"/>
                    <a:pt x="609" y="164"/>
                  </a:cubicBezTo>
                  <a:cubicBezTo>
                    <a:pt x="608" y="166"/>
                    <a:pt x="608" y="170"/>
                    <a:pt x="608" y="170"/>
                  </a:cubicBezTo>
                  <a:cubicBezTo>
                    <a:pt x="608" y="173"/>
                    <a:pt x="611" y="181"/>
                    <a:pt x="611" y="185"/>
                  </a:cubicBezTo>
                  <a:cubicBezTo>
                    <a:pt x="611" y="189"/>
                    <a:pt x="608" y="189"/>
                    <a:pt x="611" y="192"/>
                  </a:cubicBezTo>
                  <a:cubicBezTo>
                    <a:pt x="612" y="192"/>
                    <a:pt x="613" y="192"/>
                    <a:pt x="614" y="192"/>
                  </a:cubicBezTo>
                  <a:cubicBezTo>
                    <a:pt x="614" y="193"/>
                    <a:pt x="614" y="195"/>
                    <a:pt x="614" y="196"/>
                  </a:cubicBezTo>
                  <a:cubicBezTo>
                    <a:pt x="614" y="200"/>
                    <a:pt x="610" y="201"/>
                    <a:pt x="608" y="201"/>
                  </a:cubicBezTo>
                  <a:cubicBezTo>
                    <a:pt x="610" y="205"/>
                    <a:pt x="612" y="205"/>
                    <a:pt x="614" y="205"/>
                  </a:cubicBezTo>
                  <a:cubicBezTo>
                    <a:pt x="613" y="210"/>
                    <a:pt x="611" y="210"/>
                    <a:pt x="607" y="210"/>
                  </a:cubicBezTo>
                  <a:cubicBezTo>
                    <a:pt x="607" y="213"/>
                    <a:pt x="607" y="213"/>
                    <a:pt x="607" y="213"/>
                  </a:cubicBezTo>
                  <a:cubicBezTo>
                    <a:pt x="612" y="216"/>
                    <a:pt x="612" y="216"/>
                    <a:pt x="612" y="216"/>
                  </a:cubicBezTo>
                  <a:cubicBezTo>
                    <a:pt x="611" y="218"/>
                    <a:pt x="610" y="221"/>
                    <a:pt x="607" y="221"/>
                  </a:cubicBezTo>
                  <a:cubicBezTo>
                    <a:pt x="602" y="222"/>
                    <a:pt x="600" y="226"/>
                    <a:pt x="596" y="226"/>
                  </a:cubicBezTo>
                  <a:cubicBezTo>
                    <a:pt x="591" y="228"/>
                    <a:pt x="591" y="230"/>
                    <a:pt x="589" y="232"/>
                  </a:cubicBezTo>
                  <a:lnTo>
                    <a:pt x="590" y="233"/>
                  </a:lnTo>
                  <a:close/>
                </a:path>
              </a:pathLst>
            </a:custGeom>
            <a:solidFill>
              <a:srgbClr val="9AC1E4"/>
            </a:solidFill>
            <a:ln w="9525">
              <a:noFill/>
              <a:round/>
              <a:headEnd/>
              <a:tailEnd/>
            </a:ln>
          </p:spPr>
          <p:txBody>
            <a:bodyPr anchor="ctr"/>
            <a:lstStyle/>
            <a:p>
              <a:pPr algn="ctr" eaLnBrk="0" fontAlgn="base" hangingPunct="0">
                <a:spcBef>
                  <a:spcPct val="0"/>
                </a:spcBef>
                <a:spcAft>
                  <a:spcPct val="0"/>
                </a:spcAft>
              </a:pPr>
              <a:endParaRPr sz="1350">
                <a:solidFill>
                  <a:srgbClr val="4D4D4D"/>
                </a:solidFill>
                <a:latin typeface="Verdana" panose="020B0604030504040204" pitchFamily="34" charset="0"/>
                <a:ea typeface="微软雅黑" panose="020B0503020204020204" pitchFamily="34" charset="-122"/>
                <a:cs typeface="+mn-ea"/>
                <a:sym typeface="+mn-lt"/>
              </a:endParaRPr>
            </a:p>
          </p:txBody>
        </p:sp>
      </p:grpSp>
      <p:grpSp>
        <p:nvGrpSpPr>
          <p:cNvPr id="13" name="组合 12"/>
          <p:cNvGrpSpPr/>
          <p:nvPr/>
        </p:nvGrpSpPr>
        <p:grpSpPr>
          <a:xfrm>
            <a:off x="1360719" y="1900583"/>
            <a:ext cx="1329210" cy="568238"/>
            <a:chOff x="5539267" y="1556792"/>
            <a:chExt cx="1206783" cy="507658"/>
          </a:xfrm>
        </p:grpSpPr>
        <p:sp>
          <p:nvSpPr>
            <p:cNvPr id="57" name="Freeform 99"/>
            <p:cNvSpPr>
              <a:spLocks noEditPoints="1"/>
            </p:cNvSpPr>
            <p:nvPr/>
          </p:nvSpPr>
          <p:spPr bwMode="auto">
            <a:xfrm>
              <a:off x="6062687" y="1556792"/>
              <a:ext cx="165497" cy="26312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58" name="文本框 113"/>
            <p:cNvSpPr txBox="1"/>
            <p:nvPr/>
          </p:nvSpPr>
          <p:spPr>
            <a:xfrm>
              <a:off x="5539267" y="1795475"/>
              <a:ext cx="1206783" cy="268975"/>
            </a:xfrm>
            <a:prstGeom prst="rect">
              <a:avLst/>
            </a:prstGeom>
            <a:noFill/>
          </p:spPr>
          <p:txBody>
            <a:bodyPr wrap="none" rtlCol="0">
              <a:spAutoFit/>
            </a:bodyPr>
            <a:lstStyle/>
            <a:p>
              <a:pPr eaLnBrk="0" fontAlgn="base" hangingPunct="0">
                <a:spcBef>
                  <a:spcPct val="0"/>
                </a:spcBef>
                <a:spcAft>
                  <a:spcPct val="0"/>
                </a:spcAft>
              </a:pPr>
              <a:r>
                <a:rPr lang="en-US" altLang="zh-CN" sz="1200" dirty="0">
                  <a:solidFill>
                    <a:schemeClr val="bg2">
                      <a:lumMod val="25000"/>
                    </a:schemeClr>
                  </a:solidFill>
                  <a:latin typeface="Georgia" panose="02040502050405020303" pitchFamily="18" charset="0"/>
                  <a:ea typeface="微软雅黑" panose="020B0503020204020204" pitchFamily="34" charset="-122"/>
                </a:rPr>
                <a:t>t</a:t>
              </a: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he Unites States</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grpSp>
      <p:sp>
        <p:nvSpPr>
          <p:cNvPr id="51" name="Freeform 99"/>
          <p:cNvSpPr>
            <a:spLocks noEditPoints="1"/>
          </p:cNvSpPr>
          <p:nvPr/>
        </p:nvSpPr>
        <p:spPr bwMode="auto">
          <a:xfrm>
            <a:off x="7006090" y="1860282"/>
            <a:ext cx="182287" cy="29452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grpSp>
        <p:nvGrpSpPr>
          <p:cNvPr id="17" name="组合 16"/>
          <p:cNvGrpSpPr/>
          <p:nvPr/>
        </p:nvGrpSpPr>
        <p:grpSpPr>
          <a:xfrm>
            <a:off x="6103996" y="2787193"/>
            <a:ext cx="870751" cy="557951"/>
            <a:chOff x="5741207" y="1556792"/>
            <a:chExt cx="790550" cy="498467"/>
          </a:xfrm>
        </p:grpSpPr>
        <p:sp>
          <p:nvSpPr>
            <p:cNvPr id="49" name="Freeform 99"/>
            <p:cNvSpPr>
              <a:spLocks noEditPoints="1"/>
            </p:cNvSpPr>
            <p:nvPr/>
          </p:nvSpPr>
          <p:spPr bwMode="auto">
            <a:xfrm>
              <a:off x="6062687" y="1556792"/>
              <a:ext cx="165497" cy="26312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50" name="文本框 125"/>
            <p:cNvSpPr txBox="1"/>
            <p:nvPr/>
          </p:nvSpPr>
          <p:spPr>
            <a:xfrm>
              <a:off x="5741207" y="1786284"/>
              <a:ext cx="790550" cy="268975"/>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Singapore</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grpSp>
      <p:grpSp>
        <p:nvGrpSpPr>
          <p:cNvPr id="18" name="组合 17"/>
          <p:cNvGrpSpPr/>
          <p:nvPr/>
        </p:nvGrpSpPr>
        <p:grpSpPr>
          <a:xfrm>
            <a:off x="5411022" y="2142386"/>
            <a:ext cx="769763" cy="514925"/>
            <a:chOff x="5832140" y="1556792"/>
            <a:chExt cx="698864" cy="460028"/>
          </a:xfrm>
        </p:grpSpPr>
        <p:sp>
          <p:nvSpPr>
            <p:cNvPr id="47" name="Freeform 99"/>
            <p:cNvSpPr>
              <a:spLocks noEditPoints="1"/>
            </p:cNvSpPr>
            <p:nvPr/>
          </p:nvSpPr>
          <p:spPr bwMode="auto">
            <a:xfrm>
              <a:off x="6062687" y="1556792"/>
              <a:ext cx="165497" cy="26312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48" name="文本框 128"/>
            <p:cNvSpPr txBox="1"/>
            <p:nvPr/>
          </p:nvSpPr>
          <p:spPr>
            <a:xfrm>
              <a:off x="5832140" y="1747845"/>
              <a:ext cx="698864" cy="268975"/>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Pakistan</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grpSp>
      <p:grpSp>
        <p:nvGrpSpPr>
          <p:cNvPr id="20" name="组合 19"/>
          <p:cNvGrpSpPr/>
          <p:nvPr/>
        </p:nvGrpSpPr>
        <p:grpSpPr>
          <a:xfrm>
            <a:off x="5094671" y="2384189"/>
            <a:ext cx="505268" cy="569625"/>
            <a:chOff x="5940971" y="1556792"/>
            <a:chExt cx="458730" cy="508897"/>
          </a:xfrm>
        </p:grpSpPr>
        <p:sp>
          <p:nvSpPr>
            <p:cNvPr id="45" name="Freeform 99"/>
            <p:cNvSpPr>
              <a:spLocks noEditPoints="1"/>
            </p:cNvSpPr>
            <p:nvPr/>
          </p:nvSpPr>
          <p:spPr bwMode="auto">
            <a:xfrm>
              <a:off x="6062687" y="1556792"/>
              <a:ext cx="165497" cy="26312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46" name="文本框 131"/>
            <p:cNvSpPr txBox="1"/>
            <p:nvPr/>
          </p:nvSpPr>
          <p:spPr>
            <a:xfrm>
              <a:off x="5940971" y="1796714"/>
              <a:ext cx="458730" cy="268975"/>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UAE</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grpSp>
      <p:grpSp>
        <p:nvGrpSpPr>
          <p:cNvPr id="21" name="组合 20"/>
          <p:cNvGrpSpPr/>
          <p:nvPr/>
        </p:nvGrpSpPr>
        <p:grpSpPr>
          <a:xfrm>
            <a:off x="4538577" y="2827494"/>
            <a:ext cx="609462" cy="514925"/>
            <a:chOff x="5832140" y="1556792"/>
            <a:chExt cx="553327" cy="460028"/>
          </a:xfrm>
        </p:grpSpPr>
        <p:sp>
          <p:nvSpPr>
            <p:cNvPr id="43" name="Freeform 99"/>
            <p:cNvSpPr>
              <a:spLocks noEditPoints="1"/>
            </p:cNvSpPr>
            <p:nvPr/>
          </p:nvSpPr>
          <p:spPr bwMode="auto">
            <a:xfrm>
              <a:off x="6062687" y="1556792"/>
              <a:ext cx="165497" cy="26312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44" name="文本框 134"/>
            <p:cNvSpPr txBox="1"/>
            <p:nvPr/>
          </p:nvSpPr>
          <p:spPr>
            <a:xfrm>
              <a:off x="5832140" y="1747845"/>
              <a:ext cx="553327" cy="268975"/>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Kenya</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grpSp>
      <p:grpSp>
        <p:nvGrpSpPr>
          <p:cNvPr id="22" name="组合 21"/>
          <p:cNvGrpSpPr/>
          <p:nvPr/>
        </p:nvGrpSpPr>
        <p:grpSpPr>
          <a:xfrm>
            <a:off x="6176004" y="2303588"/>
            <a:ext cx="1478290" cy="564207"/>
            <a:chOff x="5806583" y="1556792"/>
            <a:chExt cx="1342132" cy="504056"/>
          </a:xfrm>
        </p:grpSpPr>
        <p:sp>
          <p:nvSpPr>
            <p:cNvPr id="41" name="Freeform 99"/>
            <p:cNvSpPr>
              <a:spLocks noEditPoints="1"/>
            </p:cNvSpPr>
            <p:nvPr/>
          </p:nvSpPr>
          <p:spPr bwMode="auto">
            <a:xfrm>
              <a:off x="6062687" y="1556792"/>
              <a:ext cx="165497" cy="26312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42" name="文本框 143"/>
            <p:cNvSpPr txBox="1"/>
            <p:nvPr/>
          </p:nvSpPr>
          <p:spPr>
            <a:xfrm>
              <a:off x="5806583" y="1791874"/>
              <a:ext cx="1342132" cy="268974"/>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Vietnam/ Thailand</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grpSp>
      <p:grpSp>
        <p:nvGrpSpPr>
          <p:cNvPr id="23" name="组合 22"/>
          <p:cNvGrpSpPr/>
          <p:nvPr/>
        </p:nvGrpSpPr>
        <p:grpSpPr>
          <a:xfrm>
            <a:off x="7165146" y="3523511"/>
            <a:ext cx="798617" cy="514925"/>
            <a:chOff x="5832140" y="1486146"/>
            <a:chExt cx="725060" cy="460028"/>
          </a:xfrm>
        </p:grpSpPr>
        <p:sp>
          <p:nvSpPr>
            <p:cNvPr id="39" name="Freeform 99"/>
            <p:cNvSpPr>
              <a:spLocks noEditPoints="1"/>
            </p:cNvSpPr>
            <p:nvPr/>
          </p:nvSpPr>
          <p:spPr bwMode="auto">
            <a:xfrm>
              <a:off x="6062687" y="1486146"/>
              <a:ext cx="165497" cy="26312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40" name="文本框 146"/>
            <p:cNvSpPr txBox="1"/>
            <p:nvPr/>
          </p:nvSpPr>
          <p:spPr>
            <a:xfrm>
              <a:off x="5832140" y="1677199"/>
              <a:ext cx="725060" cy="268975"/>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Australia</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grpSp>
      <p:grpSp>
        <p:nvGrpSpPr>
          <p:cNvPr id="24" name="组合 23"/>
          <p:cNvGrpSpPr/>
          <p:nvPr/>
        </p:nvGrpSpPr>
        <p:grpSpPr>
          <a:xfrm>
            <a:off x="1416949" y="1215475"/>
            <a:ext cx="694422" cy="532325"/>
            <a:chOff x="5855562" y="1556792"/>
            <a:chExt cx="630462" cy="475573"/>
          </a:xfrm>
        </p:grpSpPr>
        <p:sp>
          <p:nvSpPr>
            <p:cNvPr id="37" name="Freeform 99"/>
            <p:cNvSpPr>
              <a:spLocks noEditPoints="1"/>
            </p:cNvSpPr>
            <p:nvPr/>
          </p:nvSpPr>
          <p:spPr bwMode="auto">
            <a:xfrm>
              <a:off x="6062687" y="1556792"/>
              <a:ext cx="165497" cy="26312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38" name="文本框 149"/>
            <p:cNvSpPr txBox="1"/>
            <p:nvPr/>
          </p:nvSpPr>
          <p:spPr>
            <a:xfrm>
              <a:off x="5855562" y="1763390"/>
              <a:ext cx="630462" cy="268975"/>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Canada</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grpSp>
      <p:grpSp>
        <p:nvGrpSpPr>
          <p:cNvPr id="26" name="组合 25"/>
          <p:cNvGrpSpPr/>
          <p:nvPr/>
        </p:nvGrpSpPr>
        <p:grpSpPr>
          <a:xfrm>
            <a:off x="2127986" y="2551824"/>
            <a:ext cx="737702" cy="519593"/>
            <a:chOff x="5812253" y="1556792"/>
            <a:chExt cx="669756" cy="464199"/>
          </a:xfrm>
        </p:grpSpPr>
        <p:sp>
          <p:nvSpPr>
            <p:cNvPr id="33" name="Freeform 99"/>
            <p:cNvSpPr>
              <a:spLocks noEditPoints="1"/>
            </p:cNvSpPr>
            <p:nvPr/>
          </p:nvSpPr>
          <p:spPr bwMode="auto">
            <a:xfrm>
              <a:off x="6062687" y="1556792"/>
              <a:ext cx="165497" cy="26312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34" name="文本框 155"/>
            <p:cNvSpPr txBox="1"/>
            <p:nvPr/>
          </p:nvSpPr>
          <p:spPr>
            <a:xfrm>
              <a:off x="5812253" y="1773523"/>
              <a:ext cx="669756" cy="247468"/>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Panama</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grpSp>
      <p:grpSp>
        <p:nvGrpSpPr>
          <p:cNvPr id="27" name="组合 26"/>
          <p:cNvGrpSpPr/>
          <p:nvPr/>
        </p:nvGrpSpPr>
        <p:grpSpPr>
          <a:xfrm>
            <a:off x="7184115" y="1699081"/>
            <a:ext cx="598241" cy="538348"/>
            <a:chOff x="5893750" y="1556792"/>
            <a:chExt cx="543140" cy="480954"/>
          </a:xfrm>
        </p:grpSpPr>
        <p:sp>
          <p:nvSpPr>
            <p:cNvPr id="31" name="Freeform 99"/>
            <p:cNvSpPr>
              <a:spLocks noEditPoints="1"/>
            </p:cNvSpPr>
            <p:nvPr/>
          </p:nvSpPr>
          <p:spPr bwMode="auto">
            <a:xfrm>
              <a:off x="6062687" y="1556792"/>
              <a:ext cx="165497" cy="26312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32" name="文本框 161"/>
            <p:cNvSpPr txBox="1"/>
            <p:nvPr/>
          </p:nvSpPr>
          <p:spPr>
            <a:xfrm>
              <a:off x="5893750" y="1768771"/>
              <a:ext cx="543140" cy="268975"/>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Japan</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grpSp>
      <p:sp>
        <p:nvSpPr>
          <p:cNvPr id="160" name="Freeform 99"/>
          <p:cNvSpPr>
            <a:spLocks noEditPoints="1"/>
          </p:cNvSpPr>
          <p:nvPr/>
        </p:nvSpPr>
        <p:spPr bwMode="auto">
          <a:xfrm>
            <a:off x="6693969" y="3092860"/>
            <a:ext cx="182287" cy="27097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161" name="文本框 125"/>
          <p:cNvSpPr txBox="1"/>
          <p:nvPr/>
        </p:nvSpPr>
        <p:spPr>
          <a:xfrm>
            <a:off x="6732240" y="3210572"/>
            <a:ext cx="787395" cy="276999"/>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Malaysia</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sp>
        <p:nvSpPr>
          <p:cNvPr id="162" name="Freeform 99"/>
          <p:cNvSpPr>
            <a:spLocks noEditPoints="1"/>
          </p:cNvSpPr>
          <p:nvPr/>
        </p:nvSpPr>
        <p:spPr bwMode="auto">
          <a:xfrm>
            <a:off x="6703588" y="2597541"/>
            <a:ext cx="182287" cy="27097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159" name="文本框 161"/>
          <p:cNvSpPr txBox="1"/>
          <p:nvPr/>
        </p:nvSpPr>
        <p:spPr>
          <a:xfrm>
            <a:off x="6930133" y="2067694"/>
            <a:ext cx="1026243" cy="276999"/>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South Korea</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sp>
        <p:nvSpPr>
          <p:cNvPr id="163" name="文本框 161"/>
          <p:cNvSpPr txBox="1"/>
          <p:nvPr/>
        </p:nvSpPr>
        <p:spPr>
          <a:xfrm>
            <a:off x="6660232" y="2726799"/>
            <a:ext cx="1515158" cy="276999"/>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HK/Macau/Taiwan</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sp>
        <p:nvSpPr>
          <p:cNvPr id="166" name="Freeform 99"/>
          <p:cNvSpPr>
            <a:spLocks noEditPoints="1"/>
          </p:cNvSpPr>
          <p:nvPr/>
        </p:nvSpPr>
        <p:spPr bwMode="auto">
          <a:xfrm>
            <a:off x="8059767" y="3968376"/>
            <a:ext cx="182287" cy="27097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167" name="文本框 146"/>
          <p:cNvSpPr txBox="1"/>
          <p:nvPr/>
        </p:nvSpPr>
        <p:spPr>
          <a:xfrm>
            <a:off x="7663223" y="4239354"/>
            <a:ext cx="1071127" cy="276999"/>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New Zealand</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sp>
        <p:nvSpPr>
          <p:cNvPr id="168" name="Freeform 99"/>
          <p:cNvSpPr>
            <a:spLocks noEditPoints="1"/>
          </p:cNvSpPr>
          <p:nvPr/>
        </p:nvSpPr>
        <p:spPr bwMode="auto">
          <a:xfrm>
            <a:off x="5251455" y="3322134"/>
            <a:ext cx="182287" cy="27097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169" name="文本框 146"/>
          <p:cNvSpPr txBox="1"/>
          <p:nvPr/>
        </p:nvSpPr>
        <p:spPr>
          <a:xfrm>
            <a:off x="4997519" y="3518887"/>
            <a:ext cx="851515" cy="276999"/>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Mauritius</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sp>
        <p:nvSpPr>
          <p:cNvPr id="170" name="Freeform 99"/>
          <p:cNvSpPr>
            <a:spLocks noEditPoints="1"/>
          </p:cNvSpPr>
          <p:nvPr/>
        </p:nvSpPr>
        <p:spPr bwMode="auto">
          <a:xfrm>
            <a:off x="6338104" y="2283718"/>
            <a:ext cx="182287" cy="270978"/>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5846C"/>
          </a:solidFill>
          <a:ln w="9525">
            <a:noFill/>
            <a:round/>
          </a:ln>
        </p:spPr>
        <p:txBody>
          <a:bodyPr/>
          <a:lstStyle/>
          <a:p>
            <a:pPr eaLnBrk="0" fontAlgn="base" hangingPunct="0">
              <a:spcBef>
                <a:spcPct val="0"/>
              </a:spcBef>
              <a:spcAft>
                <a:spcPct val="0"/>
              </a:spcAft>
              <a:defRPr/>
            </a:pPr>
            <a:endParaRPr lang="en-US">
              <a:solidFill>
                <a:srgbClr val="000000"/>
              </a:solidFill>
              <a:latin typeface="Verdana" panose="020B0604030504040204" pitchFamily="34" charset="0"/>
              <a:ea typeface="微软雅黑" panose="020B0503020204020204" pitchFamily="34" charset="-122"/>
            </a:endParaRPr>
          </a:p>
        </p:txBody>
      </p:sp>
      <p:sp>
        <p:nvSpPr>
          <p:cNvPr id="171" name="文本框 146"/>
          <p:cNvSpPr txBox="1"/>
          <p:nvPr/>
        </p:nvSpPr>
        <p:spPr>
          <a:xfrm>
            <a:off x="5423276" y="2246914"/>
            <a:ext cx="1032655" cy="276999"/>
          </a:xfrm>
          <a:prstGeom prst="rect">
            <a:avLst/>
          </a:prstGeom>
          <a:noFill/>
        </p:spPr>
        <p:txBody>
          <a:bodyPr wrap="none" rtlCol="0">
            <a:spAutoFit/>
          </a:bodyPr>
          <a:lstStyle/>
          <a:p>
            <a:pPr eaLnBrk="0" fontAlgn="base" hangingPunct="0">
              <a:spcBef>
                <a:spcPct val="0"/>
              </a:spcBef>
              <a:spcAft>
                <a:spcPct val="0"/>
              </a:spcAft>
            </a:pPr>
            <a:r>
              <a:rPr lang="en-US" altLang="zh-CN" sz="1200" dirty="0" smtClean="0">
                <a:solidFill>
                  <a:schemeClr val="bg2">
                    <a:lumMod val="25000"/>
                  </a:schemeClr>
                </a:solidFill>
                <a:latin typeface="Georgia" panose="02040502050405020303" pitchFamily="18" charset="0"/>
                <a:ea typeface="微软雅黑" panose="020B0503020204020204" pitchFamily="34" charset="-122"/>
              </a:rPr>
              <a:t>Nepal/ MTB</a:t>
            </a:r>
            <a:endParaRPr lang="zh-CN" altLang="en-US" sz="1200" dirty="0">
              <a:solidFill>
                <a:schemeClr val="bg2">
                  <a:lumMod val="25000"/>
                </a:schemeClr>
              </a:solidFill>
              <a:latin typeface="Georgia" panose="02040502050405020303" pitchFamily="18" charset="0"/>
              <a:ea typeface="微软雅黑" panose="020B0503020204020204" pitchFamily="34" charset="-122"/>
            </a:endParaRPr>
          </a:p>
        </p:txBody>
      </p:sp>
      <p:graphicFrame>
        <p:nvGraphicFramePr>
          <p:cNvPr id="164" name="表格 163">
            <a:extLst>
              <a:ext uri="{FF2B5EF4-FFF2-40B4-BE49-F238E27FC236}">
                <a16:creationId xmlns:a16="http://schemas.microsoft.com/office/drawing/2014/main" id="{3CBE263B-CBD8-469A-904F-37C70B99C6B0}"/>
              </a:ext>
            </a:extLst>
          </p:cNvPr>
          <p:cNvGraphicFramePr>
            <a:graphicFrameLocks noGrp="1"/>
          </p:cNvGraphicFramePr>
          <p:nvPr>
            <p:extLst>
              <p:ext uri="{D42A27DB-BD31-4B8C-83A1-F6EECF244321}">
                <p14:modId xmlns:p14="http://schemas.microsoft.com/office/powerpoint/2010/main" val="2205787319"/>
              </p:ext>
            </p:extLst>
          </p:nvPr>
        </p:nvGraphicFramePr>
        <p:xfrm>
          <a:off x="480727" y="4048818"/>
          <a:ext cx="1970406" cy="891713"/>
        </p:xfrm>
        <a:graphic>
          <a:graphicData uri="http://schemas.openxmlformats.org/drawingml/2006/table">
            <a:tbl>
              <a:tblPr firstRow="1" bandRow="1">
                <a:tableStyleId>{2A488322-F2BA-4B5B-9748-0D474271808F}</a:tableStyleId>
              </a:tblPr>
              <a:tblGrid>
                <a:gridCol w="416560">
                  <a:extLst>
                    <a:ext uri="{9D8B030D-6E8A-4147-A177-3AD203B41FA5}">
                      <a16:colId xmlns:a16="http://schemas.microsoft.com/office/drawing/2014/main" val="477220197"/>
                    </a:ext>
                  </a:extLst>
                </a:gridCol>
                <a:gridCol w="786448">
                  <a:extLst>
                    <a:ext uri="{9D8B030D-6E8A-4147-A177-3AD203B41FA5}">
                      <a16:colId xmlns:a16="http://schemas.microsoft.com/office/drawing/2014/main" val="2730564430"/>
                    </a:ext>
                  </a:extLst>
                </a:gridCol>
                <a:gridCol w="767398">
                  <a:extLst>
                    <a:ext uri="{9D8B030D-6E8A-4147-A177-3AD203B41FA5}">
                      <a16:colId xmlns:a16="http://schemas.microsoft.com/office/drawing/2014/main" val="1230799531"/>
                    </a:ext>
                  </a:extLst>
                </a:gridCol>
              </a:tblGrid>
              <a:tr h="296595">
                <a:tc>
                  <a:txBody>
                    <a:bodyPr/>
                    <a:lstStyle/>
                    <a:p>
                      <a:pPr algn="ctr"/>
                      <a:endParaRPr lang="zh-HK" altLang="en-US" sz="1000" dirty="0">
                        <a:latin typeface="Georgia" panose="02040502050405020303" pitchFamily="18" charset="0"/>
                        <a:cs typeface="Arial" panose="020B0604020202020204" pitchFamily="34" charset="0"/>
                      </a:endParaRPr>
                    </a:p>
                  </a:txBody>
                  <a:tcPr marL="68580" marR="68580" marT="34290" marB="34290" anchor="ctr"/>
                </a:tc>
                <a:tc>
                  <a:txBody>
                    <a:bodyPr/>
                    <a:lstStyle/>
                    <a:p>
                      <a:pPr algn="ctr"/>
                      <a:r>
                        <a:rPr lang="en-US" altLang="zh-HK" sz="1000" dirty="0">
                          <a:latin typeface="Georgia" panose="02040502050405020303" pitchFamily="18" charset="0"/>
                        </a:rPr>
                        <a:t>Deployed</a:t>
                      </a:r>
                      <a:endParaRPr lang="zh-HK" altLang="en-US" sz="1000" dirty="0">
                        <a:latin typeface="Georgia" panose="02040502050405020303" pitchFamily="18" charset="0"/>
                        <a:cs typeface="Arial" panose="020B0604020202020204" pitchFamily="34" charset="0"/>
                      </a:endParaRPr>
                    </a:p>
                  </a:txBody>
                  <a:tcPr marL="68580" marR="68580" marT="34290" marB="34290" anchor="ctr"/>
                </a:tc>
                <a:tc>
                  <a:txBody>
                    <a:bodyPr/>
                    <a:lstStyle/>
                    <a:p>
                      <a:pPr algn="ctr"/>
                      <a:r>
                        <a:rPr lang="en-US" altLang="zh-CN" sz="1000" dirty="0" smtClean="0">
                          <a:latin typeface="Georgia" panose="02040502050405020303" pitchFamily="18" charset="0"/>
                        </a:rPr>
                        <a:t>Potential</a:t>
                      </a:r>
                      <a:endParaRPr lang="zh-HK" altLang="en-US" sz="1000" dirty="0">
                        <a:latin typeface="Georgia" panose="02040502050405020303" pitchFamily="18" charset="0"/>
                        <a:cs typeface="Arial" panose="020B0604020202020204" pitchFamily="34" charset="0"/>
                      </a:endParaRPr>
                    </a:p>
                  </a:txBody>
                  <a:tcPr marL="68580" marR="68580" marT="34290" marB="34290" anchor="ctr"/>
                </a:tc>
                <a:extLst>
                  <a:ext uri="{0D108BD9-81ED-4DB2-BD59-A6C34878D82A}">
                    <a16:rowId xmlns:a16="http://schemas.microsoft.com/office/drawing/2014/main" val="2549465393"/>
                  </a:ext>
                </a:extLst>
              </a:tr>
              <a:tr h="297559">
                <a:tc>
                  <a:txBody>
                    <a:bodyPr/>
                    <a:lstStyle/>
                    <a:p>
                      <a:pPr algn="ctr"/>
                      <a:r>
                        <a:rPr lang="en-US" altLang="zh-HK" sz="1000" dirty="0" err="1" smtClean="0">
                          <a:latin typeface="Georgia" panose="02040502050405020303" pitchFamily="18" charset="0"/>
                        </a:rPr>
                        <a:t>Iss</a:t>
                      </a:r>
                      <a:r>
                        <a:rPr lang="en-US" altLang="zh-HK" sz="1000" dirty="0" smtClean="0">
                          <a:latin typeface="Georgia" panose="02040502050405020303" pitchFamily="18" charset="0"/>
                        </a:rPr>
                        <a:t>.</a:t>
                      </a:r>
                      <a:endParaRPr lang="zh-HK" altLang="en-US" sz="1000" dirty="0">
                        <a:latin typeface="Georgia" panose="02040502050405020303" pitchFamily="18" charset="0"/>
                        <a:cs typeface="Arial" panose="020B0604020202020204" pitchFamily="34" charset="0"/>
                      </a:endParaRPr>
                    </a:p>
                  </a:txBody>
                  <a:tcPr marL="68580" marR="68580" marT="34290" marB="34290" anchor="ctr"/>
                </a:tc>
                <a:tc>
                  <a:txBody>
                    <a:bodyPr/>
                    <a:lstStyle/>
                    <a:p>
                      <a:pPr algn="ctr"/>
                      <a:r>
                        <a:rPr lang="en-US" altLang="zh-HK" sz="1000" dirty="0" smtClean="0">
                          <a:latin typeface="Georgia" panose="02040502050405020303" pitchFamily="18" charset="0"/>
                          <a:cs typeface="+mn-cs"/>
                        </a:rPr>
                        <a:t>23</a:t>
                      </a:r>
                      <a:endParaRPr lang="zh-HK" altLang="en-US" sz="1000" dirty="0">
                        <a:latin typeface="Georgia" panose="02040502050405020303" pitchFamily="18" charset="0"/>
                        <a:cs typeface="Arial" panose="020B0604020202020204" pitchFamily="34" charset="0"/>
                      </a:endParaRPr>
                    </a:p>
                  </a:txBody>
                  <a:tcPr marL="68580" marR="68580" marT="34290" marB="34290" anchor="ctr"/>
                </a:tc>
                <a:tc>
                  <a:txBody>
                    <a:bodyPr/>
                    <a:lstStyle/>
                    <a:p>
                      <a:pPr algn="ctr"/>
                      <a:r>
                        <a:rPr lang="en-US" altLang="zh-HK" sz="1000" dirty="0" smtClean="0">
                          <a:latin typeface="Georgia" panose="02040502050405020303" pitchFamily="18" charset="0"/>
                        </a:rPr>
                        <a:t>40+</a:t>
                      </a:r>
                      <a:endParaRPr lang="zh-HK" altLang="en-US" sz="1000" dirty="0">
                        <a:latin typeface="Georgia" panose="02040502050405020303" pitchFamily="18" charset="0"/>
                        <a:cs typeface="Arial" panose="020B0604020202020204" pitchFamily="34" charset="0"/>
                      </a:endParaRPr>
                    </a:p>
                  </a:txBody>
                  <a:tcPr marL="68580" marR="68580" marT="34290" marB="34290" anchor="ctr"/>
                </a:tc>
                <a:extLst>
                  <a:ext uri="{0D108BD9-81ED-4DB2-BD59-A6C34878D82A}">
                    <a16:rowId xmlns:a16="http://schemas.microsoft.com/office/drawing/2014/main" val="2653528054"/>
                  </a:ext>
                </a:extLst>
              </a:tr>
              <a:tr h="297559">
                <a:tc>
                  <a:txBody>
                    <a:bodyPr/>
                    <a:lstStyle/>
                    <a:p>
                      <a:pPr algn="ctr"/>
                      <a:r>
                        <a:rPr lang="en-US" altLang="zh-HK" sz="1000" dirty="0" err="1" smtClean="0">
                          <a:latin typeface="Georgia" panose="02040502050405020303" pitchFamily="18" charset="0"/>
                        </a:rPr>
                        <a:t>A</a:t>
                      </a:r>
                      <a:r>
                        <a:rPr lang="en-US" altLang="zh-CN" sz="1000" dirty="0" err="1" smtClean="0">
                          <a:latin typeface="Georgia" panose="02040502050405020303" pitchFamily="18" charset="0"/>
                        </a:rPr>
                        <a:t>cq</a:t>
                      </a:r>
                      <a:r>
                        <a:rPr lang="en-US" altLang="zh-CN" sz="1000" dirty="0" smtClean="0">
                          <a:latin typeface="Georgia" panose="02040502050405020303" pitchFamily="18" charset="0"/>
                        </a:rPr>
                        <a:t>.</a:t>
                      </a:r>
                      <a:endParaRPr lang="zh-HK" altLang="en-US" sz="1000" dirty="0">
                        <a:latin typeface="Georgia" panose="02040502050405020303" pitchFamily="18" charset="0"/>
                        <a:cs typeface="Arial" panose="020B0604020202020204" pitchFamily="34" charset="0"/>
                      </a:endParaRPr>
                    </a:p>
                  </a:txBody>
                  <a:tcPr marL="68580" marR="68580" marT="34290" marB="34290" anchor="ctr"/>
                </a:tc>
                <a:tc>
                  <a:txBody>
                    <a:bodyPr/>
                    <a:lstStyle/>
                    <a:p>
                      <a:pPr algn="ctr"/>
                      <a:r>
                        <a:rPr lang="en-US" altLang="zh-HK" sz="1000" dirty="0" smtClean="0">
                          <a:latin typeface="Georgia" panose="02040502050405020303" pitchFamily="18" charset="0"/>
                          <a:cs typeface="+mn-cs"/>
                        </a:rPr>
                        <a:t>99</a:t>
                      </a:r>
                      <a:endParaRPr lang="zh-HK" altLang="en-US" sz="1000" dirty="0">
                        <a:latin typeface="Georgia" panose="02040502050405020303" pitchFamily="18" charset="0"/>
                        <a:cs typeface="Arial" panose="020B0604020202020204" pitchFamily="34" charset="0"/>
                      </a:endParaRPr>
                    </a:p>
                  </a:txBody>
                  <a:tcPr marL="68580" marR="68580" marT="34290" marB="34290" anchor="ctr"/>
                </a:tc>
                <a:tc>
                  <a:txBody>
                    <a:bodyPr/>
                    <a:lstStyle/>
                    <a:p>
                      <a:pPr algn="ctr"/>
                      <a:r>
                        <a:rPr lang="en-US" altLang="zh-HK" sz="1000" dirty="0" smtClean="0">
                          <a:latin typeface="Georgia" panose="02040502050405020303" pitchFamily="18" charset="0"/>
                        </a:rPr>
                        <a:t>30</a:t>
                      </a:r>
                      <a:r>
                        <a:rPr lang="en-US" altLang="zh-CN" sz="1000" dirty="0" smtClean="0">
                          <a:latin typeface="Georgia" panose="02040502050405020303" pitchFamily="18" charset="0"/>
                        </a:rPr>
                        <a:t>+</a:t>
                      </a:r>
                      <a:endParaRPr lang="zh-HK" altLang="en-US" sz="1000" dirty="0">
                        <a:latin typeface="Georgia" panose="02040502050405020303" pitchFamily="18" charset="0"/>
                        <a:cs typeface="Arial" panose="020B0604020202020204" pitchFamily="34" charset="0"/>
                      </a:endParaRPr>
                    </a:p>
                  </a:txBody>
                  <a:tcPr marL="68580" marR="68580" marT="34290" marB="34290" anchor="ctr"/>
                </a:tc>
                <a:extLst>
                  <a:ext uri="{0D108BD9-81ED-4DB2-BD59-A6C34878D82A}">
                    <a16:rowId xmlns:a16="http://schemas.microsoft.com/office/drawing/2014/main" val="839329194"/>
                  </a:ext>
                </a:extLst>
              </a:tr>
            </a:tbl>
          </a:graphicData>
        </a:graphic>
      </p:graphicFrame>
    </p:spTree>
    <p:extLst>
      <p:ext uri="{BB962C8B-B14F-4D97-AF65-F5344CB8AC3E}">
        <p14:creationId xmlns:p14="http://schemas.microsoft.com/office/powerpoint/2010/main" val="207628451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4214684" y="4264264"/>
            <a:ext cx="4661520" cy="657076"/>
          </a:xfrm>
          <a:prstGeom prst="rect">
            <a:avLst/>
          </a:prstGeom>
        </p:spPr>
      </p:pic>
      <p:pic>
        <p:nvPicPr>
          <p:cNvPr id="7" name="图片 6"/>
          <p:cNvPicPr>
            <a:picLocks noChangeAspect="1"/>
          </p:cNvPicPr>
          <p:nvPr/>
        </p:nvPicPr>
        <p:blipFill rotWithShape="1">
          <a:blip r:embed="rId4">
            <a:extLst>
              <a:ext uri="{28A0092B-C50C-407E-A947-70E740481C1C}">
                <a14:useLocalDpi xmlns:a14="http://schemas.microsoft.com/office/drawing/2010/main" val="0"/>
              </a:ext>
            </a:extLst>
          </a:blip>
          <a:srcRect l="49770" t="50910"/>
          <a:stretch/>
        </p:blipFill>
        <p:spPr>
          <a:xfrm>
            <a:off x="1890427" y="3343720"/>
            <a:ext cx="1889485" cy="1604294"/>
          </a:xfrm>
          <a:prstGeom prst="rect">
            <a:avLst/>
          </a:prstGeom>
        </p:spPr>
      </p:pic>
      <p:pic>
        <p:nvPicPr>
          <p:cNvPr id="8" name="图片 7"/>
          <p:cNvPicPr>
            <a:picLocks noChangeAspect="1"/>
          </p:cNvPicPr>
          <p:nvPr/>
        </p:nvPicPr>
        <p:blipFill>
          <a:blip r:embed="rId5"/>
          <a:stretch>
            <a:fillRect/>
          </a:stretch>
        </p:blipFill>
        <p:spPr>
          <a:xfrm>
            <a:off x="4214684" y="831037"/>
            <a:ext cx="4644487" cy="3540913"/>
          </a:xfrm>
          <a:prstGeom prst="rect">
            <a:avLst/>
          </a:prstGeom>
        </p:spPr>
      </p:pic>
      <p:pic>
        <p:nvPicPr>
          <p:cNvPr id="18" name="图片 17"/>
          <p:cNvPicPr>
            <a:picLocks noChangeAspect="1"/>
          </p:cNvPicPr>
          <p:nvPr/>
        </p:nvPicPr>
        <p:blipFill rotWithShape="1">
          <a:blip r:embed="rId4">
            <a:extLst>
              <a:ext uri="{28A0092B-C50C-407E-A947-70E740481C1C}">
                <a14:useLocalDpi xmlns:a14="http://schemas.microsoft.com/office/drawing/2010/main" val="0"/>
              </a:ext>
            </a:extLst>
          </a:blip>
          <a:srcRect t="50654" r="50452"/>
          <a:stretch/>
        </p:blipFill>
        <p:spPr>
          <a:xfrm>
            <a:off x="374186" y="2687264"/>
            <a:ext cx="1863824" cy="1612678"/>
          </a:xfrm>
          <a:prstGeom prst="rect">
            <a:avLst/>
          </a:prstGeom>
        </p:spPr>
      </p:pic>
      <p:pic>
        <p:nvPicPr>
          <p:cNvPr id="19" name="图片 18"/>
          <p:cNvPicPr>
            <a:picLocks noChangeAspect="1"/>
          </p:cNvPicPr>
          <p:nvPr/>
        </p:nvPicPr>
        <p:blipFill rotWithShape="1">
          <a:blip r:embed="rId4">
            <a:extLst>
              <a:ext uri="{28A0092B-C50C-407E-A947-70E740481C1C}">
                <a14:useLocalDpi xmlns:a14="http://schemas.microsoft.com/office/drawing/2010/main" val="0"/>
              </a:ext>
            </a:extLst>
          </a:blip>
          <a:srcRect l="49324" b="49603"/>
          <a:stretch/>
        </p:blipFill>
        <p:spPr>
          <a:xfrm>
            <a:off x="1846394" y="1500799"/>
            <a:ext cx="1906253" cy="1647015"/>
          </a:xfrm>
          <a:prstGeom prst="rect">
            <a:avLst/>
          </a:prstGeom>
        </p:spPr>
      </p:pic>
      <p:pic>
        <p:nvPicPr>
          <p:cNvPr id="20" name="图片 19"/>
          <p:cNvPicPr>
            <a:picLocks noChangeAspect="1"/>
          </p:cNvPicPr>
          <p:nvPr/>
        </p:nvPicPr>
        <p:blipFill rotWithShape="1">
          <a:blip r:embed="rId4">
            <a:extLst>
              <a:ext uri="{28A0092B-C50C-407E-A947-70E740481C1C}">
                <a14:useLocalDpi xmlns:a14="http://schemas.microsoft.com/office/drawing/2010/main" val="0"/>
              </a:ext>
            </a:extLst>
          </a:blip>
          <a:srcRect r="50898" b="49860"/>
          <a:stretch/>
        </p:blipFill>
        <p:spPr>
          <a:xfrm>
            <a:off x="390954" y="810634"/>
            <a:ext cx="1847056" cy="1638631"/>
          </a:xfrm>
          <a:prstGeom prst="rect">
            <a:avLst/>
          </a:prstGeom>
        </p:spPr>
      </p:pic>
      <p:sp>
        <p:nvSpPr>
          <p:cNvPr id="10"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UnionPay QR Code in </a:t>
            </a:r>
            <a:r>
              <a:rPr lang="en-US" altLang="zh-CN" b="1" dirty="0" smtClean="0">
                <a:latin typeface="Georgia" pitchFamily="18" charset="0"/>
                <a:ea typeface="黑体" pitchFamily="49" charset="-122"/>
              </a:rPr>
              <a:t>HK</a:t>
            </a:r>
            <a:endParaRPr lang="zh-CN" altLang="en-US" sz="1800" b="1" dirty="0">
              <a:latin typeface="Georgia" pitchFamily="18" charset="0"/>
              <a:ea typeface="黑体" pitchFamily="49" charset="-122"/>
            </a:endParaRPr>
          </a:p>
        </p:txBody>
      </p:sp>
      <p:sp>
        <p:nvSpPr>
          <p:cNvPr id="11" name="标题 1"/>
          <p:cNvSpPr txBox="1">
            <a:spLocks/>
          </p:cNvSpPr>
          <p:nvPr/>
        </p:nvSpPr>
        <p:spPr>
          <a:xfrm>
            <a:off x="1201591" y="2003332"/>
            <a:ext cx="1426193" cy="338850"/>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sz="1200" dirty="0" smtClean="0">
                <a:solidFill>
                  <a:schemeClr val="tx1">
                    <a:lumMod val="50000"/>
                    <a:lumOff val="50000"/>
                  </a:schemeClr>
                </a:solidFill>
                <a:latin typeface="Georgia" pitchFamily="18" charset="0"/>
                <a:ea typeface="黑体" pitchFamily="49" charset="-122"/>
              </a:rPr>
              <a:t>Restaurants</a:t>
            </a:r>
            <a:endParaRPr lang="zh-CN" altLang="en-US" sz="1000" dirty="0">
              <a:solidFill>
                <a:schemeClr val="tx1">
                  <a:lumMod val="50000"/>
                  <a:lumOff val="50000"/>
                </a:schemeClr>
              </a:solidFill>
              <a:latin typeface="Georgia" pitchFamily="18" charset="0"/>
              <a:ea typeface="黑体" pitchFamily="49" charset="-122"/>
            </a:endParaRPr>
          </a:p>
        </p:txBody>
      </p:sp>
      <p:sp>
        <p:nvSpPr>
          <p:cNvPr id="12" name="标题 1"/>
          <p:cNvSpPr txBox="1">
            <a:spLocks/>
          </p:cNvSpPr>
          <p:nvPr/>
        </p:nvSpPr>
        <p:spPr>
          <a:xfrm>
            <a:off x="2857775" y="2687264"/>
            <a:ext cx="1066153" cy="338850"/>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sz="1200" dirty="0" smtClean="0">
                <a:solidFill>
                  <a:schemeClr val="tx1">
                    <a:lumMod val="50000"/>
                    <a:lumOff val="50000"/>
                  </a:schemeClr>
                </a:solidFill>
                <a:latin typeface="Georgia" pitchFamily="18" charset="0"/>
                <a:ea typeface="黑体" pitchFamily="49" charset="-122"/>
              </a:rPr>
              <a:t>Shopping</a:t>
            </a:r>
            <a:endParaRPr lang="zh-CN" altLang="en-US" sz="1000" dirty="0">
              <a:solidFill>
                <a:schemeClr val="tx1">
                  <a:lumMod val="50000"/>
                  <a:lumOff val="50000"/>
                </a:schemeClr>
              </a:solidFill>
              <a:latin typeface="Georgia" pitchFamily="18" charset="0"/>
              <a:ea typeface="黑体" pitchFamily="49" charset="-122"/>
            </a:endParaRPr>
          </a:p>
        </p:txBody>
      </p:sp>
      <p:sp>
        <p:nvSpPr>
          <p:cNvPr id="14" name="标题 1"/>
          <p:cNvSpPr txBox="1">
            <a:spLocks/>
          </p:cNvSpPr>
          <p:nvPr/>
        </p:nvSpPr>
        <p:spPr>
          <a:xfrm>
            <a:off x="1272612" y="3837979"/>
            <a:ext cx="1066153" cy="338850"/>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pPr algn="ctr"/>
            <a:r>
              <a:rPr lang="en-US" altLang="zh-CN" sz="1100" dirty="0" smtClean="0">
                <a:solidFill>
                  <a:schemeClr val="tx1">
                    <a:lumMod val="50000"/>
                    <a:lumOff val="50000"/>
                  </a:schemeClr>
                </a:solidFill>
                <a:latin typeface="Georgia" pitchFamily="18" charset="0"/>
                <a:ea typeface="黑体" pitchFamily="49" charset="-122"/>
              </a:rPr>
              <a:t>Travel</a:t>
            </a:r>
          </a:p>
          <a:p>
            <a:pPr algn="ctr"/>
            <a:r>
              <a:rPr lang="en-US" altLang="zh-CN" sz="1100" dirty="0" smtClean="0">
                <a:solidFill>
                  <a:schemeClr val="tx1">
                    <a:lumMod val="50000"/>
                    <a:lumOff val="50000"/>
                  </a:schemeClr>
                </a:solidFill>
                <a:latin typeface="Georgia" pitchFamily="18" charset="0"/>
                <a:ea typeface="黑体" pitchFamily="49" charset="-122"/>
              </a:rPr>
              <a:t>Service</a:t>
            </a:r>
            <a:endParaRPr lang="zh-CN" altLang="en-US" sz="900" dirty="0">
              <a:solidFill>
                <a:schemeClr val="tx1">
                  <a:lumMod val="50000"/>
                  <a:lumOff val="50000"/>
                </a:schemeClr>
              </a:solidFill>
              <a:latin typeface="Georgia" pitchFamily="18" charset="0"/>
              <a:ea typeface="黑体" pitchFamily="49" charset="-122"/>
            </a:endParaRPr>
          </a:p>
        </p:txBody>
      </p:sp>
      <p:sp>
        <p:nvSpPr>
          <p:cNvPr id="15" name="标题 1"/>
          <p:cNvSpPr txBox="1">
            <a:spLocks/>
          </p:cNvSpPr>
          <p:nvPr/>
        </p:nvSpPr>
        <p:spPr>
          <a:xfrm>
            <a:off x="2785767" y="4465148"/>
            <a:ext cx="1066153" cy="338850"/>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pPr algn="ctr"/>
            <a:r>
              <a:rPr lang="en-US" altLang="zh-CN" sz="1200" dirty="0" smtClean="0">
                <a:solidFill>
                  <a:schemeClr val="tx1">
                    <a:lumMod val="50000"/>
                    <a:lumOff val="50000"/>
                  </a:schemeClr>
                </a:solidFill>
                <a:latin typeface="Georgia" pitchFamily="18" charset="0"/>
                <a:ea typeface="黑体" pitchFamily="49" charset="-122"/>
              </a:rPr>
              <a:t>Pharmacy</a:t>
            </a:r>
          </a:p>
          <a:p>
            <a:pPr algn="ctr"/>
            <a:r>
              <a:rPr lang="en-US" altLang="zh-CN" sz="1200" dirty="0" smtClean="0">
                <a:solidFill>
                  <a:schemeClr val="tx1">
                    <a:lumMod val="50000"/>
                    <a:lumOff val="50000"/>
                  </a:schemeClr>
                </a:solidFill>
                <a:latin typeface="Georgia" pitchFamily="18" charset="0"/>
                <a:ea typeface="黑体" pitchFamily="49" charset="-122"/>
              </a:rPr>
              <a:t>&amp; Herbs</a:t>
            </a:r>
            <a:endParaRPr lang="zh-CN" altLang="en-US" sz="1000" dirty="0">
              <a:solidFill>
                <a:schemeClr val="tx1">
                  <a:lumMod val="50000"/>
                  <a:lumOff val="50000"/>
                </a:schemeClr>
              </a:solidFill>
              <a:latin typeface="Georgia" pitchFamily="18" charset="0"/>
              <a:ea typeface="黑体" pitchFamily="49" charset="-122"/>
            </a:endParaRPr>
          </a:p>
        </p:txBody>
      </p:sp>
      <p:sp>
        <p:nvSpPr>
          <p:cNvPr id="16" name="标题 1"/>
          <p:cNvSpPr txBox="1">
            <a:spLocks/>
          </p:cNvSpPr>
          <p:nvPr/>
        </p:nvSpPr>
        <p:spPr>
          <a:xfrm>
            <a:off x="5103094" y="882642"/>
            <a:ext cx="3789386" cy="536980"/>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sz="1100" b="1" dirty="0" smtClean="0">
                <a:solidFill>
                  <a:schemeClr val="accent1">
                    <a:lumMod val="75000"/>
                  </a:schemeClr>
                </a:solidFill>
                <a:latin typeface="Georgia" panose="02040502050405020303" pitchFamily="18" charset="0"/>
                <a:ea typeface="+mj-ea"/>
                <a:cs typeface="Arial Unicode MS" panose="020B0604020202020204" pitchFamily="34" charset="-122"/>
              </a:rPr>
              <a:t>Restaurants: </a:t>
            </a:r>
            <a:r>
              <a:rPr lang="en-US" altLang="zh-CN" sz="1100" dirty="0" smtClean="0">
                <a:solidFill>
                  <a:schemeClr val="accent1">
                    <a:lumMod val="75000"/>
                  </a:schemeClr>
                </a:solidFill>
                <a:latin typeface="Georgia" panose="02040502050405020303" pitchFamily="18" charset="0"/>
                <a:ea typeface="+mj-ea"/>
                <a:cs typeface="Arial Unicode MS" panose="020B0604020202020204" pitchFamily="34" charset="-122"/>
              </a:rPr>
              <a:t>Ajisen Noodles / Haidilao Hotpot / Thai Cuisine / Cantonese Cuisine / Delicacy Plaza etc.</a:t>
            </a:r>
            <a:endParaRPr lang="zh-CN" altLang="en-US" sz="900" dirty="0">
              <a:solidFill>
                <a:schemeClr val="accent1">
                  <a:lumMod val="75000"/>
                </a:schemeClr>
              </a:solidFill>
              <a:latin typeface="Georgia" panose="02040502050405020303" pitchFamily="18" charset="0"/>
              <a:ea typeface="+mj-ea"/>
              <a:cs typeface="Arial Unicode MS" panose="020B0604020202020204" pitchFamily="34" charset="-122"/>
            </a:endParaRPr>
          </a:p>
        </p:txBody>
      </p:sp>
      <p:sp>
        <p:nvSpPr>
          <p:cNvPr id="21" name="标题 1"/>
          <p:cNvSpPr txBox="1">
            <a:spLocks/>
          </p:cNvSpPr>
          <p:nvPr/>
        </p:nvSpPr>
        <p:spPr>
          <a:xfrm>
            <a:off x="5697298" y="2879324"/>
            <a:ext cx="2979158" cy="536980"/>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sz="1100" b="1" dirty="0" smtClean="0">
                <a:solidFill>
                  <a:schemeClr val="accent1">
                    <a:lumMod val="75000"/>
                  </a:schemeClr>
                </a:solidFill>
                <a:latin typeface="Georgia" panose="02040502050405020303" pitchFamily="18" charset="0"/>
                <a:ea typeface="+mj-ea"/>
                <a:cs typeface="Arial Unicode MS" panose="020B0604020202020204" pitchFamily="34" charset="-122"/>
              </a:rPr>
              <a:t>Travels and Services: </a:t>
            </a:r>
            <a:r>
              <a:rPr lang="en-US" altLang="zh-CN" sz="1100" dirty="0">
                <a:solidFill>
                  <a:schemeClr val="accent1">
                    <a:lumMod val="75000"/>
                  </a:schemeClr>
                </a:solidFill>
                <a:latin typeface="Georgia" panose="02040502050405020303" pitchFamily="18" charset="0"/>
                <a:ea typeface="+mj-ea"/>
                <a:cs typeface="Arial Unicode MS" panose="020B0604020202020204" pitchFamily="34" charset="-122"/>
              </a:rPr>
              <a:t>Chu Kong Shipping / Hong Thai Travel Service</a:t>
            </a:r>
            <a:endParaRPr lang="zh-CN" altLang="en-US" sz="1100" dirty="0">
              <a:solidFill>
                <a:schemeClr val="accent1">
                  <a:lumMod val="75000"/>
                </a:schemeClr>
              </a:solidFill>
              <a:latin typeface="Georgia" panose="02040502050405020303" pitchFamily="18" charset="0"/>
              <a:ea typeface="+mj-ea"/>
              <a:cs typeface="Arial Unicode MS" panose="020B0604020202020204" pitchFamily="34" charset="-122"/>
            </a:endParaRPr>
          </a:p>
        </p:txBody>
      </p:sp>
      <p:sp>
        <p:nvSpPr>
          <p:cNvPr id="22" name="标题 1"/>
          <p:cNvSpPr txBox="1">
            <a:spLocks/>
          </p:cNvSpPr>
          <p:nvPr/>
        </p:nvSpPr>
        <p:spPr>
          <a:xfrm>
            <a:off x="5119370" y="1886033"/>
            <a:ext cx="3773110" cy="536980"/>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sz="1100" b="1" dirty="0">
                <a:solidFill>
                  <a:schemeClr val="accent1">
                    <a:lumMod val="75000"/>
                  </a:schemeClr>
                </a:solidFill>
                <a:latin typeface="Georgia" panose="02040502050405020303" pitchFamily="18" charset="0"/>
                <a:ea typeface="+mj-ea"/>
                <a:cs typeface="Arial Unicode MS" panose="020B0604020202020204" pitchFamily="34" charset="-122"/>
              </a:rPr>
              <a:t>Shopping: </a:t>
            </a:r>
            <a:r>
              <a:rPr lang="en-US" altLang="zh-CN" sz="1100" dirty="0">
                <a:solidFill>
                  <a:schemeClr val="accent1">
                    <a:lumMod val="75000"/>
                  </a:schemeClr>
                </a:solidFill>
                <a:latin typeface="Georgia" panose="02040502050405020303" pitchFamily="18" charset="0"/>
                <a:ea typeface="+mj-ea"/>
                <a:cs typeface="Arial Unicode MS" panose="020B0604020202020204" pitchFamily="34" charset="-122"/>
              </a:rPr>
              <a:t>Electrical Appliance / Bookstore / Medical &amp; Cosmetics / Department Store </a:t>
            </a:r>
            <a:r>
              <a:rPr lang="en-US" altLang="zh-CN" sz="1100" dirty="0" smtClean="0">
                <a:solidFill>
                  <a:schemeClr val="accent1">
                    <a:lumMod val="75000"/>
                  </a:schemeClr>
                </a:solidFill>
                <a:latin typeface="Georgia" panose="02040502050405020303" pitchFamily="18" charset="0"/>
                <a:ea typeface="+mj-ea"/>
                <a:cs typeface="Arial Unicode MS" panose="020B0604020202020204" pitchFamily="34" charset="-122"/>
              </a:rPr>
              <a:t>etc</a:t>
            </a:r>
            <a:r>
              <a:rPr lang="en-US" altLang="zh-CN" sz="1200" dirty="0">
                <a:solidFill>
                  <a:schemeClr val="accent1">
                    <a:lumMod val="75000"/>
                  </a:schemeClr>
                </a:solidFill>
                <a:latin typeface="Georgia" panose="02040502050405020303" pitchFamily="18" charset="0"/>
                <a:ea typeface="+mj-ea"/>
                <a:cs typeface="Arial Unicode MS" panose="020B0604020202020204" pitchFamily="34" charset="-122"/>
              </a:rPr>
              <a:t>.</a:t>
            </a:r>
            <a:endParaRPr lang="zh-CN" altLang="en-US" sz="1200" dirty="0">
              <a:solidFill>
                <a:schemeClr val="accent1">
                  <a:lumMod val="75000"/>
                </a:schemeClr>
              </a:solidFill>
              <a:latin typeface="Georgia" panose="02040502050405020303" pitchFamily="18" charset="0"/>
              <a:ea typeface="+mj-ea"/>
              <a:cs typeface="Arial Unicode MS" panose="020B0604020202020204" pitchFamily="34" charset="-122"/>
            </a:endParaRPr>
          </a:p>
        </p:txBody>
      </p:sp>
      <p:sp>
        <p:nvSpPr>
          <p:cNvPr id="23" name="标题 1"/>
          <p:cNvSpPr txBox="1">
            <a:spLocks/>
          </p:cNvSpPr>
          <p:nvPr/>
        </p:nvSpPr>
        <p:spPr>
          <a:xfrm>
            <a:off x="5724127" y="3690954"/>
            <a:ext cx="3135043" cy="536980"/>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sz="1100" b="1" dirty="0">
                <a:solidFill>
                  <a:schemeClr val="accent1">
                    <a:lumMod val="75000"/>
                  </a:schemeClr>
                </a:solidFill>
                <a:latin typeface="Georgia" panose="02040502050405020303" pitchFamily="18" charset="0"/>
                <a:ea typeface="+mj-ea"/>
                <a:cs typeface="Arial Unicode MS" panose="020B0604020202020204" pitchFamily="34" charset="-122"/>
              </a:rPr>
              <a:t>Pharmacy &amp; Herbs: </a:t>
            </a:r>
            <a:r>
              <a:rPr lang="en-US" altLang="zh-CN" sz="1100" dirty="0">
                <a:solidFill>
                  <a:schemeClr val="accent1">
                    <a:lumMod val="75000"/>
                  </a:schemeClr>
                </a:solidFill>
                <a:latin typeface="Georgia" panose="02040502050405020303" pitchFamily="18" charset="0"/>
                <a:ea typeface="+mj-ea"/>
                <a:cs typeface="Arial Unicode MS" panose="020B0604020202020204" pitchFamily="34" charset="-122"/>
              </a:rPr>
              <a:t>Lung </a:t>
            </a:r>
            <a:r>
              <a:rPr lang="en-US" altLang="zh-CN" sz="1100" dirty="0" err="1">
                <a:solidFill>
                  <a:schemeClr val="accent1">
                    <a:lumMod val="75000"/>
                  </a:schemeClr>
                </a:solidFill>
                <a:latin typeface="Georgia" panose="02040502050405020303" pitchFamily="18" charset="0"/>
                <a:ea typeface="+mj-ea"/>
                <a:cs typeface="Arial Unicode MS" panose="020B0604020202020204" pitchFamily="34" charset="-122"/>
              </a:rPr>
              <a:t>Shing</a:t>
            </a:r>
            <a:r>
              <a:rPr lang="en-US" altLang="zh-CN" sz="1100" dirty="0">
                <a:solidFill>
                  <a:schemeClr val="accent1">
                    <a:lumMod val="75000"/>
                  </a:schemeClr>
                </a:solidFill>
                <a:latin typeface="Georgia" panose="02040502050405020303" pitchFamily="18" charset="0"/>
                <a:ea typeface="+mj-ea"/>
                <a:cs typeface="Arial Unicode MS" panose="020B0604020202020204" pitchFamily="34" charset="-122"/>
              </a:rPr>
              <a:t> Dispensary / </a:t>
            </a:r>
            <a:r>
              <a:rPr lang="en-US" altLang="zh-CN" sz="1100" dirty="0" err="1">
                <a:solidFill>
                  <a:schemeClr val="accent1">
                    <a:lumMod val="75000"/>
                  </a:schemeClr>
                </a:solidFill>
                <a:latin typeface="Georgia" panose="02040502050405020303" pitchFamily="18" charset="0"/>
                <a:ea typeface="+mj-ea"/>
                <a:cs typeface="Arial Unicode MS" panose="020B0604020202020204" pitchFamily="34" charset="-122"/>
              </a:rPr>
              <a:t>Kaitai</a:t>
            </a:r>
            <a:r>
              <a:rPr lang="en-US" altLang="zh-CN" sz="1100" dirty="0">
                <a:solidFill>
                  <a:schemeClr val="accent1">
                    <a:lumMod val="75000"/>
                  </a:schemeClr>
                </a:solidFill>
                <a:latin typeface="Georgia" panose="02040502050405020303" pitchFamily="18" charset="0"/>
                <a:ea typeface="+mj-ea"/>
                <a:cs typeface="Arial Unicode MS" panose="020B0604020202020204" pitchFamily="34" charset="-122"/>
              </a:rPr>
              <a:t> / </a:t>
            </a:r>
            <a:r>
              <a:rPr lang="en-US" altLang="zh-CN" sz="1100" dirty="0" err="1">
                <a:solidFill>
                  <a:schemeClr val="accent1">
                    <a:lumMod val="75000"/>
                  </a:schemeClr>
                </a:solidFill>
                <a:latin typeface="Georgia" panose="02040502050405020303" pitchFamily="18" charset="0"/>
                <a:ea typeface="+mj-ea"/>
                <a:cs typeface="Arial Unicode MS" panose="020B0604020202020204" pitchFamily="34" charset="-122"/>
              </a:rPr>
              <a:t>Wai</a:t>
            </a:r>
            <a:r>
              <a:rPr lang="en-US" altLang="zh-CN" sz="1100" dirty="0">
                <a:solidFill>
                  <a:schemeClr val="accent1">
                    <a:lumMod val="75000"/>
                  </a:schemeClr>
                </a:solidFill>
                <a:latin typeface="Georgia" panose="02040502050405020303" pitchFamily="18" charset="0"/>
                <a:ea typeface="+mj-ea"/>
                <a:cs typeface="Arial Unicode MS" panose="020B0604020202020204" pitchFamily="34" charset="-122"/>
              </a:rPr>
              <a:t> Yuen Tong</a:t>
            </a:r>
            <a:endParaRPr lang="zh-CN" altLang="en-US" sz="1100" dirty="0">
              <a:solidFill>
                <a:schemeClr val="accent1">
                  <a:lumMod val="75000"/>
                </a:schemeClr>
              </a:solidFill>
              <a:latin typeface="Georgia" panose="02040502050405020303" pitchFamily="18" charset="0"/>
              <a:ea typeface="+mj-ea"/>
              <a:cs typeface="Arial Unicode MS" panose="020B0604020202020204" pitchFamily="34" charset="-122"/>
            </a:endParaRPr>
          </a:p>
        </p:txBody>
      </p:sp>
    </p:spTree>
    <p:extLst>
      <p:ext uri="{BB962C8B-B14F-4D97-AF65-F5344CB8AC3E}">
        <p14:creationId xmlns:p14="http://schemas.microsoft.com/office/powerpoint/2010/main" val="185127845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UnionPay QR Code in </a:t>
            </a:r>
            <a:r>
              <a:rPr lang="en-US" altLang="zh-CN" b="1" dirty="0" smtClean="0">
                <a:latin typeface="Georgia" pitchFamily="18" charset="0"/>
                <a:ea typeface="黑体" pitchFamily="49" charset="-122"/>
              </a:rPr>
              <a:t>SEA</a:t>
            </a:r>
            <a:endParaRPr lang="zh-CN" altLang="en-US" sz="1800" b="1" dirty="0">
              <a:latin typeface="Georgia" pitchFamily="18" charset="0"/>
              <a:ea typeface="黑体" pitchFamily="49" charset="-122"/>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067" y="771550"/>
            <a:ext cx="4705453"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9905" y="2715766"/>
            <a:ext cx="5544095"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06845" y="843558"/>
            <a:ext cx="1512168" cy="1512168"/>
          </a:xfrm>
          <a:prstGeom prst="rect">
            <a:avLst/>
          </a:prstGeom>
        </p:spPr>
      </p:pic>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9592" y="2752274"/>
            <a:ext cx="2044693" cy="2044693"/>
          </a:xfrm>
          <a:prstGeom prst="rect">
            <a:avLst/>
          </a:prstGeom>
        </p:spPr>
      </p:pic>
    </p:spTree>
    <p:extLst>
      <p:ext uri="{BB962C8B-B14F-4D97-AF65-F5344CB8AC3E}">
        <p14:creationId xmlns:p14="http://schemas.microsoft.com/office/powerpoint/2010/main" val="2943480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267"/>
                                        </p:tgtEl>
                                        <p:attrNameLst>
                                          <p:attrName>style.visibility</p:attrName>
                                        </p:attrNameLst>
                                      </p:cBhvr>
                                      <p:to>
                                        <p:strVal val="visible"/>
                                      </p:to>
                                    </p:set>
                                    <p:animEffect transition="in" filter="fade">
                                      <p:cBhvr>
                                        <p:cTn id="12" dur="1000"/>
                                        <p:tgtEl>
                                          <p:spTgt spid="11267"/>
                                        </p:tgtEl>
                                      </p:cBhvr>
                                    </p:animEffect>
                                    <p:anim calcmode="lin" valueType="num">
                                      <p:cBhvr>
                                        <p:cTn id="13" dur="1000" fill="hold"/>
                                        <p:tgtEl>
                                          <p:spTgt spid="11267"/>
                                        </p:tgtEl>
                                        <p:attrNameLst>
                                          <p:attrName>ppt_x</p:attrName>
                                        </p:attrNameLst>
                                      </p:cBhvr>
                                      <p:tavLst>
                                        <p:tav tm="0">
                                          <p:val>
                                            <p:strVal val="#ppt_x"/>
                                          </p:val>
                                        </p:tav>
                                        <p:tav tm="100000">
                                          <p:val>
                                            <p:strVal val="#ppt_x"/>
                                          </p:val>
                                        </p:tav>
                                      </p:tavLst>
                                    </p:anim>
                                    <p:anim calcmode="lin" valueType="num">
                                      <p:cBhvr>
                                        <p:cTn id="14" dur="1000" fill="hold"/>
                                        <p:tgtEl>
                                          <p:spTgt spid="1126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UnionPay QR Code in </a:t>
            </a:r>
            <a:r>
              <a:rPr lang="en-US" altLang="zh-CN" b="1" dirty="0" smtClean="0">
                <a:latin typeface="Georgia" pitchFamily="18" charset="0"/>
                <a:ea typeface="黑体" pitchFamily="49" charset="-122"/>
              </a:rPr>
              <a:t>South Korea</a:t>
            </a:r>
            <a:endParaRPr lang="zh-CN" altLang="en-US" sz="1800" b="1" dirty="0">
              <a:latin typeface="Georgia" pitchFamily="18" charset="0"/>
              <a:ea typeface="黑体" pitchFamily="49" charset="-122"/>
            </a:endParaRPr>
          </a:p>
        </p:txBody>
      </p:sp>
      <p:pic>
        <p:nvPicPr>
          <p:cNvPr id="12" name="图片 1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508" y="1318511"/>
            <a:ext cx="2579824" cy="860339"/>
          </a:xfrm>
          <a:prstGeom prst="rect">
            <a:avLst/>
          </a:prstGeom>
        </p:spPr>
      </p:pic>
      <p:pic>
        <p:nvPicPr>
          <p:cNvPr id="13" name="图片 12"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540" y="2187504"/>
            <a:ext cx="1584176" cy="825969"/>
          </a:xfrm>
          <a:prstGeom prst="rect">
            <a:avLst/>
          </a:prstGeom>
        </p:spPr>
      </p:pic>
      <p:pic>
        <p:nvPicPr>
          <p:cNvPr id="14" name="图片 13"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322" y="3279183"/>
            <a:ext cx="4536504" cy="589429"/>
          </a:xfrm>
          <a:prstGeom prst="rect">
            <a:avLst/>
          </a:prstGeom>
        </p:spPr>
      </p:pic>
      <p:pic>
        <p:nvPicPr>
          <p:cNvPr id="15" name="图片 14"/>
          <p:cNvPicPr>
            <a:picLocks noChangeAspect="1"/>
          </p:cNvPicPr>
          <p:nvPr/>
        </p:nvPicPr>
        <p:blipFill rotWithShape="1">
          <a:blip r:embed="rId6">
            <a:extLst>
              <a:ext uri="{28A0092B-C50C-407E-A947-70E740481C1C}">
                <a14:useLocalDpi xmlns:a14="http://schemas.microsoft.com/office/drawing/2010/main" val="0"/>
              </a:ext>
            </a:extLst>
          </a:blip>
          <a:srcRect l="55484" t="15586" r="4669" b="29730"/>
          <a:stretch/>
        </p:blipFill>
        <p:spPr>
          <a:xfrm>
            <a:off x="2334602" y="1197563"/>
            <a:ext cx="2777458" cy="2052395"/>
          </a:xfrm>
          <a:prstGeom prst="rect">
            <a:avLst/>
          </a:prstGeom>
        </p:spPr>
      </p:pic>
      <p:pic>
        <p:nvPicPr>
          <p:cNvPr id="16" name="图片 15" descr="屏幕剪辑"/>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50059" y="1347614"/>
            <a:ext cx="2058445" cy="1400885"/>
          </a:xfrm>
          <a:prstGeom prst="rect">
            <a:avLst/>
          </a:prstGeom>
        </p:spPr>
      </p:pic>
      <p:pic>
        <p:nvPicPr>
          <p:cNvPr id="17" name="图片 16" descr="屏幕剪辑"/>
          <p:cNvPicPr>
            <a:picLocks noChangeAspect="1"/>
          </p:cNvPicPr>
          <p:nvPr/>
        </p:nvPicPr>
        <p:blipFill>
          <a:blip r:embed="rId8">
            <a:extLst>
              <a:ext uri="{BEBA8EAE-BF5A-486C-A8C5-ECC9F3942E4B}">
                <a14:imgProps xmlns:a14="http://schemas.microsoft.com/office/drawing/2010/main">
                  <a14:imgLayer r:embed="rId9">
                    <a14:imgEffect>
                      <a14:artisticPaintStrokes/>
                    </a14:imgEffect>
                  </a14:imgLayer>
                </a14:imgProps>
              </a:ext>
              <a:ext uri="{28A0092B-C50C-407E-A947-70E740481C1C}">
                <a14:useLocalDpi xmlns:a14="http://schemas.microsoft.com/office/drawing/2010/main" val="0"/>
              </a:ext>
            </a:extLst>
          </a:blip>
          <a:stretch>
            <a:fillRect/>
          </a:stretch>
        </p:blipFill>
        <p:spPr>
          <a:xfrm>
            <a:off x="5345846" y="2700637"/>
            <a:ext cx="3654646" cy="591193"/>
          </a:xfrm>
          <a:prstGeom prst="rect">
            <a:avLst/>
          </a:prstGeom>
        </p:spPr>
      </p:pic>
      <p:pic>
        <p:nvPicPr>
          <p:cNvPr id="18" name="图片 17" descr="屏幕剪辑"/>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403159" y="3385001"/>
            <a:ext cx="3407942" cy="560935"/>
          </a:xfrm>
          <a:prstGeom prst="rect">
            <a:avLst/>
          </a:prstGeom>
        </p:spPr>
      </p:pic>
      <p:pic>
        <p:nvPicPr>
          <p:cNvPr id="12290" name="Picture 2" descr="LAOX"/>
          <p:cNvPicPr>
            <a:picLocks noChangeAspect="1" noChangeArrowheads="1"/>
          </p:cNvPicPr>
          <p:nvPr/>
        </p:nvPicPr>
        <p:blipFill rotWithShape="1">
          <a:blip r:embed="rId11">
            <a:extLst>
              <a:ext uri="{28A0092B-C50C-407E-A947-70E740481C1C}">
                <a14:useLocalDpi xmlns:a14="http://schemas.microsoft.com/office/drawing/2010/main" val="0"/>
              </a:ext>
            </a:extLst>
          </a:blip>
          <a:srcRect l="-411" r="45152"/>
          <a:stretch/>
        </p:blipFill>
        <p:spPr bwMode="auto">
          <a:xfrm>
            <a:off x="5462516" y="1935962"/>
            <a:ext cx="1773780" cy="485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14184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占位符 52"/>
          <p:cNvSpPr txBox="1">
            <a:spLocks/>
          </p:cNvSpPr>
          <p:nvPr/>
        </p:nvSpPr>
        <p:spPr>
          <a:xfrm>
            <a:off x="5862991" y="1652331"/>
            <a:ext cx="3101497" cy="1088267"/>
          </a:xfrm>
          <a:prstGeom prst="rect">
            <a:avLst/>
          </a:prstGeom>
        </p:spPr>
        <p:txBody>
          <a:bodyPr lIns="68580" tIns="34290" rIns="68580" bIns="34290">
            <a:noAutofit/>
          </a:bodyPr>
          <a:lstStyle>
            <a:lvl1pPr marL="0" indent="0" algn="l" defTabSz="914400" rtl="0" eaLnBrk="1" latinLnBrk="0" hangingPunct="1">
              <a:spcBef>
                <a:spcPct val="20000"/>
              </a:spcBef>
              <a:buFont typeface="Arial" pitchFamily="34" charset="0"/>
              <a:buNone/>
              <a:defRPr sz="1300" kern="1200" baseline="0">
                <a:solidFill>
                  <a:srgbClr val="656464"/>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57175" indent="-257175">
              <a:buFont typeface="Wingdings" panose="05000000000000000000" pitchFamily="2" charset="2"/>
              <a:buChar char="ü"/>
            </a:pPr>
            <a:r>
              <a:rPr lang="en-US" altLang="zh-CN" sz="1500" dirty="0" smtClean="0">
                <a:latin typeface="Georgia" pitchFamily="18" charset="0"/>
                <a:cs typeface="Arial" pitchFamily="34" charset="0"/>
              </a:rPr>
              <a:t>Projects across HK and SEA</a:t>
            </a:r>
          </a:p>
          <a:p>
            <a:pPr marL="257175" indent="-257175">
              <a:buFont typeface="Wingdings" panose="05000000000000000000" pitchFamily="2" charset="2"/>
              <a:buChar char="ü"/>
            </a:pPr>
            <a:r>
              <a:rPr lang="en-US" altLang="zh-CN" sz="1500" dirty="0" smtClean="0">
                <a:latin typeface="Georgia" pitchFamily="18" charset="0"/>
                <a:cs typeface="Arial" pitchFamily="34" charset="0"/>
              </a:rPr>
              <a:t>40+ projects </a:t>
            </a:r>
            <a:r>
              <a:rPr lang="en-US" altLang="zh-CN" sz="1500" dirty="0">
                <a:latin typeface="Georgia" pitchFamily="18" charset="0"/>
                <a:cs typeface="Arial" pitchFamily="34" charset="0"/>
              </a:rPr>
              <a:t>in </a:t>
            </a:r>
            <a:r>
              <a:rPr lang="en-US" altLang="zh-CN" sz="1500" dirty="0" smtClean="0">
                <a:latin typeface="Georgia" pitchFamily="18" charset="0"/>
                <a:cs typeface="Arial" pitchFamily="34" charset="0"/>
              </a:rPr>
              <a:t>the progress across Asia-Pacific, Middle Asia, Middle East, and Africa</a:t>
            </a:r>
          </a:p>
        </p:txBody>
      </p:sp>
      <p:sp>
        <p:nvSpPr>
          <p:cNvPr id="39" name="文本占位符 54"/>
          <p:cNvSpPr txBox="1">
            <a:spLocks/>
          </p:cNvSpPr>
          <p:nvPr/>
        </p:nvSpPr>
        <p:spPr>
          <a:xfrm>
            <a:off x="6021334" y="1120207"/>
            <a:ext cx="6292623" cy="453753"/>
          </a:xfrm>
          <a:prstGeom prst="rect">
            <a:avLst/>
          </a:prstGeom>
        </p:spPr>
        <p:txBody>
          <a:bodyPr lIns="68580" tIns="34290" rIns="68580" bIns="34290">
            <a:noAutofit/>
          </a:bodyPr>
          <a:lstStyle>
            <a:lvl1pPr marL="0" indent="0" algn="l" defTabSz="914400" rtl="0" eaLnBrk="1" latinLnBrk="0" hangingPunct="1">
              <a:spcBef>
                <a:spcPct val="20000"/>
              </a:spcBef>
              <a:buFont typeface="Arial" pitchFamily="34" charset="0"/>
              <a:buNone/>
              <a:defRPr sz="1300" b="0" kern="1200" baseline="0">
                <a:solidFill>
                  <a:srgbClr val="656464"/>
                </a:solidFill>
                <a:latin typeface="+mn-lt"/>
                <a:ea typeface="+mn-ea"/>
                <a:cs typeface="+mn-cs"/>
              </a:defRPr>
            </a:lvl1pPr>
            <a:lvl2pPr marL="742950" indent="-28575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US" altLang="zh-CN" sz="1800" b="1" dirty="0" smtClean="0">
                <a:solidFill>
                  <a:schemeClr val="tx1">
                    <a:lumMod val="65000"/>
                    <a:lumOff val="35000"/>
                  </a:schemeClr>
                </a:solidFill>
                <a:latin typeface="Georgia" pitchFamily="18" charset="0"/>
                <a:ea typeface="微软雅黑" panose="020B0503020204020204" pitchFamily="34" charset="-122"/>
                <a:cs typeface="Arial" pitchFamily="34" charset="0"/>
              </a:rPr>
              <a:t>23</a:t>
            </a:r>
            <a:r>
              <a:rPr lang="en-US" altLang="zh-CN" sz="1800" b="1" dirty="0" smtClean="0">
                <a:solidFill>
                  <a:schemeClr val="tx1">
                    <a:lumMod val="65000"/>
                    <a:lumOff val="35000"/>
                  </a:schemeClr>
                </a:solidFill>
                <a:latin typeface="Georgia" pitchFamily="18" charset="0"/>
                <a:ea typeface="微软雅黑" panose="020B0503020204020204" pitchFamily="34" charset="-122"/>
                <a:cs typeface="Arial" pitchFamily="34" charset="0"/>
              </a:rPr>
              <a:t> </a:t>
            </a:r>
            <a:r>
              <a:rPr lang="en-US" altLang="zh-CN" sz="1800" b="1" dirty="0">
                <a:solidFill>
                  <a:schemeClr val="tx1">
                    <a:lumMod val="65000"/>
                    <a:lumOff val="35000"/>
                  </a:schemeClr>
                </a:solidFill>
                <a:latin typeface="Georgia" pitchFamily="18" charset="0"/>
                <a:ea typeface="微软雅黑" panose="020B0503020204020204" pitchFamily="34" charset="-122"/>
                <a:cs typeface="Arial" pitchFamily="34" charset="0"/>
              </a:rPr>
              <a:t>QRC-based Wallets </a:t>
            </a:r>
          </a:p>
        </p:txBody>
      </p:sp>
      <p:sp>
        <p:nvSpPr>
          <p:cNvPr id="40" name="文本占位符 52"/>
          <p:cNvSpPr txBox="1">
            <a:spLocks/>
          </p:cNvSpPr>
          <p:nvPr/>
        </p:nvSpPr>
        <p:spPr>
          <a:xfrm>
            <a:off x="779426" y="2293371"/>
            <a:ext cx="6524888" cy="373196"/>
          </a:xfrm>
          <a:prstGeom prst="rect">
            <a:avLst/>
          </a:prstGeom>
        </p:spPr>
        <p:txBody>
          <a:bodyPr lIns="68580" tIns="34290" rIns="68580" bIns="34290">
            <a:noAutofit/>
          </a:bodyPr>
          <a:lstStyle>
            <a:lvl1pPr marL="0" indent="0" algn="l" defTabSz="914400" rtl="0" eaLnBrk="1" latinLnBrk="0" hangingPunct="1">
              <a:spcBef>
                <a:spcPct val="20000"/>
              </a:spcBef>
              <a:buFont typeface="Arial" pitchFamily="34" charset="0"/>
              <a:buNone/>
              <a:defRPr sz="1300" kern="1200">
                <a:solidFill>
                  <a:srgbClr val="656464"/>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sz="1200" dirty="0">
              <a:latin typeface="Georgia" pitchFamily="18" charset="0"/>
              <a:cs typeface="Arial" pitchFamily="34" charset="0"/>
            </a:endParaRPr>
          </a:p>
          <a:p>
            <a:endParaRPr lang="zh-CN" altLang="en-US" sz="1200" dirty="0">
              <a:latin typeface="Georgia" pitchFamily="18" charset="0"/>
              <a:cs typeface="Arial" pitchFamily="34" charset="0"/>
            </a:endParaRPr>
          </a:p>
        </p:txBody>
      </p:sp>
      <p:grpSp>
        <p:nvGrpSpPr>
          <p:cNvPr id="49" name="组合 48"/>
          <p:cNvGrpSpPr/>
          <p:nvPr/>
        </p:nvGrpSpPr>
        <p:grpSpPr>
          <a:xfrm>
            <a:off x="5521071" y="1205994"/>
            <a:ext cx="370719" cy="370719"/>
            <a:chOff x="407874" y="4121374"/>
            <a:chExt cx="494292" cy="494292"/>
          </a:xfrm>
          <a:solidFill>
            <a:srgbClr val="C00000"/>
          </a:solidFill>
        </p:grpSpPr>
        <p:sp>
          <p:nvSpPr>
            <p:cNvPr id="50" name="椭圆 49"/>
            <p:cNvSpPr/>
            <p:nvPr/>
          </p:nvSpPr>
          <p:spPr>
            <a:xfrm>
              <a:off x="407874" y="4121374"/>
              <a:ext cx="494292" cy="49429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pic>
          <p:nvPicPr>
            <p:cNvPr id="52" name="图片 5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461" y="4239027"/>
              <a:ext cx="413119" cy="258986"/>
            </a:xfrm>
            <a:prstGeom prst="rect">
              <a:avLst/>
            </a:prstGeom>
            <a:grpFill/>
          </p:spPr>
        </p:pic>
      </p:grpSp>
      <p:sp>
        <p:nvSpPr>
          <p:cNvPr id="9" name="文本占位符 52"/>
          <p:cNvSpPr txBox="1">
            <a:spLocks/>
          </p:cNvSpPr>
          <p:nvPr/>
        </p:nvSpPr>
        <p:spPr>
          <a:xfrm>
            <a:off x="779427" y="3795621"/>
            <a:ext cx="7091920" cy="1107337"/>
          </a:xfrm>
          <a:prstGeom prst="rect">
            <a:avLst/>
          </a:prstGeom>
        </p:spPr>
        <p:txBody>
          <a:bodyPr lIns="68580" tIns="34290" rIns="68580" bIns="34290">
            <a:noAutofit/>
          </a:bodyPr>
          <a:lstStyle>
            <a:lvl1pPr marL="0" indent="0" algn="l" defTabSz="914400" rtl="0" eaLnBrk="1" latinLnBrk="0" hangingPunct="1">
              <a:spcBef>
                <a:spcPct val="20000"/>
              </a:spcBef>
              <a:buFont typeface="Arial" pitchFamily="34" charset="0"/>
              <a:buNone/>
              <a:defRPr sz="1300" kern="1200" baseline="0">
                <a:solidFill>
                  <a:srgbClr val="656464"/>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3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sz="1200" dirty="0">
              <a:latin typeface="Georgia" pitchFamily="18" charset="0"/>
              <a:cs typeface="Arial" pitchFamily="34" charset="0"/>
            </a:endParaRPr>
          </a:p>
        </p:txBody>
      </p:sp>
      <p:pic>
        <p:nvPicPr>
          <p:cNvPr id="25" name="图片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9178" y="778480"/>
            <a:ext cx="2157781" cy="38205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6" name="图片 2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00465" y="778480"/>
            <a:ext cx="2149044" cy="38233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4294" y="771550"/>
            <a:ext cx="2149634" cy="382335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Lst>
        </p:spPr>
      </p:pic>
      <p:pic>
        <p:nvPicPr>
          <p:cNvPr id="2" name="图片 1"/>
          <p:cNvPicPr>
            <a:picLocks noChangeAspect="1"/>
          </p:cNvPicPr>
          <p:nvPr/>
        </p:nvPicPr>
        <p:blipFill rotWithShape="1">
          <a:blip r:embed="rId7" cstate="print">
            <a:extLst>
              <a:ext uri="{28A0092B-C50C-407E-A947-70E740481C1C}">
                <a14:useLocalDpi xmlns:a14="http://schemas.microsoft.com/office/drawing/2010/main" val="0"/>
              </a:ext>
            </a:extLst>
          </a:blip>
          <a:srcRect t="3424" b="3424"/>
          <a:stretch/>
        </p:blipFill>
        <p:spPr>
          <a:xfrm>
            <a:off x="2483768" y="775649"/>
            <a:ext cx="2017619" cy="382335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4" name="标题 1"/>
          <p:cNvSpPr txBox="1">
            <a:spLocks/>
          </p:cNvSpPr>
          <p:nvPr/>
        </p:nvSpPr>
        <p:spPr>
          <a:xfrm>
            <a:off x="267801"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UnionPay QR Code </a:t>
            </a:r>
            <a:r>
              <a:rPr lang="en-US" altLang="zh-CN" b="1" dirty="0" smtClean="0">
                <a:latin typeface="Georgia" pitchFamily="18" charset="0"/>
                <a:ea typeface="黑体" pitchFamily="49" charset="-122"/>
              </a:rPr>
              <a:t>Wallet</a:t>
            </a:r>
            <a:endParaRPr lang="zh-CN" altLang="en-US" sz="1800" b="1" dirty="0">
              <a:latin typeface="Georgia" pitchFamily="18" charset="0"/>
              <a:ea typeface="黑体" pitchFamily="49" charset="-122"/>
            </a:endParaRPr>
          </a:p>
        </p:txBody>
      </p:sp>
      <p:pic>
        <p:nvPicPr>
          <p:cNvPr id="28" name="图片 2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49509" y="781311"/>
            <a:ext cx="2060976" cy="3820523"/>
          </a:xfrm>
          <a:prstGeom prst="roundRect">
            <a:avLst>
              <a:gd name="adj" fmla="val 8594"/>
            </a:avLst>
          </a:prstGeom>
          <a:solidFill>
            <a:srgbClr val="FFFFFF">
              <a:shade val="85000"/>
            </a:srgbClr>
          </a:solidFill>
          <a:ln>
            <a:solidFill>
              <a:schemeClr val="bg2">
                <a:lumMod val="85000"/>
              </a:schemeClr>
            </a:solidFill>
          </a:ln>
          <a:effectLst>
            <a:reflection blurRad="12700" stA="38000" endPos="28000" dist="5000" dir="5400000" sy="-100000" algn="bl" rotWithShape="0"/>
          </a:effectLst>
        </p:spPr>
      </p:pic>
    </p:spTree>
    <p:extLst>
      <p:ext uri="{BB962C8B-B14F-4D97-AF65-F5344CB8AC3E}">
        <p14:creationId xmlns:p14="http://schemas.microsoft.com/office/powerpoint/2010/main" val="21896885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circle(in)">
                                      <p:cBhvr>
                                        <p:cTn id="7" dur="20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additive="base">
                                        <p:cTn id="12" dur="500" fill="hold"/>
                                        <p:tgtEl>
                                          <p:spTgt spid="26"/>
                                        </p:tgtEl>
                                        <p:attrNameLst>
                                          <p:attrName>ppt_x</p:attrName>
                                        </p:attrNameLst>
                                      </p:cBhvr>
                                      <p:tavLst>
                                        <p:tav tm="0">
                                          <p:val>
                                            <p:strVal val="#ppt_x"/>
                                          </p:val>
                                        </p:tav>
                                        <p:tav tm="100000">
                                          <p:val>
                                            <p:strVal val="#ppt_x"/>
                                          </p:val>
                                        </p:tav>
                                      </p:tavLst>
                                    </p:anim>
                                    <p:anim calcmode="lin" valueType="num">
                                      <p:cBhvr additive="base">
                                        <p:cTn id="13"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1000"/>
                                        <p:tgtEl>
                                          <p:spTgt spid="27"/>
                                        </p:tgtEl>
                                      </p:cBhvr>
                                    </p:animEffect>
                                    <p:anim calcmode="lin" valueType="num">
                                      <p:cBhvr>
                                        <p:cTn id="19" dur="1000" fill="hold"/>
                                        <p:tgtEl>
                                          <p:spTgt spid="27"/>
                                        </p:tgtEl>
                                        <p:attrNameLst>
                                          <p:attrName>ppt_x</p:attrName>
                                        </p:attrNameLst>
                                      </p:cBhvr>
                                      <p:tavLst>
                                        <p:tav tm="0">
                                          <p:val>
                                            <p:strVal val="#ppt_x"/>
                                          </p:val>
                                        </p:tav>
                                        <p:tav tm="100000">
                                          <p:val>
                                            <p:strVal val="#ppt_x"/>
                                          </p:val>
                                        </p:tav>
                                      </p:tavLst>
                                    </p:anim>
                                    <p:anim calcmode="lin" valueType="num">
                                      <p:cBhvr>
                                        <p:cTn id="2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arn(inVertical)">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fill="hold"/>
                                        <p:tgtEl>
                                          <p:spTgt spid="28"/>
                                        </p:tgtEl>
                                        <p:attrNameLst>
                                          <p:attrName>ppt_x</p:attrName>
                                        </p:attrNameLst>
                                      </p:cBhvr>
                                      <p:tavLst>
                                        <p:tav tm="0">
                                          <p:val>
                                            <p:strVal val="#ppt_x"/>
                                          </p:val>
                                        </p:tav>
                                        <p:tav tm="100000">
                                          <p:val>
                                            <p:strVal val="#ppt_x"/>
                                          </p:val>
                                        </p:tav>
                                      </p:tavLst>
                                    </p:anim>
                                    <p:anim calcmode="lin" valueType="num">
                                      <p:cBhvr additive="base">
                                        <p:cTn id="31"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826546"/>
      </p:ext>
    </p:extLst>
  </p:cSld>
  <p:clrMapOvr>
    <a:masterClrMapping/>
  </p:clrMapOvr>
  <p:timing>
    <p:tnLst>
      <p:par>
        <p:cTn id="1" dur="indefinite" restart="never" nodeType="tmRoot"/>
      </p:par>
    </p:tnLst>
  </p:timing>
</p:sld>
</file>

<file path=ppt/theme/theme1.xml><?xml version="1.0" encoding="utf-8"?>
<a:theme xmlns:a="http://schemas.openxmlformats.org/drawingml/2006/main" name="自定12-01">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spPr>
      <a:bodyPr wrap="square" lIns="0" tIns="0" rIns="0" bIns="0" rtlCol="0" anchor="ctr"/>
      <a:lstStyle>
        <a:defPPr algn="ctr">
          <a:defRPr/>
        </a:defPPr>
      </a:lstStyle>
    </a:spDef>
    <a:txDef>
      <a:spPr/>
      <a:bodyPr wrap="square" rtlCol="0">
        <a:spAutoFit/>
      </a:bodyPr>
      <a:lstStyle>
        <a:defPPr>
          <a:defRPr sz="2800" dirty="0" smtClean="0">
            <a:solidFill>
              <a:srgbClr val="FF0000"/>
            </a:solidFill>
            <a:latin typeface="黑体" pitchFamily="49" charset="-122"/>
            <a:ea typeface="黑体" pitchFamily="49" charset="-122"/>
          </a:defRPr>
        </a:defPPr>
      </a:lstStyle>
    </a:txDef>
  </a:objectDefaults>
  <a:extraClrSchemeLst/>
  <a:extLst>
    <a:ext uri="{05A4C25C-085E-4340-85A3-A5531E510DB2}">
      <thm15:themeFamily xmlns:thm15="http://schemas.microsoft.com/office/thememl/2012/main" name="自定12-01" id="{20A3AD24-A193-47EB-8D30-55118CC09C65}" vid="{4E844742-2FCB-4B75-ADAA-9A0131350F67}"/>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29160</TotalTime>
  <Words>2717</Words>
  <Application>Microsoft Office PowerPoint</Application>
  <PresentationFormat>全屏显示(16:9)</PresentationFormat>
  <Paragraphs>392</Paragraphs>
  <Slides>30</Slides>
  <Notes>27</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46" baseType="lpstr">
      <vt:lpstr>Arial Unicode MS</vt:lpstr>
      <vt:lpstr>ＭＳ Ｐゴシック</vt:lpstr>
      <vt:lpstr>News Gothic MT</vt:lpstr>
      <vt:lpstr>宋体</vt:lpstr>
      <vt:lpstr>幼圆</vt:lpstr>
      <vt:lpstr>微软雅黑</vt:lpstr>
      <vt:lpstr>微软雅黑 Light</vt:lpstr>
      <vt:lpstr>黑体</vt:lpstr>
      <vt:lpstr>Arial</vt:lpstr>
      <vt:lpstr>Calibri</vt:lpstr>
      <vt:lpstr>Georgia</vt:lpstr>
      <vt:lpstr>Verdana</vt:lpstr>
      <vt:lpstr>Wingdings</vt:lpstr>
      <vt:lpstr>Wingdings 3</vt:lpstr>
      <vt:lpstr>自定12-01</vt:lpstr>
      <vt:lpstr>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Microsoft</dc:creator>
  <cp:lastModifiedBy>Yang Jiaqi(杨嘉祺)</cp:lastModifiedBy>
  <cp:revision>2076</cp:revision>
  <cp:lastPrinted>2018-01-04T02:53:35Z</cp:lastPrinted>
  <dcterms:created xsi:type="dcterms:W3CDTF">2016-10-31T07:37:43Z</dcterms:created>
  <dcterms:modified xsi:type="dcterms:W3CDTF">2019-11-01T09:12:09Z</dcterms:modified>
</cp:coreProperties>
</file>