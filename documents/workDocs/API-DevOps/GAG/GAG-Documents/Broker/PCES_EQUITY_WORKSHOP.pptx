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6"/>
  </p:sldMasterIdLst>
  <p:notesMasterIdLst>
    <p:notesMasterId r:id="rId23"/>
  </p:notesMasterIdLst>
  <p:handoutMasterIdLst>
    <p:handoutMasterId r:id="rId24"/>
  </p:handoutMasterIdLst>
  <p:sldIdLst>
    <p:sldId id="928" r:id="rId7"/>
    <p:sldId id="1033" r:id="rId8"/>
    <p:sldId id="1034" r:id="rId9"/>
    <p:sldId id="993" r:id="rId10"/>
    <p:sldId id="1035" r:id="rId11"/>
    <p:sldId id="1036" r:id="rId12"/>
    <p:sldId id="1015" r:id="rId13"/>
    <p:sldId id="1027" r:id="rId14"/>
    <p:sldId id="1029" r:id="rId15"/>
    <p:sldId id="1025" r:id="rId16"/>
    <p:sldId id="1028" r:id="rId17"/>
    <p:sldId id="1037" r:id="rId18"/>
    <p:sldId id="1038" r:id="rId19"/>
    <p:sldId id="1039" r:id="rId20"/>
    <p:sldId id="1040" r:id="rId21"/>
    <p:sldId id="946" r:id="rId22"/>
  </p:sldIdLst>
  <p:sldSz cx="9906000" cy="6858000" type="A4"/>
  <p:notesSz cx="9926638" cy="6797675"/>
  <p:defaultTextStyle>
    <a:defPPr>
      <a:defRPr lang="de-DE"/>
    </a:defPPr>
    <a:lvl1pPr algn="l" rtl="0" eaLnBrk="0" fontAlgn="base" hangingPunct="0">
      <a:spcBef>
        <a:spcPct val="0"/>
      </a:spcBef>
      <a:spcAft>
        <a:spcPct val="0"/>
      </a:spcAft>
      <a:defRPr kumimoji="1" sz="1000" kern="1200">
        <a:solidFill>
          <a:srgbClr val="000000"/>
        </a:solidFill>
        <a:latin typeface="Tahoma" panose="020B0604030504040204" pitchFamily="34" charset="0"/>
        <a:ea typeface="+mn-ea"/>
        <a:cs typeface="+mn-cs"/>
      </a:defRPr>
    </a:lvl1pPr>
    <a:lvl2pPr marL="457200" algn="l" rtl="0" eaLnBrk="0" fontAlgn="base" hangingPunct="0">
      <a:spcBef>
        <a:spcPct val="0"/>
      </a:spcBef>
      <a:spcAft>
        <a:spcPct val="0"/>
      </a:spcAft>
      <a:defRPr kumimoji="1" sz="1000" kern="1200">
        <a:solidFill>
          <a:srgbClr val="000000"/>
        </a:solidFill>
        <a:latin typeface="Tahoma" panose="020B0604030504040204" pitchFamily="34" charset="0"/>
        <a:ea typeface="+mn-ea"/>
        <a:cs typeface="+mn-cs"/>
      </a:defRPr>
    </a:lvl2pPr>
    <a:lvl3pPr marL="914400" algn="l" rtl="0" eaLnBrk="0" fontAlgn="base" hangingPunct="0">
      <a:spcBef>
        <a:spcPct val="0"/>
      </a:spcBef>
      <a:spcAft>
        <a:spcPct val="0"/>
      </a:spcAft>
      <a:defRPr kumimoji="1" sz="1000" kern="1200">
        <a:solidFill>
          <a:srgbClr val="000000"/>
        </a:solidFill>
        <a:latin typeface="Tahoma" panose="020B0604030504040204" pitchFamily="34" charset="0"/>
        <a:ea typeface="+mn-ea"/>
        <a:cs typeface="+mn-cs"/>
      </a:defRPr>
    </a:lvl3pPr>
    <a:lvl4pPr marL="1371600" algn="l" rtl="0" eaLnBrk="0" fontAlgn="base" hangingPunct="0">
      <a:spcBef>
        <a:spcPct val="0"/>
      </a:spcBef>
      <a:spcAft>
        <a:spcPct val="0"/>
      </a:spcAft>
      <a:defRPr kumimoji="1" sz="1000" kern="1200">
        <a:solidFill>
          <a:srgbClr val="000000"/>
        </a:solidFill>
        <a:latin typeface="Tahoma" panose="020B0604030504040204" pitchFamily="34" charset="0"/>
        <a:ea typeface="+mn-ea"/>
        <a:cs typeface="+mn-cs"/>
      </a:defRPr>
    </a:lvl4pPr>
    <a:lvl5pPr marL="1828800" algn="l" rtl="0" eaLnBrk="0" fontAlgn="base" hangingPunct="0">
      <a:spcBef>
        <a:spcPct val="0"/>
      </a:spcBef>
      <a:spcAft>
        <a:spcPct val="0"/>
      </a:spcAft>
      <a:defRPr kumimoji="1" sz="1000" kern="1200">
        <a:solidFill>
          <a:srgbClr val="000000"/>
        </a:solidFill>
        <a:latin typeface="Tahoma" panose="020B0604030504040204" pitchFamily="34" charset="0"/>
        <a:ea typeface="+mn-ea"/>
        <a:cs typeface="+mn-cs"/>
      </a:defRPr>
    </a:lvl5pPr>
    <a:lvl6pPr marL="2286000" algn="l" defTabSz="914400" rtl="0" eaLnBrk="1" latinLnBrk="0" hangingPunct="1">
      <a:defRPr kumimoji="1" sz="1000" kern="1200">
        <a:solidFill>
          <a:srgbClr val="000000"/>
        </a:solidFill>
        <a:latin typeface="Tahoma" panose="020B0604030504040204" pitchFamily="34" charset="0"/>
        <a:ea typeface="+mn-ea"/>
        <a:cs typeface="+mn-cs"/>
      </a:defRPr>
    </a:lvl6pPr>
    <a:lvl7pPr marL="2743200" algn="l" defTabSz="914400" rtl="0" eaLnBrk="1" latinLnBrk="0" hangingPunct="1">
      <a:defRPr kumimoji="1" sz="1000" kern="1200">
        <a:solidFill>
          <a:srgbClr val="000000"/>
        </a:solidFill>
        <a:latin typeface="Tahoma" panose="020B0604030504040204" pitchFamily="34" charset="0"/>
        <a:ea typeface="+mn-ea"/>
        <a:cs typeface="+mn-cs"/>
      </a:defRPr>
    </a:lvl7pPr>
    <a:lvl8pPr marL="3200400" algn="l" defTabSz="914400" rtl="0" eaLnBrk="1" latinLnBrk="0" hangingPunct="1">
      <a:defRPr kumimoji="1" sz="1000" kern="1200">
        <a:solidFill>
          <a:srgbClr val="000000"/>
        </a:solidFill>
        <a:latin typeface="Tahoma" panose="020B0604030504040204" pitchFamily="34" charset="0"/>
        <a:ea typeface="+mn-ea"/>
        <a:cs typeface="+mn-cs"/>
      </a:defRPr>
    </a:lvl8pPr>
    <a:lvl9pPr marL="3657600" algn="l" defTabSz="914400" rtl="0" eaLnBrk="1" latinLnBrk="0" hangingPunct="1">
      <a:defRPr kumimoji="1" sz="1000" kern="1200">
        <a:solidFill>
          <a:srgbClr val="000000"/>
        </a:solidFill>
        <a:latin typeface="Tahoma" panose="020B0604030504040204" pitchFamily="34" charset="0"/>
        <a:ea typeface="+mn-ea"/>
        <a:cs typeface="+mn-cs"/>
      </a:defRPr>
    </a:lvl9pPr>
  </p:defaultTextStyle>
  <p:extLst>
    <p:ext uri="{521415D9-36F7-43E2-AB2F-B90AF26B5E84}">
      <p14:sectionLst xmlns:p14="http://schemas.microsoft.com/office/powerpoint/2010/main">
        <p14:section name="Default Section" id="{179D4576-CDB6-44F6-BE60-630D5B07F549}">
          <p14:sldIdLst>
            <p14:sldId id="928"/>
            <p14:sldId id="1033"/>
            <p14:sldId id="1034"/>
          </p14:sldIdLst>
        </p14:section>
        <p14:section name="Process Crafting" id="{5BA4E218-3B33-4EE0-B992-2884EE86F38A}">
          <p14:sldIdLst>
            <p14:sldId id="993"/>
            <p14:sldId id="1035"/>
            <p14:sldId id="1036"/>
            <p14:sldId id="1015"/>
            <p14:sldId id="1027"/>
            <p14:sldId id="1029"/>
            <p14:sldId id="1025"/>
            <p14:sldId id="1028"/>
            <p14:sldId id="1037"/>
            <p14:sldId id="1038"/>
            <p14:sldId id="1039"/>
            <p14:sldId id="1040"/>
            <p14:sldId id="946"/>
          </p14:sldIdLst>
        </p14:section>
      </p14:sectionLst>
    </p:ext>
    <p:ext uri="{EFAFB233-063F-42B5-8137-9DF3F51BA10A}">
      <p15:sldGuideLst xmlns:p15="http://schemas.microsoft.com/office/powerpoint/2012/main">
        <p15:guide id="1" orient="horz" pos="4153">
          <p15:clr>
            <a:srgbClr val="A4A3A4"/>
          </p15:clr>
        </p15:guide>
        <p15:guide id="2" orient="horz" pos="722">
          <p15:clr>
            <a:srgbClr val="A4A3A4"/>
          </p15:clr>
        </p15:guide>
        <p15:guide id="3" orient="horz" pos="500">
          <p15:clr>
            <a:srgbClr val="A4A3A4"/>
          </p15:clr>
        </p15:guide>
        <p15:guide id="4" orient="horz" pos="3929">
          <p15:clr>
            <a:srgbClr val="A4A3A4"/>
          </p15:clr>
        </p15:guide>
        <p15:guide id="5" orient="horz" pos="3601">
          <p15:clr>
            <a:srgbClr val="A4A3A4"/>
          </p15:clr>
        </p15:guide>
        <p15:guide id="6" orient="horz" pos="843">
          <p15:clr>
            <a:srgbClr val="A4A3A4"/>
          </p15:clr>
        </p15:guide>
        <p15:guide id="7" orient="horz" pos="1297">
          <p15:clr>
            <a:srgbClr val="A4A3A4"/>
          </p15:clr>
        </p15:guide>
        <p15:guide id="8" pos="5955">
          <p15:clr>
            <a:srgbClr val="A4A3A4"/>
          </p15:clr>
        </p15:guide>
        <p15:guide id="9" pos="3120">
          <p15:clr>
            <a:srgbClr val="A4A3A4"/>
          </p15:clr>
        </p15:guide>
        <p15:guide id="10" pos="285">
          <p15:clr>
            <a:srgbClr val="A4A3A4"/>
          </p15:clr>
        </p15:guide>
        <p15:guide id="11" pos="3119">
          <p15:clr>
            <a:srgbClr val="A4A3A4"/>
          </p15:clr>
        </p15:guide>
        <p15:guide id="12" pos="3118">
          <p15:clr>
            <a:srgbClr val="A4A3A4"/>
          </p15:clr>
        </p15:guide>
        <p15:guide id="13" pos="3030">
          <p15:clr>
            <a:srgbClr val="A4A3A4"/>
          </p15:clr>
        </p15:guide>
        <p15:guide id="14" pos="3210">
          <p15:clr>
            <a:srgbClr val="A4A3A4"/>
          </p15:clr>
        </p15:guide>
      </p15:sldGuideLst>
    </p:ext>
    <p:ext uri="{2D200454-40CA-4A62-9FC3-DE9A4176ACB9}">
      <p15:notesGuideLst xmlns:p15="http://schemas.microsoft.com/office/powerpoint/2012/main">
        <p15:guide id="1" orient="horz" pos="2141">
          <p15:clr>
            <a:srgbClr val="A4A3A4"/>
          </p15:clr>
        </p15:guide>
        <p15:guide id="2" pos="3127">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ristophe BRETAGNOLLE" initials="CB" lastIdx="2" clrIdx="0">
    <p:extLst>
      <p:ext uri="{19B8F6BF-5375-455C-9EA6-DF929625EA0E}">
        <p15:presenceInfo xmlns:p15="http://schemas.microsoft.com/office/powerpoint/2012/main" userId="ee1f392662eb228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8E1E"/>
    <a:srgbClr val="005288"/>
    <a:srgbClr val="87888A"/>
    <a:srgbClr val="005193"/>
    <a:srgbClr val="0061A2"/>
    <a:srgbClr val="5B91CC"/>
    <a:srgbClr val="FBB040"/>
    <a:srgbClr val="004F95"/>
    <a:srgbClr val="E6000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ittlere Formatvorlag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86369" autoAdjust="0"/>
  </p:normalViewPr>
  <p:slideViewPr>
    <p:cSldViewPr snapToGrid="0" snapToObjects="1">
      <p:cViewPr varScale="1">
        <p:scale>
          <a:sx n="113" d="100"/>
          <a:sy n="113" d="100"/>
        </p:scale>
        <p:origin x="1266" y="108"/>
      </p:cViewPr>
      <p:guideLst>
        <p:guide orient="horz" pos="4153"/>
        <p:guide orient="horz" pos="722"/>
        <p:guide orient="horz" pos="500"/>
        <p:guide orient="horz" pos="3929"/>
        <p:guide orient="horz" pos="3601"/>
        <p:guide orient="horz" pos="843"/>
        <p:guide orient="horz" pos="1297"/>
        <p:guide pos="5955"/>
        <p:guide pos="3120"/>
        <p:guide pos="285"/>
        <p:guide pos="3119"/>
        <p:guide pos="3118"/>
        <p:guide pos="3030"/>
        <p:guide pos="321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576"/>
    </p:cViewPr>
  </p:sorterViewPr>
  <p:notesViewPr>
    <p:cSldViewPr snapToGrid="0" snapToObjects="1">
      <p:cViewPr varScale="1">
        <p:scale>
          <a:sx n="140" d="100"/>
          <a:sy n="140" d="100"/>
        </p:scale>
        <p:origin x="1344" y="108"/>
      </p:cViewPr>
      <p:guideLst>
        <p:guide orient="horz" pos="2141"/>
        <p:guide pos="3127"/>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5.xml"/><Relationship Id="rId24" Type="http://schemas.openxmlformats.org/officeDocument/2006/relationships/handoutMaster" Target="handoutMasters/handoutMaster1.xml"/><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E5EAC5D-C255-40A7-9AC4-634CC34533AD}" type="doc">
      <dgm:prSet loTypeId="urn:microsoft.com/office/officeart/2008/layout/VerticalCurvedList" loCatId="list" qsTypeId="urn:microsoft.com/office/officeart/2005/8/quickstyle/simple1" qsCatId="simple" csTypeId="urn:microsoft.com/office/officeart/2005/8/colors/accent6_1" csCatId="accent6" phldr="1"/>
      <dgm:spPr/>
      <dgm:t>
        <a:bodyPr/>
        <a:lstStyle/>
        <a:p>
          <a:endParaRPr lang="de-DE"/>
        </a:p>
      </dgm:t>
    </dgm:pt>
    <dgm:pt modelId="{D3C34FA7-3291-43FB-96C6-7D41B2894594}">
      <dgm:prSet/>
      <dgm:spPr>
        <a:ln>
          <a:solidFill>
            <a:srgbClr val="005288"/>
          </a:solidFill>
        </a:ln>
      </dgm:spPr>
      <dgm:t>
        <a:bodyPr/>
        <a:lstStyle/>
        <a:p>
          <a:r>
            <a:rPr kumimoji="1" lang="en-GB" dirty="0">
              <a:latin typeface="Calibri Light" panose="020F0302020204030204" pitchFamily="34" charset="0"/>
              <a:cs typeface="Times New Roman" panose="02020603050405020304" pitchFamily="18" charset="0"/>
            </a:rPr>
            <a:t>Connect third party applications </a:t>
          </a:r>
          <a:endParaRPr lang="de-DE" dirty="0"/>
        </a:p>
      </dgm:t>
    </dgm:pt>
    <dgm:pt modelId="{D866CA1D-DB6D-418A-8B42-38F0E091C7FF}" type="parTrans" cxnId="{1AD5FF7A-583C-4F8C-90FB-F57F57075ED1}">
      <dgm:prSet/>
      <dgm:spPr/>
      <dgm:t>
        <a:bodyPr/>
        <a:lstStyle/>
        <a:p>
          <a:endParaRPr lang="de-DE"/>
        </a:p>
      </dgm:t>
    </dgm:pt>
    <dgm:pt modelId="{5DFA1254-99EF-4F3A-8B3B-12D5EDF39CD9}" type="sibTrans" cxnId="{1AD5FF7A-583C-4F8C-90FB-F57F57075ED1}">
      <dgm:prSet/>
      <dgm:spPr/>
      <dgm:t>
        <a:bodyPr/>
        <a:lstStyle/>
        <a:p>
          <a:endParaRPr lang="de-DE"/>
        </a:p>
      </dgm:t>
    </dgm:pt>
    <dgm:pt modelId="{BBE99443-A739-44C6-8234-42F69A690BFB}">
      <dgm:prSet/>
      <dgm:spPr>
        <a:ln>
          <a:solidFill>
            <a:srgbClr val="005288"/>
          </a:solidFill>
        </a:ln>
      </dgm:spPr>
      <dgm:t>
        <a:bodyPr/>
        <a:lstStyle/>
        <a:p>
          <a:r>
            <a:rPr kumimoji="1" lang="en-GB" dirty="0">
              <a:latin typeface="Calibri Light" panose="020F0302020204030204" pitchFamily="34" charset="0"/>
              <a:cs typeface="Times New Roman" panose="02020603050405020304" pitchFamily="18" charset="0"/>
            </a:rPr>
            <a:t>Minimize core system alterations</a:t>
          </a:r>
        </a:p>
      </dgm:t>
    </dgm:pt>
    <dgm:pt modelId="{896BE022-BBDE-4820-9FA4-704EC641079F}" type="parTrans" cxnId="{7093C8A8-AE37-41C6-A505-34DC4DF35FDF}">
      <dgm:prSet/>
      <dgm:spPr/>
      <dgm:t>
        <a:bodyPr/>
        <a:lstStyle/>
        <a:p>
          <a:endParaRPr lang="de-DE"/>
        </a:p>
      </dgm:t>
    </dgm:pt>
    <dgm:pt modelId="{FBF8ABFA-B66D-4432-863C-3FD864DA866C}" type="sibTrans" cxnId="{7093C8A8-AE37-41C6-A505-34DC4DF35FDF}">
      <dgm:prSet/>
      <dgm:spPr/>
      <dgm:t>
        <a:bodyPr/>
        <a:lstStyle/>
        <a:p>
          <a:endParaRPr lang="de-DE"/>
        </a:p>
      </dgm:t>
    </dgm:pt>
    <dgm:pt modelId="{8A6E3925-A075-4F58-AC52-F947E38CF215}">
      <dgm:prSet/>
      <dgm:spPr>
        <a:ln>
          <a:solidFill>
            <a:srgbClr val="005288"/>
          </a:solidFill>
        </a:ln>
      </dgm:spPr>
      <dgm:t>
        <a:bodyPr/>
        <a:lstStyle/>
        <a:p>
          <a:r>
            <a:rPr lang="de-DE" dirty="0"/>
            <a:t> </a:t>
          </a:r>
          <a:r>
            <a:rPr kumimoji="1" lang="de-DE" dirty="0">
              <a:latin typeface="Calibri Light" panose="020F0302020204030204" pitchFamily="34" charset="0"/>
              <a:cs typeface="Times New Roman" panose="02020603050405020304" pitchFamily="18" charset="0"/>
            </a:rPr>
            <a:t>Avoid system and data redundacy </a:t>
          </a:r>
          <a:endParaRPr kumimoji="1" lang="en-GB" dirty="0">
            <a:latin typeface="Calibri Light" panose="020F0302020204030204" pitchFamily="34" charset="0"/>
            <a:cs typeface="Times New Roman" panose="02020603050405020304" pitchFamily="18" charset="0"/>
          </a:endParaRPr>
        </a:p>
      </dgm:t>
    </dgm:pt>
    <dgm:pt modelId="{FB999CE4-625A-4403-91AF-3FF43133A630}" type="parTrans" cxnId="{A30C21D1-8A76-46F0-B7BA-216091E6B2A9}">
      <dgm:prSet/>
      <dgm:spPr/>
      <dgm:t>
        <a:bodyPr/>
        <a:lstStyle/>
        <a:p>
          <a:endParaRPr lang="de-DE"/>
        </a:p>
      </dgm:t>
    </dgm:pt>
    <dgm:pt modelId="{D917FCBE-5B6C-46FB-8491-1A57D81A193B}" type="sibTrans" cxnId="{A30C21D1-8A76-46F0-B7BA-216091E6B2A9}">
      <dgm:prSet/>
      <dgm:spPr/>
      <dgm:t>
        <a:bodyPr/>
        <a:lstStyle/>
        <a:p>
          <a:endParaRPr lang="de-DE"/>
        </a:p>
      </dgm:t>
    </dgm:pt>
    <dgm:pt modelId="{7B789830-0E57-4070-AF56-DB83913AF3DC}">
      <dgm:prSet phldrT="[Text]"/>
      <dgm:spPr>
        <a:ln>
          <a:solidFill>
            <a:srgbClr val="005288"/>
          </a:solidFill>
        </a:ln>
      </dgm:spPr>
      <dgm:t>
        <a:bodyPr/>
        <a:lstStyle/>
        <a:p>
          <a:r>
            <a:rPr lang="en-US" dirty="0">
              <a:latin typeface="Calibri Light" panose="020F0302020204030204" pitchFamily="34" charset="0"/>
              <a:cs typeface="Times New Roman" panose="02020603050405020304" pitchFamily="18" charset="0"/>
            </a:rPr>
            <a:t>Compatible with multiple banking systems</a:t>
          </a:r>
          <a:endParaRPr lang="de-DE" dirty="0"/>
        </a:p>
      </dgm:t>
    </dgm:pt>
    <dgm:pt modelId="{B5877C07-556F-49E4-8B0B-22430A1D3D6A}" type="sibTrans" cxnId="{D948873D-D31B-4B08-BB97-3B6739AD2383}">
      <dgm:prSet/>
      <dgm:spPr/>
      <dgm:t>
        <a:bodyPr/>
        <a:lstStyle/>
        <a:p>
          <a:endParaRPr lang="de-DE"/>
        </a:p>
      </dgm:t>
    </dgm:pt>
    <dgm:pt modelId="{5F04D25E-D665-487A-BEE7-D7600D0F8F3A}" type="parTrans" cxnId="{D948873D-D31B-4B08-BB97-3B6739AD2383}">
      <dgm:prSet/>
      <dgm:spPr/>
      <dgm:t>
        <a:bodyPr/>
        <a:lstStyle/>
        <a:p>
          <a:endParaRPr lang="de-DE"/>
        </a:p>
      </dgm:t>
    </dgm:pt>
    <dgm:pt modelId="{87E48F7A-DB5F-483E-B9EE-432285E99C05}">
      <dgm:prSet/>
      <dgm:spPr>
        <a:ln>
          <a:solidFill>
            <a:srgbClr val="005288"/>
          </a:solidFill>
        </a:ln>
      </dgm:spPr>
      <dgm:t>
        <a:bodyPr/>
        <a:lstStyle/>
        <a:p>
          <a:r>
            <a:rPr kumimoji="1" lang="de-DE" dirty="0">
              <a:latin typeface="Calibri Light" panose="020F0302020204030204" pitchFamily="34" charset="0"/>
              <a:cs typeface="Times New Roman" panose="02020603050405020304" pitchFamily="18" charset="0"/>
            </a:rPr>
            <a:t>Reusability</a:t>
          </a:r>
          <a:r>
            <a:rPr lang="de-DE" dirty="0"/>
            <a:t> </a:t>
          </a:r>
          <a:r>
            <a:rPr kumimoji="1" lang="de-DE" dirty="0">
              <a:latin typeface="Calibri Light" panose="020F0302020204030204" pitchFamily="34" charset="0"/>
              <a:cs typeface="Times New Roman" panose="02020603050405020304" pitchFamily="18" charset="0"/>
            </a:rPr>
            <a:t>of existing connections to digital providers</a:t>
          </a:r>
        </a:p>
      </dgm:t>
    </dgm:pt>
    <dgm:pt modelId="{543D6B59-2B6F-4188-80BD-9ACAA9CEA0D1}" type="parTrans" cxnId="{BD6F718D-4C70-411F-AD55-B8768C9413AC}">
      <dgm:prSet/>
      <dgm:spPr/>
      <dgm:t>
        <a:bodyPr/>
        <a:lstStyle/>
        <a:p>
          <a:endParaRPr lang="de-DE"/>
        </a:p>
      </dgm:t>
    </dgm:pt>
    <dgm:pt modelId="{59797B73-05CA-4874-A1FC-AD19A5BC518D}" type="sibTrans" cxnId="{BD6F718D-4C70-411F-AD55-B8768C9413AC}">
      <dgm:prSet/>
      <dgm:spPr/>
      <dgm:t>
        <a:bodyPr/>
        <a:lstStyle/>
        <a:p>
          <a:endParaRPr lang="de-DE"/>
        </a:p>
      </dgm:t>
    </dgm:pt>
    <dgm:pt modelId="{9D83F6F3-015A-4AFD-87B8-DBE9AC7BCB5F}">
      <dgm:prSet phldrT="[Text]"/>
      <dgm:spPr>
        <a:ln>
          <a:solidFill>
            <a:srgbClr val="005288"/>
          </a:solidFill>
        </a:ln>
      </dgm:spPr>
      <dgm:t>
        <a:bodyPr/>
        <a:lstStyle/>
        <a:p>
          <a:r>
            <a:rPr kumimoji="1" lang="en-US" dirty="0">
              <a:latin typeface="Calibri Light" panose="020F0302020204030204" pitchFamily="34" charset="0"/>
              <a:cs typeface="Times New Roman" panose="02020603050405020304" pitchFamily="18" charset="0"/>
            </a:rPr>
            <a:t>Reduce time to market for new products</a:t>
          </a:r>
          <a:endParaRPr lang="de-DE" dirty="0"/>
        </a:p>
      </dgm:t>
    </dgm:pt>
    <dgm:pt modelId="{C5267B3B-52C1-47FD-8305-9B3EF8BC8139}" type="parTrans" cxnId="{EB959D93-B61E-48C4-AEE0-8F55C72D715A}">
      <dgm:prSet/>
      <dgm:spPr/>
      <dgm:t>
        <a:bodyPr/>
        <a:lstStyle/>
        <a:p>
          <a:endParaRPr lang="de-DE"/>
        </a:p>
      </dgm:t>
    </dgm:pt>
    <dgm:pt modelId="{DC83B80C-0DD8-4765-87F5-D434C466B325}" type="sibTrans" cxnId="{EB959D93-B61E-48C4-AEE0-8F55C72D715A}">
      <dgm:prSet/>
      <dgm:spPr/>
      <dgm:t>
        <a:bodyPr/>
        <a:lstStyle/>
        <a:p>
          <a:endParaRPr lang="de-DE"/>
        </a:p>
      </dgm:t>
    </dgm:pt>
    <dgm:pt modelId="{39A1B644-2F19-40C4-BEBF-6F1D0A0BB654}" type="pres">
      <dgm:prSet presAssocID="{9E5EAC5D-C255-40A7-9AC4-634CC34533AD}" presName="Name0" presStyleCnt="0">
        <dgm:presLayoutVars>
          <dgm:chMax val="7"/>
          <dgm:chPref val="7"/>
          <dgm:dir/>
        </dgm:presLayoutVars>
      </dgm:prSet>
      <dgm:spPr/>
    </dgm:pt>
    <dgm:pt modelId="{95CFB9CA-AE17-4D01-B807-72DEEA26E8C7}" type="pres">
      <dgm:prSet presAssocID="{9E5EAC5D-C255-40A7-9AC4-634CC34533AD}" presName="Name1" presStyleCnt="0"/>
      <dgm:spPr/>
    </dgm:pt>
    <dgm:pt modelId="{685CC999-E887-4BF0-ABEF-164B453B30E4}" type="pres">
      <dgm:prSet presAssocID="{9E5EAC5D-C255-40A7-9AC4-634CC34533AD}" presName="cycle" presStyleCnt="0"/>
      <dgm:spPr/>
    </dgm:pt>
    <dgm:pt modelId="{AC93957B-AFE4-445A-ABB1-4E0E2F16121D}" type="pres">
      <dgm:prSet presAssocID="{9E5EAC5D-C255-40A7-9AC4-634CC34533AD}" presName="srcNode" presStyleLbl="node1" presStyleIdx="0" presStyleCnt="6"/>
      <dgm:spPr/>
    </dgm:pt>
    <dgm:pt modelId="{576923C2-E9A1-499C-B13B-B6A7F360482D}" type="pres">
      <dgm:prSet presAssocID="{9E5EAC5D-C255-40A7-9AC4-634CC34533AD}" presName="conn" presStyleLbl="parChTrans1D2" presStyleIdx="0" presStyleCnt="1"/>
      <dgm:spPr/>
    </dgm:pt>
    <dgm:pt modelId="{6C768352-D001-4C2A-A38E-6B4CB8356B30}" type="pres">
      <dgm:prSet presAssocID="{9E5EAC5D-C255-40A7-9AC4-634CC34533AD}" presName="extraNode" presStyleLbl="node1" presStyleIdx="0" presStyleCnt="6"/>
      <dgm:spPr/>
    </dgm:pt>
    <dgm:pt modelId="{13CCAEA3-BACD-40F9-90C9-192A5A91E283}" type="pres">
      <dgm:prSet presAssocID="{9E5EAC5D-C255-40A7-9AC4-634CC34533AD}" presName="dstNode" presStyleLbl="node1" presStyleIdx="0" presStyleCnt="6"/>
      <dgm:spPr/>
    </dgm:pt>
    <dgm:pt modelId="{DE511316-0DBC-48CA-B244-AFDF9DFA8A68}" type="pres">
      <dgm:prSet presAssocID="{7B789830-0E57-4070-AF56-DB83913AF3DC}" presName="text_1" presStyleLbl="node1" presStyleIdx="0" presStyleCnt="6">
        <dgm:presLayoutVars>
          <dgm:bulletEnabled val="1"/>
        </dgm:presLayoutVars>
      </dgm:prSet>
      <dgm:spPr/>
    </dgm:pt>
    <dgm:pt modelId="{4057D4E3-3B59-4905-B7FA-D2A95F7C385C}" type="pres">
      <dgm:prSet presAssocID="{7B789830-0E57-4070-AF56-DB83913AF3DC}" presName="accent_1" presStyleCnt="0"/>
      <dgm:spPr/>
    </dgm:pt>
    <dgm:pt modelId="{10A1E88A-DF06-4940-BB9F-DD5766081053}" type="pres">
      <dgm:prSet presAssocID="{7B789830-0E57-4070-AF56-DB83913AF3DC}" presName="accentRepeatNode" presStyleLbl="solidFgAcc1" presStyleIdx="0" presStyleCnt="6"/>
      <dgm:spPr>
        <a:ln>
          <a:solidFill>
            <a:srgbClr val="005288"/>
          </a:solidFill>
        </a:ln>
      </dgm:spPr>
    </dgm:pt>
    <dgm:pt modelId="{88C7808A-AB99-4EBD-A794-D68231E756DF}" type="pres">
      <dgm:prSet presAssocID="{9D83F6F3-015A-4AFD-87B8-DBE9AC7BCB5F}" presName="text_2" presStyleLbl="node1" presStyleIdx="1" presStyleCnt="6">
        <dgm:presLayoutVars>
          <dgm:bulletEnabled val="1"/>
        </dgm:presLayoutVars>
      </dgm:prSet>
      <dgm:spPr/>
    </dgm:pt>
    <dgm:pt modelId="{81FBAC2B-40D6-4775-9393-F4ABE494A942}" type="pres">
      <dgm:prSet presAssocID="{9D83F6F3-015A-4AFD-87B8-DBE9AC7BCB5F}" presName="accent_2" presStyleCnt="0"/>
      <dgm:spPr/>
    </dgm:pt>
    <dgm:pt modelId="{25888FC6-9346-4AB8-ADCC-FA44937131A6}" type="pres">
      <dgm:prSet presAssocID="{9D83F6F3-015A-4AFD-87B8-DBE9AC7BCB5F}" presName="accentRepeatNode" presStyleLbl="solidFgAcc1" presStyleIdx="1" presStyleCnt="6"/>
      <dgm:spPr>
        <a:ln>
          <a:solidFill>
            <a:srgbClr val="005288"/>
          </a:solidFill>
        </a:ln>
      </dgm:spPr>
    </dgm:pt>
    <dgm:pt modelId="{8864B637-0E57-4EBF-8228-C45FC0D56B9D}" type="pres">
      <dgm:prSet presAssocID="{BBE99443-A739-44C6-8234-42F69A690BFB}" presName="text_3" presStyleLbl="node1" presStyleIdx="2" presStyleCnt="6">
        <dgm:presLayoutVars>
          <dgm:bulletEnabled val="1"/>
        </dgm:presLayoutVars>
      </dgm:prSet>
      <dgm:spPr/>
    </dgm:pt>
    <dgm:pt modelId="{4851254E-40DF-45E0-A746-16663912C40D}" type="pres">
      <dgm:prSet presAssocID="{BBE99443-A739-44C6-8234-42F69A690BFB}" presName="accent_3" presStyleCnt="0"/>
      <dgm:spPr/>
    </dgm:pt>
    <dgm:pt modelId="{A50FCA55-6237-46AC-9859-D23792E325A9}" type="pres">
      <dgm:prSet presAssocID="{BBE99443-A739-44C6-8234-42F69A690BFB}" presName="accentRepeatNode" presStyleLbl="solidFgAcc1" presStyleIdx="2" presStyleCnt="6"/>
      <dgm:spPr>
        <a:ln>
          <a:solidFill>
            <a:srgbClr val="005288"/>
          </a:solidFill>
        </a:ln>
      </dgm:spPr>
    </dgm:pt>
    <dgm:pt modelId="{9467A3C9-CFD0-462D-911B-07292D15F9FB}" type="pres">
      <dgm:prSet presAssocID="{8A6E3925-A075-4F58-AC52-F947E38CF215}" presName="text_4" presStyleLbl="node1" presStyleIdx="3" presStyleCnt="6">
        <dgm:presLayoutVars>
          <dgm:bulletEnabled val="1"/>
        </dgm:presLayoutVars>
      </dgm:prSet>
      <dgm:spPr/>
    </dgm:pt>
    <dgm:pt modelId="{C083AEAE-1EBC-406D-A646-2F7ED4A1696B}" type="pres">
      <dgm:prSet presAssocID="{8A6E3925-A075-4F58-AC52-F947E38CF215}" presName="accent_4" presStyleCnt="0"/>
      <dgm:spPr/>
    </dgm:pt>
    <dgm:pt modelId="{6F39F049-210B-4121-8D3A-5AD2344CB8C8}" type="pres">
      <dgm:prSet presAssocID="{8A6E3925-A075-4F58-AC52-F947E38CF215}" presName="accentRepeatNode" presStyleLbl="solidFgAcc1" presStyleIdx="3" presStyleCnt="6"/>
      <dgm:spPr>
        <a:ln>
          <a:solidFill>
            <a:srgbClr val="005288"/>
          </a:solidFill>
        </a:ln>
      </dgm:spPr>
    </dgm:pt>
    <dgm:pt modelId="{8F0B0742-F2C4-4E70-956B-2F520BD980A4}" type="pres">
      <dgm:prSet presAssocID="{D3C34FA7-3291-43FB-96C6-7D41B2894594}" presName="text_5" presStyleLbl="node1" presStyleIdx="4" presStyleCnt="6">
        <dgm:presLayoutVars>
          <dgm:bulletEnabled val="1"/>
        </dgm:presLayoutVars>
      </dgm:prSet>
      <dgm:spPr/>
    </dgm:pt>
    <dgm:pt modelId="{CB8A6C34-97CF-41D7-A283-4A4776D69988}" type="pres">
      <dgm:prSet presAssocID="{D3C34FA7-3291-43FB-96C6-7D41B2894594}" presName="accent_5" presStyleCnt="0"/>
      <dgm:spPr/>
    </dgm:pt>
    <dgm:pt modelId="{85180B1D-B9B1-4822-AB11-F886CDB11ABF}" type="pres">
      <dgm:prSet presAssocID="{D3C34FA7-3291-43FB-96C6-7D41B2894594}" presName="accentRepeatNode" presStyleLbl="solidFgAcc1" presStyleIdx="4" presStyleCnt="6"/>
      <dgm:spPr>
        <a:ln>
          <a:solidFill>
            <a:srgbClr val="005288"/>
          </a:solidFill>
        </a:ln>
      </dgm:spPr>
    </dgm:pt>
    <dgm:pt modelId="{64C543E9-6B51-46A2-8F1D-00C40B0EDB71}" type="pres">
      <dgm:prSet presAssocID="{87E48F7A-DB5F-483E-B9EE-432285E99C05}" presName="text_6" presStyleLbl="node1" presStyleIdx="5" presStyleCnt="6">
        <dgm:presLayoutVars>
          <dgm:bulletEnabled val="1"/>
        </dgm:presLayoutVars>
      </dgm:prSet>
      <dgm:spPr/>
    </dgm:pt>
    <dgm:pt modelId="{5C5E1633-F4B0-47B4-8F34-D75C99C70057}" type="pres">
      <dgm:prSet presAssocID="{87E48F7A-DB5F-483E-B9EE-432285E99C05}" presName="accent_6" presStyleCnt="0"/>
      <dgm:spPr/>
    </dgm:pt>
    <dgm:pt modelId="{E2D5066E-8417-46D5-9764-B77A81B80DF7}" type="pres">
      <dgm:prSet presAssocID="{87E48F7A-DB5F-483E-B9EE-432285E99C05}" presName="accentRepeatNode" presStyleLbl="solidFgAcc1" presStyleIdx="5" presStyleCnt="6"/>
      <dgm:spPr>
        <a:ln>
          <a:solidFill>
            <a:srgbClr val="005288"/>
          </a:solidFill>
        </a:ln>
      </dgm:spPr>
    </dgm:pt>
  </dgm:ptLst>
  <dgm:cxnLst>
    <dgm:cxn modelId="{95608816-AFCC-4C1E-8D34-F7123B84A6D1}" type="presOf" srcId="{D3C34FA7-3291-43FB-96C6-7D41B2894594}" destId="{8F0B0742-F2C4-4E70-956B-2F520BD980A4}" srcOrd="0" destOrd="0" presId="urn:microsoft.com/office/officeart/2008/layout/VerticalCurvedList"/>
    <dgm:cxn modelId="{96E93934-BC8F-45B5-9992-ECCECEE7C99C}" type="presOf" srcId="{9E5EAC5D-C255-40A7-9AC4-634CC34533AD}" destId="{39A1B644-2F19-40C4-BEBF-6F1D0A0BB654}" srcOrd="0" destOrd="0" presId="urn:microsoft.com/office/officeart/2008/layout/VerticalCurvedList"/>
    <dgm:cxn modelId="{D948873D-D31B-4B08-BB97-3B6739AD2383}" srcId="{9E5EAC5D-C255-40A7-9AC4-634CC34533AD}" destId="{7B789830-0E57-4070-AF56-DB83913AF3DC}" srcOrd="0" destOrd="0" parTransId="{5F04D25E-D665-487A-BEE7-D7600D0F8F3A}" sibTransId="{B5877C07-556F-49E4-8B0B-22430A1D3D6A}"/>
    <dgm:cxn modelId="{849EBF5D-B3C1-41BF-B659-CBAEB2ADC053}" type="presOf" srcId="{9D83F6F3-015A-4AFD-87B8-DBE9AC7BCB5F}" destId="{88C7808A-AB99-4EBD-A794-D68231E756DF}" srcOrd="0" destOrd="0" presId="urn:microsoft.com/office/officeart/2008/layout/VerticalCurvedList"/>
    <dgm:cxn modelId="{31D54F6D-B55B-4D83-B287-F170047FF12A}" type="presOf" srcId="{87E48F7A-DB5F-483E-B9EE-432285E99C05}" destId="{64C543E9-6B51-46A2-8F1D-00C40B0EDB71}" srcOrd="0" destOrd="0" presId="urn:microsoft.com/office/officeart/2008/layout/VerticalCurvedList"/>
    <dgm:cxn modelId="{1AD5FF7A-583C-4F8C-90FB-F57F57075ED1}" srcId="{9E5EAC5D-C255-40A7-9AC4-634CC34533AD}" destId="{D3C34FA7-3291-43FB-96C6-7D41B2894594}" srcOrd="4" destOrd="0" parTransId="{D866CA1D-DB6D-418A-8B42-38F0E091C7FF}" sibTransId="{5DFA1254-99EF-4F3A-8B3B-12D5EDF39CD9}"/>
    <dgm:cxn modelId="{F1070C88-2333-436A-BD6A-5F8729D72C43}" type="presOf" srcId="{8A6E3925-A075-4F58-AC52-F947E38CF215}" destId="{9467A3C9-CFD0-462D-911B-07292D15F9FB}" srcOrd="0" destOrd="0" presId="urn:microsoft.com/office/officeart/2008/layout/VerticalCurvedList"/>
    <dgm:cxn modelId="{BD6F718D-4C70-411F-AD55-B8768C9413AC}" srcId="{9E5EAC5D-C255-40A7-9AC4-634CC34533AD}" destId="{87E48F7A-DB5F-483E-B9EE-432285E99C05}" srcOrd="5" destOrd="0" parTransId="{543D6B59-2B6F-4188-80BD-9ACAA9CEA0D1}" sibTransId="{59797B73-05CA-4874-A1FC-AD19A5BC518D}"/>
    <dgm:cxn modelId="{EB959D93-B61E-48C4-AEE0-8F55C72D715A}" srcId="{9E5EAC5D-C255-40A7-9AC4-634CC34533AD}" destId="{9D83F6F3-015A-4AFD-87B8-DBE9AC7BCB5F}" srcOrd="1" destOrd="0" parTransId="{C5267B3B-52C1-47FD-8305-9B3EF8BC8139}" sibTransId="{DC83B80C-0DD8-4765-87F5-D434C466B325}"/>
    <dgm:cxn modelId="{7093C8A8-AE37-41C6-A505-34DC4DF35FDF}" srcId="{9E5EAC5D-C255-40A7-9AC4-634CC34533AD}" destId="{BBE99443-A739-44C6-8234-42F69A690BFB}" srcOrd="2" destOrd="0" parTransId="{896BE022-BBDE-4820-9FA4-704EC641079F}" sibTransId="{FBF8ABFA-B66D-4432-863C-3FD864DA866C}"/>
    <dgm:cxn modelId="{A30C21D1-8A76-46F0-B7BA-216091E6B2A9}" srcId="{9E5EAC5D-C255-40A7-9AC4-634CC34533AD}" destId="{8A6E3925-A075-4F58-AC52-F947E38CF215}" srcOrd="3" destOrd="0" parTransId="{FB999CE4-625A-4403-91AF-3FF43133A630}" sibTransId="{D917FCBE-5B6C-46FB-8491-1A57D81A193B}"/>
    <dgm:cxn modelId="{B0DAE8D4-A15B-4818-8268-9D2437443ED8}" type="presOf" srcId="{B5877C07-556F-49E4-8B0B-22430A1D3D6A}" destId="{576923C2-E9A1-499C-B13B-B6A7F360482D}" srcOrd="0" destOrd="0" presId="urn:microsoft.com/office/officeart/2008/layout/VerticalCurvedList"/>
    <dgm:cxn modelId="{F375E7DA-385E-4E8B-B455-D974B4FB0893}" type="presOf" srcId="{7B789830-0E57-4070-AF56-DB83913AF3DC}" destId="{DE511316-0DBC-48CA-B244-AFDF9DFA8A68}" srcOrd="0" destOrd="0" presId="urn:microsoft.com/office/officeart/2008/layout/VerticalCurvedList"/>
    <dgm:cxn modelId="{4D65C7EC-D2FF-4395-BD65-0C3C1AF23E83}" type="presOf" srcId="{BBE99443-A739-44C6-8234-42F69A690BFB}" destId="{8864B637-0E57-4EBF-8228-C45FC0D56B9D}" srcOrd="0" destOrd="0" presId="urn:microsoft.com/office/officeart/2008/layout/VerticalCurvedList"/>
    <dgm:cxn modelId="{B572263D-962B-43AE-A23F-1725E9420643}" type="presParOf" srcId="{39A1B644-2F19-40C4-BEBF-6F1D0A0BB654}" destId="{95CFB9CA-AE17-4D01-B807-72DEEA26E8C7}" srcOrd="0" destOrd="0" presId="urn:microsoft.com/office/officeart/2008/layout/VerticalCurvedList"/>
    <dgm:cxn modelId="{93FB812B-F74A-4B8B-AE25-9C92AB328504}" type="presParOf" srcId="{95CFB9CA-AE17-4D01-B807-72DEEA26E8C7}" destId="{685CC999-E887-4BF0-ABEF-164B453B30E4}" srcOrd="0" destOrd="0" presId="urn:microsoft.com/office/officeart/2008/layout/VerticalCurvedList"/>
    <dgm:cxn modelId="{815C7C7D-0FD5-4C5C-AC76-404F3858A6EC}" type="presParOf" srcId="{685CC999-E887-4BF0-ABEF-164B453B30E4}" destId="{AC93957B-AFE4-445A-ABB1-4E0E2F16121D}" srcOrd="0" destOrd="0" presId="urn:microsoft.com/office/officeart/2008/layout/VerticalCurvedList"/>
    <dgm:cxn modelId="{AE58FAFD-D981-4D66-ADC6-2BAC939862E4}" type="presParOf" srcId="{685CC999-E887-4BF0-ABEF-164B453B30E4}" destId="{576923C2-E9A1-499C-B13B-B6A7F360482D}" srcOrd="1" destOrd="0" presId="urn:microsoft.com/office/officeart/2008/layout/VerticalCurvedList"/>
    <dgm:cxn modelId="{FBE08D3D-824A-4ED0-A7EF-D5B557B76779}" type="presParOf" srcId="{685CC999-E887-4BF0-ABEF-164B453B30E4}" destId="{6C768352-D001-4C2A-A38E-6B4CB8356B30}" srcOrd="2" destOrd="0" presId="urn:microsoft.com/office/officeart/2008/layout/VerticalCurvedList"/>
    <dgm:cxn modelId="{51149472-4329-4905-A274-ACD542C94605}" type="presParOf" srcId="{685CC999-E887-4BF0-ABEF-164B453B30E4}" destId="{13CCAEA3-BACD-40F9-90C9-192A5A91E283}" srcOrd="3" destOrd="0" presId="urn:microsoft.com/office/officeart/2008/layout/VerticalCurvedList"/>
    <dgm:cxn modelId="{8DBBE0A9-0004-4B98-8971-9C2CA8C5CC86}" type="presParOf" srcId="{95CFB9CA-AE17-4D01-B807-72DEEA26E8C7}" destId="{DE511316-0DBC-48CA-B244-AFDF9DFA8A68}" srcOrd="1" destOrd="0" presId="urn:microsoft.com/office/officeart/2008/layout/VerticalCurvedList"/>
    <dgm:cxn modelId="{B3239B43-C225-4F82-AC5E-5F96C1CCFF4F}" type="presParOf" srcId="{95CFB9CA-AE17-4D01-B807-72DEEA26E8C7}" destId="{4057D4E3-3B59-4905-B7FA-D2A95F7C385C}" srcOrd="2" destOrd="0" presId="urn:microsoft.com/office/officeart/2008/layout/VerticalCurvedList"/>
    <dgm:cxn modelId="{A9CFC798-14F0-4AA1-A9B8-FF2834023582}" type="presParOf" srcId="{4057D4E3-3B59-4905-B7FA-D2A95F7C385C}" destId="{10A1E88A-DF06-4940-BB9F-DD5766081053}" srcOrd="0" destOrd="0" presId="urn:microsoft.com/office/officeart/2008/layout/VerticalCurvedList"/>
    <dgm:cxn modelId="{0FCD38C9-75A4-4168-8690-9F92CD7AA7EF}" type="presParOf" srcId="{95CFB9CA-AE17-4D01-B807-72DEEA26E8C7}" destId="{88C7808A-AB99-4EBD-A794-D68231E756DF}" srcOrd="3" destOrd="0" presId="urn:microsoft.com/office/officeart/2008/layout/VerticalCurvedList"/>
    <dgm:cxn modelId="{5396BE95-E2D3-42BC-B8F3-19AF6D6A1D28}" type="presParOf" srcId="{95CFB9CA-AE17-4D01-B807-72DEEA26E8C7}" destId="{81FBAC2B-40D6-4775-9393-F4ABE494A942}" srcOrd="4" destOrd="0" presId="urn:microsoft.com/office/officeart/2008/layout/VerticalCurvedList"/>
    <dgm:cxn modelId="{91882D57-CC36-4ECB-9AA6-9702CBDEB7C1}" type="presParOf" srcId="{81FBAC2B-40D6-4775-9393-F4ABE494A942}" destId="{25888FC6-9346-4AB8-ADCC-FA44937131A6}" srcOrd="0" destOrd="0" presId="urn:microsoft.com/office/officeart/2008/layout/VerticalCurvedList"/>
    <dgm:cxn modelId="{167C150D-567E-4D09-ACC8-F3453415B799}" type="presParOf" srcId="{95CFB9CA-AE17-4D01-B807-72DEEA26E8C7}" destId="{8864B637-0E57-4EBF-8228-C45FC0D56B9D}" srcOrd="5" destOrd="0" presId="urn:microsoft.com/office/officeart/2008/layout/VerticalCurvedList"/>
    <dgm:cxn modelId="{45094989-35AF-4AA5-8B5D-3E006101C5F0}" type="presParOf" srcId="{95CFB9CA-AE17-4D01-B807-72DEEA26E8C7}" destId="{4851254E-40DF-45E0-A746-16663912C40D}" srcOrd="6" destOrd="0" presId="urn:microsoft.com/office/officeart/2008/layout/VerticalCurvedList"/>
    <dgm:cxn modelId="{8C07B9D3-3651-41AA-BECD-B8D358AE1AD9}" type="presParOf" srcId="{4851254E-40DF-45E0-A746-16663912C40D}" destId="{A50FCA55-6237-46AC-9859-D23792E325A9}" srcOrd="0" destOrd="0" presId="urn:microsoft.com/office/officeart/2008/layout/VerticalCurvedList"/>
    <dgm:cxn modelId="{E318F45C-7DC0-4055-A07B-FBEEBFC94521}" type="presParOf" srcId="{95CFB9CA-AE17-4D01-B807-72DEEA26E8C7}" destId="{9467A3C9-CFD0-462D-911B-07292D15F9FB}" srcOrd="7" destOrd="0" presId="urn:microsoft.com/office/officeart/2008/layout/VerticalCurvedList"/>
    <dgm:cxn modelId="{8F9DAAE0-06B5-4522-A46E-553407E7A443}" type="presParOf" srcId="{95CFB9CA-AE17-4D01-B807-72DEEA26E8C7}" destId="{C083AEAE-1EBC-406D-A646-2F7ED4A1696B}" srcOrd="8" destOrd="0" presId="urn:microsoft.com/office/officeart/2008/layout/VerticalCurvedList"/>
    <dgm:cxn modelId="{E2F8D1E4-6D97-4572-AED8-2FB1C452A10F}" type="presParOf" srcId="{C083AEAE-1EBC-406D-A646-2F7ED4A1696B}" destId="{6F39F049-210B-4121-8D3A-5AD2344CB8C8}" srcOrd="0" destOrd="0" presId="urn:microsoft.com/office/officeart/2008/layout/VerticalCurvedList"/>
    <dgm:cxn modelId="{EECCA2FF-AF23-47C3-B7F3-6AFF339F7B5C}" type="presParOf" srcId="{95CFB9CA-AE17-4D01-B807-72DEEA26E8C7}" destId="{8F0B0742-F2C4-4E70-956B-2F520BD980A4}" srcOrd="9" destOrd="0" presId="urn:microsoft.com/office/officeart/2008/layout/VerticalCurvedList"/>
    <dgm:cxn modelId="{081D3DFE-5255-4D4A-95AD-E0C604D6CCED}" type="presParOf" srcId="{95CFB9CA-AE17-4D01-B807-72DEEA26E8C7}" destId="{CB8A6C34-97CF-41D7-A283-4A4776D69988}" srcOrd="10" destOrd="0" presId="urn:microsoft.com/office/officeart/2008/layout/VerticalCurvedList"/>
    <dgm:cxn modelId="{2A69BF26-FF08-462A-9E58-32B67533752F}" type="presParOf" srcId="{CB8A6C34-97CF-41D7-A283-4A4776D69988}" destId="{85180B1D-B9B1-4822-AB11-F886CDB11ABF}" srcOrd="0" destOrd="0" presId="urn:microsoft.com/office/officeart/2008/layout/VerticalCurvedList"/>
    <dgm:cxn modelId="{A93A5D66-65D4-4E4E-997A-A2E9C3C563A9}" type="presParOf" srcId="{95CFB9CA-AE17-4D01-B807-72DEEA26E8C7}" destId="{64C543E9-6B51-46A2-8F1D-00C40B0EDB71}" srcOrd="11" destOrd="0" presId="urn:microsoft.com/office/officeart/2008/layout/VerticalCurvedList"/>
    <dgm:cxn modelId="{2CC95091-4A31-4098-AC10-C2C20588DB17}" type="presParOf" srcId="{95CFB9CA-AE17-4D01-B807-72DEEA26E8C7}" destId="{5C5E1633-F4B0-47B4-8F34-D75C99C70057}" srcOrd="12" destOrd="0" presId="urn:microsoft.com/office/officeart/2008/layout/VerticalCurvedList"/>
    <dgm:cxn modelId="{AC158D4E-CB70-4598-BC67-F4D7B49B3ACE}" type="presParOf" srcId="{5C5E1633-F4B0-47B4-8F34-D75C99C70057}" destId="{E2D5066E-8417-46D5-9764-B77A81B80DF7}"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6923C2-E9A1-499C-B13B-B6A7F360482D}">
      <dsp:nvSpPr>
        <dsp:cNvPr id="0" name=""/>
        <dsp:cNvSpPr/>
      </dsp:nvSpPr>
      <dsp:spPr>
        <a:xfrm>
          <a:off x="-3563519" y="-547696"/>
          <a:ext cx="4248280" cy="4248280"/>
        </a:xfrm>
        <a:prstGeom prst="blockArc">
          <a:avLst>
            <a:gd name="adj1" fmla="val 18900000"/>
            <a:gd name="adj2" fmla="val 2700000"/>
            <a:gd name="adj3" fmla="val 508"/>
          </a:avLst>
        </a:pr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511316-0DBC-48CA-B244-AFDF9DFA8A68}">
      <dsp:nvSpPr>
        <dsp:cNvPr id="0" name=""/>
        <dsp:cNvSpPr/>
      </dsp:nvSpPr>
      <dsp:spPr>
        <a:xfrm>
          <a:off x="256520" y="166031"/>
          <a:ext cx="4730093" cy="331935"/>
        </a:xfrm>
        <a:prstGeom prst="rect">
          <a:avLst/>
        </a:prstGeom>
        <a:solidFill>
          <a:schemeClr val="lt1">
            <a:hueOff val="0"/>
            <a:satOff val="0"/>
            <a:lumOff val="0"/>
            <a:alphaOff val="0"/>
          </a:schemeClr>
        </a:solidFill>
        <a:ln w="25400" cap="flat" cmpd="sng" algn="ctr">
          <a:solidFill>
            <a:srgbClr val="005288"/>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3474"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Light" panose="020F0302020204030204" pitchFamily="34" charset="0"/>
              <a:cs typeface="Times New Roman" panose="02020603050405020304" pitchFamily="18" charset="0"/>
            </a:rPr>
            <a:t>Compatible with multiple banking systems</a:t>
          </a:r>
          <a:endParaRPr lang="de-DE" sz="1600" kern="1200" dirty="0"/>
        </a:p>
      </dsp:txBody>
      <dsp:txXfrm>
        <a:off x="256520" y="166031"/>
        <a:ext cx="4730093" cy="331935"/>
      </dsp:txXfrm>
    </dsp:sp>
    <dsp:sp modelId="{10A1E88A-DF06-4940-BB9F-DD5766081053}">
      <dsp:nvSpPr>
        <dsp:cNvPr id="0" name=""/>
        <dsp:cNvSpPr/>
      </dsp:nvSpPr>
      <dsp:spPr>
        <a:xfrm>
          <a:off x="49060" y="124539"/>
          <a:ext cx="414919" cy="414919"/>
        </a:xfrm>
        <a:prstGeom prst="ellipse">
          <a:avLst/>
        </a:prstGeom>
        <a:solidFill>
          <a:schemeClr val="lt1">
            <a:hueOff val="0"/>
            <a:satOff val="0"/>
            <a:lumOff val="0"/>
            <a:alphaOff val="0"/>
          </a:schemeClr>
        </a:solidFill>
        <a:ln w="25400" cap="flat" cmpd="sng" algn="ctr">
          <a:solidFill>
            <a:srgbClr val="005288"/>
          </a:solidFill>
          <a:prstDash val="solid"/>
        </a:ln>
        <a:effectLst/>
      </dsp:spPr>
      <dsp:style>
        <a:lnRef idx="2">
          <a:scrgbClr r="0" g="0" b="0"/>
        </a:lnRef>
        <a:fillRef idx="1">
          <a:scrgbClr r="0" g="0" b="0"/>
        </a:fillRef>
        <a:effectRef idx="0">
          <a:scrgbClr r="0" g="0" b="0"/>
        </a:effectRef>
        <a:fontRef idx="minor"/>
      </dsp:style>
    </dsp:sp>
    <dsp:sp modelId="{88C7808A-AB99-4EBD-A794-D68231E756DF}">
      <dsp:nvSpPr>
        <dsp:cNvPr id="0" name=""/>
        <dsp:cNvSpPr/>
      </dsp:nvSpPr>
      <dsp:spPr>
        <a:xfrm>
          <a:off x="529560" y="663871"/>
          <a:ext cx="4457053" cy="331935"/>
        </a:xfrm>
        <a:prstGeom prst="rect">
          <a:avLst/>
        </a:prstGeom>
        <a:solidFill>
          <a:schemeClr val="lt1">
            <a:hueOff val="0"/>
            <a:satOff val="0"/>
            <a:lumOff val="0"/>
            <a:alphaOff val="0"/>
          </a:schemeClr>
        </a:solidFill>
        <a:ln w="25400" cap="flat" cmpd="sng" algn="ctr">
          <a:solidFill>
            <a:srgbClr val="005288"/>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3474" tIns="40640" rIns="40640" bIns="40640" numCol="1" spcCol="1270" anchor="ctr" anchorCtr="0">
          <a:noAutofit/>
        </a:bodyPr>
        <a:lstStyle/>
        <a:p>
          <a:pPr marL="0" lvl="0" indent="0" algn="l" defTabSz="711200">
            <a:lnSpc>
              <a:spcPct val="90000"/>
            </a:lnSpc>
            <a:spcBef>
              <a:spcPct val="0"/>
            </a:spcBef>
            <a:spcAft>
              <a:spcPct val="35000"/>
            </a:spcAft>
            <a:buNone/>
          </a:pPr>
          <a:r>
            <a:rPr kumimoji="1" lang="en-US" sz="1600" kern="1200" dirty="0">
              <a:latin typeface="Calibri Light" panose="020F0302020204030204" pitchFamily="34" charset="0"/>
              <a:cs typeface="Times New Roman" panose="02020603050405020304" pitchFamily="18" charset="0"/>
            </a:rPr>
            <a:t>Reduce time to market for new products</a:t>
          </a:r>
          <a:endParaRPr lang="de-DE" sz="1600" kern="1200" dirty="0"/>
        </a:p>
      </dsp:txBody>
      <dsp:txXfrm>
        <a:off x="529560" y="663871"/>
        <a:ext cx="4457053" cy="331935"/>
      </dsp:txXfrm>
    </dsp:sp>
    <dsp:sp modelId="{25888FC6-9346-4AB8-ADCC-FA44937131A6}">
      <dsp:nvSpPr>
        <dsp:cNvPr id="0" name=""/>
        <dsp:cNvSpPr/>
      </dsp:nvSpPr>
      <dsp:spPr>
        <a:xfrm>
          <a:off x="322100" y="622379"/>
          <a:ext cx="414919" cy="414919"/>
        </a:xfrm>
        <a:prstGeom prst="ellipse">
          <a:avLst/>
        </a:prstGeom>
        <a:solidFill>
          <a:schemeClr val="lt1">
            <a:hueOff val="0"/>
            <a:satOff val="0"/>
            <a:lumOff val="0"/>
            <a:alphaOff val="0"/>
          </a:schemeClr>
        </a:solidFill>
        <a:ln w="25400" cap="flat" cmpd="sng" algn="ctr">
          <a:solidFill>
            <a:srgbClr val="005288"/>
          </a:solidFill>
          <a:prstDash val="solid"/>
        </a:ln>
        <a:effectLst/>
      </dsp:spPr>
      <dsp:style>
        <a:lnRef idx="2">
          <a:scrgbClr r="0" g="0" b="0"/>
        </a:lnRef>
        <a:fillRef idx="1">
          <a:scrgbClr r="0" g="0" b="0"/>
        </a:fillRef>
        <a:effectRef idx="0">
          <a:scrgbClr r="0" g="0" b="0"/>
        </a:effectRef>
        <a:fontRef idx="minor"/>
      </dsp:style>
    </dsp:sp>
    <dsp:sp modelId="{8864B637-0E57-4EBF-8228-C45FC0D56B9D}">
      <dsp:nvSpPr>
        <dsp:cNvPr id="0" name=""/>
        <dsp:cNvSpPr/>
      </dsp:nvSpPr>
      <dsp:spPr>
        <a:xfrm>
          <a:off x="654415" y="1161712"/>
          <a:ext cx="4332199" cy="331935"/>
        </a:xfrm>
        <a:prstGeom prst="rect">
          <a:avLst/>
        </a:prstGeom>
        <a:solidFill>
          <a:schemeClr val="lt1">
            <a:hueOff val="0"/>
            <a:satOff val="0"/>
            <a:lumOff val="0"/>
            <a:alphaOff val="0"/>
          </a:schemeClr>
        </a:solidFill>
        <a:ln w="25400" cap="flat" cmpd="sng" algn="ctr">
          <a:solidFill>
            <a:srgbClr val="005288"/>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3474" tIns="40640" rIns="40640" bIns="40640" numCol="1" spcCol="1270" anchor="ctr" anchorCtr="0">
          <a:noAutofit/>
        </a:bodyPr>
        <a:lstStyle/>
        <a:p>
          <a:pPr marL="0" lvl="0" indent="0" algn="l" defTabSz="711200">
            <a:lnSpc>
              <a:spcPct val="90000"/>
            </a:lnSpc>
            <a:spcBef>
              <a:spcPct val="0"/>
            </a:spcBef>
            <a:spcAft>
              <a:spcPct val="35000"/>
            </a:spcAft>
            <a:buNone/>
          </a:pPr>
          <a:r>
            <a:rPr kumimoji="1" lang="en-GB" sz="1600" kern="1200" dirty="0">
              <a:latin typeface="Calibri Light" panose="020F0302020204030204" pitchFamily="34" charset="0"/>
              <a:cs typeface="Times New Roman" panose="02020603050405020304" pitchFamily="18" charset="0"/>
            </a:rPr>
            <a:t>Minimize core system alterations</a:t>
          </a:r>
        </a:p>
      </dsp:txBody>
      <dsp:txXfrm>
        <a:off x="654415" y="1161712"/>
        <a:ext cx="4332199" cy="331935"/>
      </dsp:txXfrm>
    </dsp:sp>
    <dsp:sp modelId="{A50FCA55-6237-46AC-9859-D23792E325A9}">
      <dsp:nvSpPr>
        <dsp:cNvPr id="0" name=""/>
        <dsp:cNvSpPr/>
      </dsp:nvSpPr>
      <dsp:spPr>
        <a:xfrm>
          <a:off x="446955" y="1120220"/>
          <a:ext cx="414919" cy="414919"/>
        </a:xfrm>
        <a:prstGeom prst="ellipse">
          <a:avLst/>
        </a:prstGeom>
        <a:solidFill>
          <a:schemeClr val="lt1">
            <a:hueOff val="0"/>
            <a:satOff val="0"/>
            <a:lumOff val="0"/>
            <a:alphaOff val="0"/>
          </a:schemeClr>
        </a:solidFill>
        <a:ln w="25400" cap="flat" cmpd="sng" algn="ctr">
          <a:solidFill>
            <a:srgbClr val="005288"/>
          </a:solidFill>
          <a:prstDash val="solid"/>
        </a:ln>
        <a:effectLst/>
      </dsp:spPr>
      <dsp:style>
        <a:lnRef idx="2">
          <a:scrgbClr r="0" g="0" b="0"/>
        </a:lnRef>
        <a:fillRef idx="1">
          <a:scrgbClr r="0" g="0" b="0"/>
        </a:fillRef>
        <a:effectRef idx="0">
          <a:scrgbClr r="0" g="0" b="0"/>
        </a:effectRef>
        <a:fontRef idx="minor"/>
      </dsp:style>
    </dsp:sp>
    <dsp:sp modelId="{9467A3C9-CFD0-462D-911B-07292D15F9FB}">
      <dsp:nvSpPr>
        <dsp:cNvPr id="0" name=""/>
        <dsp:cNvSpPr/>
      </dsp:nvSpPr>
      <dsp:spPr>
        <a:xfrm>
          <a:off x="654415" y="1659238"/>
          <a:ext cx="4332199" cy="331935"/>
        </a:xfrm>
        <a:prstGeom prst="rect">
          <a:avLst/>
        </a:prstGeom>
        <a:solidFill>
          <a:schemeClr val="lt1">
            <a:hueOff val="0"/>
            <a:satOff val="0"/>
            <a:lumOff val="0"/>
            <a:alphaOff val="0"/>
          </a:schemeClr>
        </a:solidFill>
        <a:ln w="25400" cap="flat" cmpd="sng" algn="ctr">
          <a:solidFill>
            <a:srgbClr val="005288"/>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3474" tIns="40640" rIns="40640" bIns="40640" numCol="1" spcCol="1270" anchor="ctr" anchorCtr="0">
          <a:noAutofit/>
        </a:bodyPr>
        <a:lstStyle/>
        <a:p>
          <a:pPr marL="0" lvl="0" indent="0" algn="l" defTabSz="711200">
            <a:lnSpc>
              <a:spcPct val="90000"/>
            </a:lnSpc>
            <a:spcBef>
              <a:spcPct val="0"/>
            </a:spcBef>
            <a:spcAft>
              <a:spcPct val="35000"/>
            </a:spcAft>
            <a:buNone/>
          </a:pPr>
          <a:r>
            <a:rPr lang="de-DE" sz="1600" kern="1200" dirty="0"/>
            <a:t> </a:t>
          </a:r>
          <a:r>
            <a:rPr kumimoji="1" lang="de-DE" sz="1600" kern="1200" dirty="0">
              <a:latin typeface="Calibri Light" panose="020F0302020204030204" pitchFamily="34" charset="0"/>
              <a:cs typeface="Times New Roman" panose="02020603050405020304" pitchFamily="18" charset="0"/>
            </a:rPr>
            <a:t>Avoid system and data redundacy </a:t>
          </a:r>
          <a:endParaRPr kumimoji="1" lang="en-GB" sz="1600" kern="1200" dirty="0">
            <a:latin typeface="Calibri Light" panose="020F0302020204030204" pitchFamily="34" charset="0"/>
            <a:cs typeface="Times New Roman" panose="02020603050405020304" pitchFamily="18" charset="0"/>
          </a:endParaRPr>
        </a:p>
      </dsp:txBody>
      <dsp:txXfrm>
        <a:off x="654415" y="1659238"/>
        <a:ext cx="4332199" cy="331935"/>
      </dsp:txXfrm>
    </dsp:sp>
    <dsp:sp modelId="{6F39F049-210B-4121-8D3A-5AD2344CB8C8}">
      <dsp:nvSpPr>
        <dsp:cNvPr id="0" name=""/>
        <dsp:cNvSpPr/>
      </dsp:nvSpPr>
      <dsp:spPr>
        <a:xfrm>
          <a:off x="446955" y="1617746"/>
          <a:ext cx="414919" cy="414919"/>
        </a:xfrm>
        <a:prstGeom prst="ellipse">
          <a:avLst/>
        </a:prstGeom>
        <a:solidFill>
          <a:schemeClr val="lt1">
            <a:hueOff val="0"/>
            <a:satOff val="0"/>
            <a:lumOff val="0"/>
            <a:alphaOff val="0"/>
          </a:schemeClr>
        </a:solidFill>
        <a:ln w="25400" cap="flat" cmpd="sng" algn="ctr">
          <a:solidFill>
            <a:srgbClr val="005288"/>
          </a:solidFill>
          <a:prstDash val="solid"/>
        </a:ln>
        <a:effectLst/>
      </dsp:spPr>
      <dsp:style>
        <a:lnRef idx="2">
          <a:scrgbClr r="0" g="0" b="0"/>
        </a:lnRef>
        <a:fillRef idx="1">
          <a:scrgbClr r="0" g="0" b="0"/>
        </a:fillRef>
        <a:effectRef idx="0">
          <a:scrgbClr r="0" g="0" b="0"/>
        </a:effectRef>
        <a:fontRef idx="minor"/>
      </dsp:style>
    </dsp:sp>
    <dsp:sp modelId="{8F0B0742-F2C4-4E70-956B-2F520BD980A4}">
      <dsp:nvSpPr>
        <dsp:cNvPr id="0" name=""/>
        <dsp:cNvSpPr/>
      </dsp:nvSpPr>
      <dsp:spPr>
        <a:xfrm>
          <a:off x="529560" y="2157079"/>
          <a:ext cx="4457053" cy="331935"/>
        </a:xfrm>
        <a:prstGeom prst="rect">
          <a:avLst/>
        </a:prstGeom>
        <a:solidFill>
          <a:schemeClr val="lt1">
            <a:hueOff val="0"/>
            <a:satOff val="0"/>
            <a:lumOff val="0"/>
            <a:alphaOff val="0"/>
          </a:schemeClr>
        </a:solidFill>
        <a:ln w="25400" cap="flat" cmpd="sng" algn="ctr">
          <a:solidFill>
            <a:srgbClr val="005288"/>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3474" tIns="40640" rIns="40640" bIns="40640" numCol="1" spcCol="1270" anchor="ctr" anchorCtr="0">
          <a:noAutofit/>
        </a:bodyPr>
        <a:lstStyle/>
        <a:p>
          <a:pPr marL="0" lvl="0" indent="0" algn="l" defTabSz="711200">
            <a:lnSpc>
              <a:spcPct val="90000"/>
            </a:lnSpc>
            <a:spcBef>
              <a:spcPct val="0"/>
            </a:spcBef>
            <a:spcAft>
              <a:spcPct val="35000"/>
            </a:spcAft>
            <a:buNone/>
          </a:pPr>
          <a:r>
            <a:rPr kumimoji="1" lang="en-GB" sz="1600" kern="1200" dirty="0">
              <a:latin typeface="Calibri Light" panose="020F0302020204030204" pitchFamily="34" charset="0"/>
              <a:cs typeface="Times New Roman" panose="02020603050405020304" pitchFamily="18" charset="0"/>
            </a:rPr>
            <a:t>Connect third party applications </a:t>
          </a:r>
          <a:endParaRPr lang="de-DE" sz="1600" kern="1200" dirty="0"/>
        </a:p>
      </dsp:txBody>
      <dsp:txXfrm>
        <a:off x="529560" y="2157079"/>
        <a:ext cx="4457053" cy="331935"/>
      </dsp:txXfrm>
    </dsp:sp>
    <dsp:sp modelId="{85180B1D-B9B1-4822-AB11-F886CDB11ABF}">
      <dsp:nvSpPr>
        <dsp:cNvPr id="0" name=""/>
        <dsp:cNvSpPr/>
      </dsp:nvSpPr>
      <dsp:spPr>
        <a:xfrm>
          <a:off x="322100" y="2115587"/>
          <a:ext cx="414919" cy="414919"/>
        </a:xfrm>
        <a:prstGeom prst="ellipse">
          <a:avLst/>
        </a:prstGeom>
        <a:solidFill>
          <a:schemeClr val="lt1">
            <a:hueOff val="0"/>
            <a:satOff val="0"/>
            <a:lumOff val="0"/>
            <a:alphaOff val="0"/>
          </a:schemeClr>
        </a:solidFill>
        <a:ln w="25400" cap="flat" cmpd="sng" algn="ctr">
          <a:solidFill>
            <a:srgbClr val="005288"/>
          </a:solidFill>
          <a:prstDash val="solid"/>
        </a:ln>
        <a:effectLst/>
      </dsp:spPr>
      <dsp:style>
        <a:lnRef idx="2">
          <a:scrgbClr r="0" g="0" b="0"/>
        </a:lnRef>
        <a:fillRef idx="1">
          <a:scrgbClr r="0" g="0" b="0"/>
        </a:fillRef>
        <a:effectRef idx="0">
          <a:scrgbClr r="0" g="0" b="0"/>
        </a:effectRef>
        <a:fontRef idx="minor"/>
      </dsp:style>
    </dsp:sp>
    <dsp:sp modelId="{64C543E9-6B51-46A2-8F1D-00C40B0EDB71}">
      <dsp:nvSpPr>
        <dsp:cNvPr id="0" name=""/>
        <dsp:cNvSpPr/>
      </dsp:nvSpPr>
      <dsp:spPr>
        <a:xfrm>
          <a:off x="256520" y="2654920"/>
          <a:ext cx="4730093" cy="331935"/>
        </a:xfrm>
        <a:prstGeom prst="rect">
          <a:avLst/>
        </a:prstGeom>
        <a:solidFill>
          <a:schemeClr val="lt1">
            <a:hueOff val="0"/>
            <a:satOff val="0"/>
            <a:lumOff val="0"/>
            <a:alphaOff val="0"/>
          </a:schemeClr>
        </a:solidFill>
        <a:ln w="25400" cap="flat" cmpd="sng" algn="ctr">
          <a:solidFill>
            <a:srgbClr val="005288"/>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3474" tIns="40640" rIns="40640" bIns="40640" numCol="1" spcCol="1270" anchor="ctr" anchorCtr="0">
          <a:noAutofit/>
        </a:bodyPr>
        <a:lstStyle/>
        <a:p>
          <a:pPr marL="0" lvl="0" indent="0" algn="l" defTabSz="711200">
            <a:lnSpc>
              <a:spcPct val="90000"/>
            </a:lnSpc>
            <a:spcBef>
              <a:spcPct val="0"/>
            </a:spcBef>
            <a:spcAft>
              <a:spcPct val="35000"/>
            </a:spcAft>
            <a:buNone/>
          </a:pPr>
          <a:r>
            <a:rPr kumimoji="1" lang="de-DE" sz="1600" kern="1200" dirty="0">
              <a:latin typeface="Calibri Light" panose="020F0302020204030204" pitchFamily="34" charset="0"/>
              <a:cs typeface="Times New Roman" panose="02020603050405020304" pitchFamily="18" charset="0"/>
            </a:rPr>
            <a:t>Reusability</a:t>
          </a:r>
          <a:r>
            <a:rPr lang="de-DE" sz="1600" kern="1200" dirty="0"/>
            <a:t> </a:t>
          </a:r>
          <a:r>
            <a:rPr kumimoji="1" lang="de-DE" sz="1600" kern="1200" dirty="0">
              <a:latin typeface="Calibri Light" panose="020F0302020204030204" pitchFamily="34" charset="0"/>
              <a:cs typeface="Times New Roman" panose="02020603050405020304" pitchFamily="18" charset="0"/>
            </a:rPr>
            <a:t>of existing connections to digital providers</a:t>
          </a:r>
        </a:p>
      </dsp:txBody>
      <dsp:txXfrm>
        <a:off x="256520" y="2654920"/>
        <a:ext cx="4730093" cy="331935"/>
      </dsp:txXfrm>
    </dsp:sp>
    <dsp:sp modelId="{E2D5066E-8417-46D5-9764-B77A81B80DF7}">
      <dsp:nvSpPr>
        <dsp:cNvPr id="0" name=""/>
        <dsp:cNvSpPr/>
      </dsp:nvSpPr>
      <dsp:spPr>
        <a:xfrm>
          <a:off x="49060" y="2613428"/>
          <a:ext cx="414919" cy="414919"/>
        </a:xfrm>
        <a:prstGeom prst="ellipse">
          <a:avLst/>
        </a:prstGeom>
        <a:solidFill>
          <a:schemeClr val="lt1">
            <a:hueOff val="0"/>
            <a:satOff val="0"/>
            <a:lumOff val="0"/>
            <a:alphaOff val="0"/>
          </a:schemeClr>
        </a:solidFill>
        <a:ln w="25400" cap="flat" cmpd="sng" algn="ctr">
          <a:solidFill>
            <a:srgbClr val="005288"/>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4866" name="Rectangle 2"/>
          <p:cNvSpPr>
            <a:spLocks noGrp="1" noChangeArrowheads="1"/>
          </p:cNvSpPr>
          <p:nvPr>
            <p:ph type="hdr" sz="quarter"/>
          </p:nvPr>
        </p:nvSpPr>
        <p:spPr bwMode="auto">
          <a:xfrm>
            <a:off x="0" y="0"/>
            <a:ext cx="4302125" cy="336550"/>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kumimoji="0" sz="1200">
                <a:solidFill>
                  <a:schemeClr val="tx1"/>
                </a:solidFill>
                <a:latin typeface="Arial" charset="0"/>
              </a:defRPr>
            </a:lvl1pPr>
          </a:lstStyle>
          <a:p>
            <a:pPr>
              <a:defRPr/>
            </a:pPr>
            <a:endParaRPr lang="en-US"/>
          </a:p>
        </p:txBody>
      </p:sp>
      <p:sp>
        <p:nvSpPr>
          <p:cNvPr id="164867" name="Rectangle 3"/>
          <p:cNvSpPr>
            <a:spLocks noGrp="1" noChangeArrowheads="1"/>
          </p:cNvSpPr>
          <p:nvPr>
            <p:ph type="dt" sz="quarter" idx="1"/>
          </p:nvPr>
        </p:nvSpPr>
        <p:spPr bwMode="auto">
          <a:xfrm>
            <a:off x="5624513" y="0"/>
            <a:ext cx="4300537" cy="336550"/>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kumimoji="0" sz="1200">
                <a:solidFill>
                  <a:schemeClr val="tx1"/>
                </a:solidFill>
                <a:latin typeface="Arial" charset="0"/>
              </a:defRPr>
            </a:lvl1pPr>
          </a:lstStyle>
          <a:p>
            <a:pPr>
              <a:defRPr/>
            </a:pPr>
            <a:endParaRPr lang="en-US"/>
          </a:p>
        </p:txBody>
      </p:sp>
      <p:sp>
        <p:nvSpPr>
          <p:cNvPr id="164868" name="Rectangle 4"/>
          <p:cNvSpPr>
            <a:spLocks noGrp="1" noChangeArrowheads="1"/>
          </p:cNvSpPr>
          <p:nvPr>
            <p:ph type="ftr" sz="quarter" idx="2"/>
          </p:nvPr>
        </p:nvSpPr>
        <p:spPr bwMode="auto">
          <a:xfrm>
            <a:off x="0" y="6459538"/>
            <a:ext cx="4302125" cy="336550"/>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kumimoji="0" sz="1200">
                <a:solidFill>
                  <a:schemeClr val="tx1"/>
                </a:solidFill>
                <a:latin typeface="Arial" charset="0"/>
              </a:defRPr>
            </a:lvl1pPr>
          </a:lstStyle>
          <a:p>
            <a:pPr>
              <a:defRPr/>
            </a:pPr>
            <a:endParaRPr lang="en-US"/>
          </a:p>
        </p:txBody>
      </p:sp>
      <p:sp>
        <p:nvSpPr>
          <p:cNvPr id="164869" name="Rectangle 5"/>
          <p:cNvSpPr>
            <a:spLocks noGrp="1" noChangeArrowheads="1"/>
          </p:cNvSpPr>
          <p:nvPr>
            <p:ph type="sldNum" sz="quarter" idx="3"/>
          </p:nvPr>
        </p:nvSpPr>
        <p:spPr bwMode="auto">
          <a:xfrm>
            <a:off x="5624513" y="6459538"/>
            <a:ext cx="4300537" cy="336550"/>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kumimoji="0" sz="1200">
                <a:solidFill>
                  <a:schemeClr val="tx1"/>
                </a:solidFill>
                <a:latin typeface="Arial" panose="020B0604020202020204" pitchFamily="34" charset="0"/>
              </a:defRPr>
            </a:lvl1pPr>
          </a:lstStyle>
          <a:p>
            <a:pPr>
              <a:defRPr/>
            </a:pPr>
            <a:fld id="{E5973C6E-7B8A-40B7-96C0-9634FBE9F5D7}" type="slidenum">
              <a:rPr lang="en-US"/>
              <a:pPr>
                <a:defRPr/>
              </a:pPr>
              <a:t>‹#›</a:t>
            </a:fld>
            <a:endParaRPr lang="en-US"/>
          </a:p>
        </p:txBody>
      </p:sp>
    </p:spTree>
    <p:extLst>
      <p:ext uri="{BB962C8B-B14F-4D97-AF65-F5344CB8AC3E}">
        <p14:creationId xmlns:p14="http://schemas.microsoft.com/office/powerpoint/2010/main" val="20263889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8962" name="Rectangle 2"/>
          <p:cNvSpPr>
            <a:spLocks noGrp="1" noChangeArrowheads="1"/>
          </p:cNvSpPr>
          <p:nvPr>
            <p:ph type="hdr" sz="quarter"/>
          </p:nvPr>
        </p:nvSpPr>
        <p:spPr bwMode="auto">
          <a:xfrm>
            <a:off x="0" y="0"/>
            <a:ext cx="4302125" cy="3365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0" sz="1200">
                <a:solidFill>
                  <a:schemeClr val="tx1"/>
                </a:solidFill>
                <a:latin typeface="Arial" charset="0"/>
              </a:defRPr>
            </a:lvl1pPr>
          </a:lstStyle>
          <a:p>
            <a:pPr>
              <a:defRPr/>
            </a:pPr>
            <a:endParaRPr lang="en-US"/>
          </a:p>
        </p:txBody>
      </p:sp>
      <p:sp>
        <p:nvSpPr>
          <p:cNvPr id="168963" name="Rectangle 3"/>
          <p:cNvSpPr>
            <a:spLocks noGrp="1" noChangeArrowheads="1"/>
          </p:cNvSpPr>
          <p:nvPr>
            <p:ph type="dt" idx="1"/>
          </p:nvPr>
        </p:nvSpPr>
        <p:spPr bwMode="auto">
          <a:xfrm>
            <a:off x="5622925" y="0"/>
            <a:ext cx="4302125" cy="3365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0" sz="1200">
                <a:solidFill>
                  <a:schemeClr val="tx1"/>
                </a:solidFill>
                <a:latin typeface="Arial" charset="0"/>
              </a:defRPr>
            </a:lvl1pPr>
          </a:lstStyle>
          <a:p>
            <a:pPr>
              <a:defRPr/>
            </a:pPr>
            <a:endParaRPr lang="en-US"/>
          </a:p>
        </p:txBody>
      </p:sp>
      <p:sp>
        <p:nvSpPr>
          <p:cNvPr id="11268" name="Rectangle 4"/>
          <p:cNvSpPr>
            <a:spLocks noGrp="1" noRot="1" noChangeAspect="1" noChangeArrowheads="1" noTextEdit="1"/>
          </p:cNvSpPr>
          <p:nvPr>
            <p:ph type="sldImg" idx="2"/>
          </p:nvPr>
        </p:nvSpPr>
        <p:spPr bwMode="auto">
          <a:xfrm>
            <a:off x="3121025" y="511175"/>
            <a:ext cx="3684588" cy="25511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8965" name="Rectangle 5"/>
          <p:cNvSpPr>
            <a:spLocks noGrp="1" noChangeArrowheads="1"/>
          </p:cNvSpPr>
          <p:nvPr>
            <p:ph type="body" sz="quarter" idx="3"/>
          </p:nvPr>
        </p:nvSpPr>
        <p:spPr bwMode="auto">
          <a:xfrm>
            <a:off x="990600" y="3228975"/>
            <a:ext cx="7945438" cy="3057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8966" name="Rectangle 6"/>
          <p:cNvSpPr>
            <a:spLocks noGrp="1" noChangeArrowheads="1"/>
          </p:cNvSpPr>
          <p:nvPr>
            <p:ph type="ftr" sz="quarter" idx="4"/>
          </p:nvPr>
        </p:nvSpPr>
        <p:spPr bwMode="auto">
          <a:xfrm>
            <a:off x="0" y="6459538"/>
            <a:ext cx="4302125" cy="3365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0" sz="1200">
                <a:solidFill>
                  <a:schemeClr val="tx1"/>
                </a:solidFill>
                <a:latin typeface="Arial" charset="0"/>
              </a:defRPr>
            </a:lvl1pPr>
          </a:lstStyle>
          <a:p>
            <a:pPr>
              <a:defRPr/>
            </a:pPr>
            <a:endParaRPr lang="en-US"/>
          </a:p>
        </p:txBody>
      </p:sp>
      <p:sp>
        <p:nvSpPr>
          <p:cNvPr id="168967" name="Rectangle 7"/>
          <p:cNvSpPr>
            <a:spLocks noGrp="1" noChangeArrowheads="1"/>
          </p:cNvSpPr>
          <p:nvPr>
            <p:ph type="sldNum" sz="quarter" idx="5"/>
          </p:nvPr>
        </p:nvSpPr>
        <p:spPr bwMode="auto">
          <a:xfrm>
            <a:off x="5622925" y="6459538"/>
            <a:ext cx="4302125" cy="3365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0" sz="1200">
                <a:solidFill>
                  <a:schemeClr val="tx1"/>
                </a:solidFill>
                <a:latin typeface="Arial" panose="020B0604020202020204" pitchFamily="34" charset="0"/>
              </a:defRPr>
            </a:lvl1pPr>
          </a:lstStyle>
          <a:p>
            <a:pPr>
              <a:defRPr/>
            </a:pPr>
            <a:fld id="{5D35ABE8-F9F6-42AE-A396-A076F449A41D}" type="slidenum">
              <a:rPr lang="en-US"/>
              <a:pPr>
                <a:defRPr/>
              </a:pPr>
              <a:t>‹#›</a:t>
            </a:fld>
            <a:endParaRPr lang="en-US"/>
          </a:p>
        </p:txBody>
      </p:sp>
    </p:spTree>
    <p:extLst>
      <p:ext uri="{BB962C8B-B14F-4D97-AF65-F5344CB8AC3E}">
        <p14:creationId xmlns:p14="http://schemas.microsoft.com/office/powerpoint/2010/main" val="214871070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10"/>
          </p:nvPr>
        </p:nvSpPr>
        <p:spPr/>
        <p:txBody>
          <a:bodyPr/>
          <a:lstStyle/>
          <a:p>
            <a:pPr>
              <a:defRPr/>
            </a:pPr>
            <a:fld id="{5D35ABE8-F9F6-42AE-A396-A076F449A41D}" type="slidenum">
              <a:rPr lang="en-US" smtClean="0"/>
              <a:pPr>
                <a:defRPr/>
              </a:pPr>
              <a:t>16</a:t>
            </a:fld>
            <a:endParaRPr lang="en-US"/>
          </a:p>
        </p:txBody>
      </p:sp>
    </p:spTree>
    <p:extLst>
      <p:ext uri="{BB962C8B-B14F-4D97-AF65-F5344CB8AC3E}">
        <p14:creationId xmlns:p14="http://schemas.microsoft.com/office/powerpoint/2010/main" val="20585663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8" name="Picture 7" descr="A picture containing water, cup&#10;&#10;Description generated with very high confidence">
            <a:extLst>
              <a:ext uri="{FF2B5EF4-FFF2-40B4-BE49-F238E27FC236}">
                <a16:creationId xmlns:a16="http://schemas.microsoft.com/office/drawing/2014/main" id="{C392AF86-8EB0-4B9C-AC11-AA55DBEEC07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747498"/>
            <a:ext cx="9467909" cy="1152000"/>
          </a:xfrm>
          <a:prstGeom prst="rect">
            <a:avLst/>
          </a:prstGeom>
        </p:spPr>
      </p:pic>
      <p:sp>
        <p:nvSpPr>
          <p:cNvPr id="9" name="Rechteck 21">
            <a:extLst>
              <a:ext uri="{FF2B5EF4-FFF2-40B4-BE49-F238E27FC236}">
                <a16:creationId xmlns:a16="http://schemas.microsoft.com/office/drawing/2014/main" id="{4405FACA-1352-4893-82A1-B206C7E39B04}"/>
              </a:ext>
            </a:extLst>
          </p:cNvPr>
          <p:cNvSpPr>
            <a:spLocks noChangeArrowheads="1"/>
          </p:cNvSpPr>
          <p:nvPr userDrawn="1"/>
        </p:nvSpPr>
        <p:spPr bwMode="gray">
          <a:xfrm flipV="1">
            <a:off x="2276" y="4747114"/>
            <a:ext cx="9467909" cy="1152000"/>
          </a:xfrm>
          <a:prstGeom prst="rect">
            <a:avLst/>
          </a:prstGeom>
          <a:gradFill>
            <a:gsLst>
              <a:gs pos="100000">
                <a:srgbClr val="005288">
                  <a:alpha val="75000"/>
                </a:srgbClr>
              </a:gs>
              <a:gs pos="0">
                <a:srgbClr val="005288"/>
              </a:gs>
            </a:gsLst>
            <a:lin ang="0" scaled="0"/>
          </a:gradFill>
          <a:ln w="9525" algn="ctr">
            <a:noFill/>
            <a:round/>
            <a:headEnd/>
            <a:tailEnd/>
          </a:ln>
        </p:spPr>
        <p:txBody>
          <a:bodyPr wrap="square" lIns="0" tIns="0" rIns="0" bIns="0">
            <a:spAutoFit/>
          </a:bodyPr>
          <a:lstStyle>
            <a:lvl1pPr eaLnBrk="0" hangingPunct="0">
              <a:defRPr kumimoji="1" sz="1000">
                <a:solidFill>
                  <a:srgbClr val="000000"/>
                </a:solidFill>
                <a:latin typeface="Tahoma" pitchFamily="34" charset="0"/>
              </a:defRPr>
            </a:lvl1pPr>
            <a:lvl2pPr marL="742950" indent="-285750" eaLnBrk="0" hangingPunct="0">
              <a:defRPr kumimoji="1" sz="1000">
                <a:solidFill>
                  <a:srgbClr val="000000"/>
                </a:solidFill>
                <a:latin typeface="Tahoma" pitchFamily="34" charset="0"/>
              </a:defRPr>
            </a:lvl2pPr>
            <a:lvl3pPr marL="1143000" indent="-228600" eaLnBrk="0" hangingPunct="0">
              <a:defRPr kumimoji="1" sz="1000">
                <a:solidFill>
                  <a:srgbClr val="000000"/>
                </a:solidFill>
                <a:latin typeface="Tahoma" pitchFamily="34" charset="0"/>
              </a:defRPr>
            </a:lvl3pPr>
            <a:lvl4pPr marL="1600200" indent="-228600" eaLnBrk="0" hangingPunct="0">
              <a:defRPr kumimoji="1" sz="1000">
                <a:solidFill>
                  <a:srgbClr val="000000"/>
                </a:solidFill>
                <a:latin typeface="Tahoma" pitchFamily="34" charset="0"/>
              </a:defRPr>
            </a:lvl4pPr>
            <a:lvl5pPr marL="2057400" indent="-228600" eaLnBrk="0" hangingPunct="0">
              <a:defRPr kumimoji="1" sz="1000">
                <a:solidFill>
                  <a:srgbClr val="000000"/>
                </a:solidFill>
                <a:latin typeface="Tahoma" pitchFamily="34" charset="0"/>
              </a:defRPr>
            </a:lvl5pPr>
            <a:lvl6pPr marL="2514600" indent="-228600" eaLnBrk="0" fontAlgn="base" hangingPunct="0">
              <a:spcBef>
                <a:spcPct val="0"/>
              </a:spcBef>
              <a:spcAft>
                <a:spcPct val="0"/>
              </a:spcAft>
              <a:defRPr kumimoji="1" sz="1000">
                <a:solidFill>
                  <a:srgbClr val="000000"/>
                </a:solidFill>
                <a:latin typeface="Tahoma" pitchFamily="34" charset="0"/>
              </a:defRPr>
            </a:lvl6pPr>
            <a:lvl7pPr marL="2971800" indent="-228600" eaLnBrk="0" fontAlgn="base" hangingPunct="0">
              <a:spcBef>
                <a:spcPct val="0"/>
              </a:spcBef>
              <a:spcAft>
                <a:spcPct val="0"/>
              </a:spcAft>
              <a:defRPr kumimoji="1" sz="1000">
                <a:solidFill>
                  <a:srgbClr val="000000"/>
                </a:solidFill>
                <a:latin typeface="Tahoma" pitchFamily="34" charset="0"/>
              </a:defRPr>
            </a:lvl7pPr>
            <a:lvl8pPr marL="3429000" indent="-228600" eaLnBrk="0" fontAlgn="base" hangingPunct="0">
              <a:spcBef>
                <a:spcPct val="0"/>
              </a:spcBef>
              <a:spcAft>
                <a:spcPct val="0"/>
              </a:spcAft>
              <a:defRPr kumimoji="1" sz="1000">
                <a:solidFill>
                  <a:srgbClr val="000000"/>
                </a:solidFill>
                <a:latin typeface="Tahoma" pitchFamily="34" charset="0"/>
              </a:defRPr>
            </a:lvl8pPr>
            <a:lvl9pPr marL="3886200" indent="-228600" eaLnBrk="0" fontAlgn="base" hangingPunct="0">
              <a:spcBef>
                <a:spcPct val="0"/>
              </a:spcBef>
              <a:spcAft>
                <a:spcPct val="0"/>
              </a:spcAft>
              <a:defRPr kumimoji="1" sz="1000">
                <a:solidFill>
                  <a:srgbClr val="000000"/>
                </a:solidFill>
                <a:latin typeface="Tahoma" pitchFamily="34" charset="0"/>
              </a:defRPr>
            </a:lvl9pPr>
          </a:lstStyle>
          <a:p>
            <a:pPr eaLnBrk="1" hangingPunct="1">
              <a:defRPr/>
            </a:pPr>
            <a:endParaRPr lang="en-US" altLang="en-US"/>
          </a:p>
        </p:txBody>
      </p:sp>
      <p:sp>
        <p:nvSpPr>
          <p:cNvPr id="21" name="Titel 1"/>
          <p:cNvSpPr>
            <a:spLocks noGrp="1"/>
          </p:cNvSpPr>
          <p:nvPr>
            <p:ph type="ctrTitle"/>
          </p:nvPr>
        </p:nvSpPr>
        <p:spPr bwMode="gray">
          <a:xfrm>
            <a:off x="540000" y="3060000"/>
            <a:ext cx="8927909" cy="1440000"/>
          </a:xfrm>
        </p:spPr>
        <p:txBody>
          <a:bodyPr lIns="0"/>
          <a:lstStyle>
            <a:lvl1pPr algn="l">
              <a:lnSpc>
                <a:spcPct val="100000"/>
              </a:lnSpc>
              <a:defRPr sz="3600" cap="all" baseline="0">
                <a:solidFill>
                  <a:srgbClr val="005288"/>
                </a:solidFill>
                <a:latin typeface="Calibri" panose="020F0502020204030204" pitchFamily="34" charset="0"/>
                <a:cs typeface="Calibri" panose="020F0502020204030204" pitchFamily="34" charset="0"/>
              </a:defRPr>
            </a:lvl1pPr>
          </a:lstStyle>
          <a:p>
            <a:r>
              <a:rPr lang="en-US" dirty="0"/>
              <a:t>Click to edit Master title style</a:t>
            </a:r>
            <a:endParaRPr lang="de-DE" dirty="0"/>
          </a:p>
        </p:txBody>
      </p:sp>
      <p:sp>
        <p:nvSpPr>
          <p:cNvPr id="22" name="Text Placeholder 21"/>
          <p:cNvSpPr>
            <a:spLocks noGrp="1"/>
          </p:cNvSpPr>
          <p:nvPr>
            <p:ph type="body" sz="quarter" idx="10" hasCustomPrompt="1"/>
          </p:nvPr>
        </p:nvSpPr>
        <p:spPr>
          <a:xfrm>
            <a:off x="540000" y="4752000"/>
            <a:ext cx="8927909" cy="900000"/>
          </a:xfrm>
        </p:spPr>
        <p:txBody>
          <a:bodyPr/>
          <a:lstStyle>
            <a:lvl1pPr marL="0" indent="0">
              <a:buNone/>
              <a:defRPr sz="2800" b="0" i="0" cap="all" baseline="0">
                <a:solidFill>
                  <a:schemeClr val="bg1"/>
                </a:solidFill>
                <a:latin typeface="Calibri" panose="020F0502020204030204" pitchFamily="34" charset="0"/>
                <a:cs typeface="Calibri" panose="020F0502020204030204" pitchFamily="34" charset="0"/>
              </a:defRPr>
            </a:lvl1pPr>
            <a:lvl2pPr>
              <a:defRPr sz="2400">
                <a:latin typeface="+mj-lt"/>
              </a:defRPr>
            </a:lvl2pPr>
            <a:lvl3pPr>
              <a:defRPr>
                <a:latin typeface="+mj-lt"/>
              </a:defRPr>
            </a:lvl3pPr>
            <a:lvl4pPr>
              <a:defRPr>
                <a:latin typeface="+mj-lt"/>
              </a:defRPr>
            </a:lvl4pPr>
            <a:lvl5pPr>
              <a:defRPr>
                <a:latin typeface="+mj-lt"/>
              </a:defRPr>
            </a:lvl5pPr>
          </a:lstStyle>
          <a:p>
            <a:pPr lvl="0"/>
            <a:r>
              <a:rPr lang="en-US" dirty="0"/>
              <a:t>Click to add Subtitle</a:t>
            </a:r>
          </a:p>
        </p:txBody>
      </p:sp>
      <p:sp>
        <p:nvSpPr>
          <p:cNvPr id="25" name="Rectangle: Rounded Corners 24">
            <a:extLst>
              <a:ext uri="{FF2B5EF4-FFF2-40B4-BE49-F238E27FC236}">
                <a16:creationId xmlns:a16="http://schemas.microsoft.com/office/drawing/2014/main" id="{13722A89-215D-406C-A8FB-FCFF48A64FFF}"/>
              </a:ext>
            </a:extLst>
          </p:cNvPr>
          <p:cNvSpPr/>
          <p:nvPr userDrawn="1"/>
        </p:nvSpPr>
        <p:spPr bwMode="auto">
          <a:xfrm>
            <a:off x="10034494" y="3735294"/>
            <a:ext cx="914400" cy="914400"/>
          </a:xfrm>
          <a:prstGeom prst="round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1000" b="0" i="0" u="none" strike="noStrike" cap="none" normalizeH="0" baseline="0">
              <a:ln>
                <a:noFill/>
              </a:ln>
              <a:solidFill>
                <a:srgbClr val="000000"/>
              </a:solidFill>
              <a:effectLst/>
              <a:latin typeface="Tahoma" pitchFamily="34" charset="0"/>
            </a:endParaRPr>
          </a:p>
        </p:txBody>
      </p:sp>
      <p:sp>
        <p:nvSpPr>
          <p:cNvPr id="26" name="Rectangle: Rounded Corners 25">
            <a:extLst>
              <a:ext uri="{FF2B5EF4-FFF2-40B4-BE49-F238E27FC236}">
                <a16:creationId xmlns:a16="http://schemas.microsoft.com/office/drawing/2014/main" id="{9BE1BB4B-2B7F-447E-8627-633DB0706FFA}"/>
              </a:ext>
            </a:extLst>
          </p:cNvPr>
          <p:cNvSpPr/>
          <p:nvPr userDrawn="1"/>
        </p:nvSpPr>
        <p:spPr bwMode="auto">
          <a:xfrm>
            <a:off x="8767482" y="4434096"/>
            <a:ext cx="137459" cy="65904"/>
          </a:xfrm>
          <a:prstGeom prst="round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1000" b="0" i="0" u="none" strike="noStrike" cap="none" normalizeH="0" baseline="0">
              <a:ln>
                <a:noFill/>
              </a:ln>
              <a:solidFill>
                <a:srgbClr val="000000"/>
              </a:solidFill>
              <a:effectLst/>
              <a:latin typeface="Tahoma" pitchFamily="34" charset="0"/>
            </a:endParaRPr>
          </a:p>
        </p:txBody>
      </p:sp>
      <p:pic>
        <p:nvPicPr>
          <p:cNvPr id="10" name="Picture 9">
            <a:extLst>
              <a:ext uri="{FF2B5EF4-FFF2-40B4-BE49-F238E27FC236}">
                <a16:creationId xmlns:a16="http://schemas.microsoft.com/office/drawing/2014/main" id="{ADD318B6-D81E-4EE8-937A-CD72ECE8658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580000" y="0"/>
            <a:ext cx="4320000" cy="2522033"/>
          </a:xfrm>
          <a:prstGeom prst="rect">
            <a:avLst/>
          </a:prstGeom>
        </p:spPr>
      </p:pic>
    </p:spTree>
    <p:extLst>
      <p:ext uri="{BB962C8B-B14F-4D97-AF65-F5344CB8AC3E}">
        <p14:creationId xmlns:p14="http://schemas.microsoft.com/office/powerpoint/2010/main" val="2631768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b Chapter Slide">
    <p:spTree>
      <p:nvGrpSpPr>
        <p:cNvPr id="1" name=""/>
        <p:cNvGrpSpPr/>
        <p:nvPr/>
      </p:nvGrpSpPr>
      <p:grpSpPr>
        <a:xfrm>
          <a:off x="0" y="0"/>
          <a:ext cx="0" cy="0"/>
          <a:chOff x="0" y="0"/>
          <a:chExt cx="0" cy="0"/>
        </a:xfrm>
      </p:grpSpPr>
      <p:cxnSp>
        <p:nvCxnSpPr>
          <p:cNvPr id="4" name="Straight Connector 18"/>
          <p:cNvCxnSpPr>
            <a:cxnSpLocks noChangeShapeType="1"/>
          </p:cNvCxnSpPr>
          <p:nvPr userDrawn="1"/>
        </p:nvCxnSpPr>
        <p:spPr bwMode="auto">
          <a:xfrm>
            <a:off x="55563" y="920750"/>
            <a:ext cx="4135437" cy="14271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Lst>
        </p:spPr>
      </p:cxnSp>
      <p:sp>
        <p:nvSpPr>
          <p:cNvPr id="6" name="Rectangle 4"/>
          <p:cNvSpPr>
            <a:spLocks noGrp="1" noChangeArrowheads="1"/>
          </p:cNvSpPr>
          <p:nvPr>
            <p:ph type="dt" sz="half" idx="10"/>
          </p:nvPr>
        </p:nvSpPr>
        <p:spPr bwMode="gray"/>
        <p:txBody>
          <a:bodyPr/>
          <a:lstStyle>
            <a:lvl1pPr>
              <a:defRPr/>
            </a:lvl1pPr>
          </a:lstStyle>
          <a:p>
            <a:pPr>
              <a:defRPr/>
            </a:pPr>
            <a:fld id="{23491BA2-D909-4D02-98C3-806D289C0F82}" type="datetime1">
              <a:rPr lang="de-DE" smtClean="0"/>
              <a:t>11.03.2022</a:t>
            </a:fld>
            <a:endParaRPr lang="de-DE"/>
          </a:p>
        </p:txBody>
      </p:sp>
      <p:sp>
        <p:nvSpPr>
          <p:cNvPr id="7" name="Rectangle 5"/>
          <p:cNvSpPr>
            <a:spLocks noGrp="1" noChangeArrowheads="1"/>
          </p:cNvSpPr>
          <p:nvPr>
            <p:ph type="ftr" sz="quarter" idx="11"/>
          </p:nvPr>
        </p:nvSpPr>
        <p:spPr bwMode="gray"/>
        <p:txBody>
          <a:bodyPr/>
          <a:lstStyle>
            <a:lvl1pPr>
              <a:defRPr/>
            </a:lvl1pPr>
          </a:lstStyle>
          <a:p>
            <a:pPr>
              <a:defRPr/>
            </a:pPr>
            <a:endParaRPr lang="de-DE"/>
          </a:p>
        </p:txBody>
      </p:sp>
      <p:sp>
        <p:nvSpPr>
          <p:cNvPr id="8" name="Rectangle 6"/>
          <p:cNvSpPr>
            <a:spLocks noGrp="1" noChangeArrowheads="1"/>
          </p:cNvSpPr>
          <p:nvPr>
            <p:ph type="sldNum" sz="quarter" idx="12"/>
          </p:nvPr>
        </p:nvSpPr>
        <p:spPr bwMode="gray"/>
        <p:txBody>
          <a:bodyPr/>
          <a:lstStyle>
            <a:lvl1pPr>
              <a:defRPr/>
            </a:lvl1pPr>
          </a:lstStyle>
          <a:p>
            <a:pPr>
              <a:defRPr/>
            </a:pPr>
            <a:fld id="{273D8934-040D-484C-9FB1-48B1B4CA04EF}" type="slidenum">
              <a:rPr lang="de-DE"/>
              <a:pPr>
                <a:defRPr/>
              </a:pPr>
              <a:t>‹#›</a:t>
            </a:fld>
            <a:endParaRPr lang="de-DE"/>
          </a:p>
        </p:txBody>
      </p:sp>
      <p:sp>
        <p:nvSpPr>
          <p:cNvPr id="10" name="Rechteck 21">
            <a:extLst>
              <a:ext uri="{FF2B5EF4-FFF2-40B4-BE49-F238E27FC236}">
                <a16:creationId xmlns:a16="http://schemas.microsoft.com/office/drawing/2014/main" id="{4214F286-8D58-4CA6-BEDE-C6C02D720B6B}"/>
              </a:ext>
            </a:extLst>
          </p:cNvPr>
          <p:cNvSpPr>
            <a:spLocks noChangeArrowheads="1"/>
          </p:cNvSpPr>
          <p:nvPr userDrawn="1"/>
        </p:nvSpPr>
        <p:spPr bwMode="gray">
          <a:xfrm flipV="1">
            <a:off x="0" y="4757694"/>
            <a:ext cx="9540000" cy="1152000"/>
          </a:xfrm>
          <a:prstGeom prst="rect">
            <a:avLst/>
          </a:prstGeom>
          <a:gradFill>
            <a:gsLst>
              <a:gs pos="100000">
                <a:srgbClr val="005288">
                  <a:alpha val="75000"/>
                </a:srgbClr>
              </a:gs>
              <a:gs pos="0">
                <a:srgbClr val="005288"/>
              </a:gs>
            </a:gsLst>
            <a:lin ang="0" scaled="0"/>
          </a:gradFill>
          <a:ln w="9525" algn="ctr">
            <a:noFill/>
            <a:round/>
            <a:headEnd/>
            <a:tailEnd/>
          </a:ln>
        </p:spPr>
        <p:txBody>
          <a:bodyPr wrap="square" lIns="0" tIns="0" rIns="0" bIns="0">
            <a:spAutoFit/>
          </a:bodyPr>
          <a:lstStyle>
            <a:lvl1pPr eaLnBrk="0" hangingPunct="0">
              <a:defRPr kumimoji="1" sz="1000">
                <a:solidFill>
                  <a:srgbClr val="000000"/>
                </a:solidFill>
                <a:latin typeface="Tahoma" pitchFamily="34" charset="0"/>
              </a:defRPr>
            </a:lvl1pPr>
            <a:lvl2pPr marL="742950" indent="-285750" eaLnBrk="0" hangingPunct="0">
              <a:defRPr kumimoji="1" sz="1000">
                <a:solidFill>
                  <a:srgbClr val="000000"/>
                </a:solidFill>
                <a:latin typeface="Tahoma" pitchFamily="34" charset="0"/>
              </a:defRPr>
            </a:lvl2pPr>
            <a:lvl3pPr marL="1143000" indent="-228600" eaLnBrk="0" hangingPunct="0">
              <a:defRPr kumimoji="1" sz="1000">
                <a:solidFill>
                  <a:srgbClr val="000000"/>
                </a:solidFill>
                <a:latin typeface="Tahoma" pitchFamily="34" charset="0"/>
              </a:defRPr>
            </a:lvl3pPr>
            <a:lvl4pPr marL="1600200" indent="-228600" eaLnBrk="0" hangingPunct="0">
              <a:defRPr kumimoji="1" sz="1000">
                <a:solidFill>
                  <a:srgbClr val="000000"/>
                </a:solidFill>
                <a:latin typeface="Tahoma" pitchFamily="34" charset="0"/>
              </a:defRPr>
            </a:lvl4pPr>
            <a:lvl5pPr marL="2057400" indent="-228600" eaLnBrk="0" hangingPunct="0">
              <a:defRPr kumimoji="1" sz="1000">
                <a:solidFill>
                  <a:srgbClr val="000000"/>
                </a:solidFill>
                <a:latin typeface="Tahoma" pitchFamily="34" charset="0"/>
              </a:defRPr>
            </a:lvl5pPr>
            <a:lvl6pPr marL="2514600" indent="-228600" eaLnBrk="0" fontAlgn="base" hangingPunct="0">
              <a:spcBef>
                <a:spcPct val="0"/>
              </a:spcBef>
              <a:spcAft>
                <a:spcPct val="0"/>
              </a:spcAft>
              <a:defRPr kumimoji="1" sz="1000">
                <a:solidFill>
                  <a:srgbClr val="000000"/>
                </a:solidFill>
                <a:latin typeface="Tahoma" pitchFamily="34" charset="0"/>
              </a:defRPr>
            </a:lvl6pPr>
            <a:lvl7pPr marL="2971800" indent="-228600" eaLnBrk="0" fontAlgn="base" hangingPunct="0">
              <a:spcBef>
                <a:spcPct val="0"/>
              </a:spcBef>
              <a:spcAft>
                <a:spcPct val="0"/>
              </a:spcAft>
              <a:defRPr kumimoji="1" sz="1000">
                <a:solidFill>
                  <a:srgbClr val="000000"/>
                </a:solidFill>
                <a:latin typeface="Tahoma" pitchFamily="34" charset="0"/>
              </a:defRPr>
            </a:lvl7pPr>
            <a:lvl8pPr marL="3429000" indent="-228600" eaLnBrk="0" fontAlgn="base" hangingPunct="0">
              <a:spcBef>
                <a:spcPct val="0"/>
              </a:spcBef>
              <a:spcAft>
                <a:spcPct val="0"/>
              </a:spcAft>
              <a:defRPr kumimoji="1" sz="1000">
                <a:solidFill>
                  <a:srgbClr val="000000"/>
                </a:solidFill>
                <a:latin typeface="Tahoma" pitchFamily="34" charset="0"/>
              </a:defRPr>
            </a:lvl8pPr>
            <a:lvl9pPr marL="3886200" indent="-228600" eaLnBrk="0" fontAlgn="base" hangingPunct="0">
              <a:spcBef>
                <a:spcPct val="0"/>
              </a:spcBef>
              <a:spcAft>
                <a:spcPct val="0"/>
              </a:spcAft>
              <a:defRPr kumimoji="1" sz="1000">
                <a:solidFill>
                  <a:srgbClr val="000000"/>
                </a:solidFill>
                <a:latin typeface="Tahoma" pitchFamily="34" charset="0"/>
              </a:defRPr>
            </a:lvl9pPr>
          </a:lstStyle>
          <a:p>
            <a:pPr eaLnBrk="1" hangingPunct="1">
              <a:defRPr/>
            </a:pPr>
            <a:endParaRPr lang="en-US" altLang="en-US"/>
          </a:p>
        </p:txBody>
      </p:sp>
      <p:sp>
        <p:nvSpPr>
          <p:cNvPr id="11" name="Text Placeholder 21">
            <a:extLst>
              <a:ext uri="{FF2B5EF4-FFF2-40B4-BE49-F238E27FC236}">
                <a16:creationId xmlns:a16="http://schemas.microsoft.com/office/drawing/2014/main" id="{47ADF6A4-37E2-4473-B8A4-1A258463DEDE}"/>
              </a:ext>
            </a:extLst>
          </p:cNvPr>
          <p:cNvSpPr>
            <a:spLocks noGrp="1"/>
          </p:cNvSpPr>
          <p:nvPr>
            <p:ph type="body" sz="quarter" idx="13" hasCustomPrompt="1"/>
          </p:nvPr>
        </p:nvSpPr>
        <p:spPr>
          <a:xfrm>
            <a:off x="540000" y="4752000"/>
            <a:ext cx="9000000" cy="900000"/>
          </a:xfrm>
        </p:spPr>
        <p:txBody>
          <a:bodyPr/>
          <a:lstStyle>
            <a:lvl1pPr marL="0" indent="0">
              <a:buNone/>
              <a:defRPr sz="3200" b="0" i="0" cap="all" baseline="0">
                <a:solidFill>
                  <a:schemeClr val="bg1"/>
                </a:solidFill>
                <a:latin typeface="Calibri" panose="020F0502020204030204" pitchFamily="34" charset="0"/>
                <a:cs typeface="Calibri" panose="020F0502020204030204" pitchFamily="34" charset="0"/>
              </a:defRPr>
            </a:lvl1pPr>
            <a:lvl2pPr>
              <a:defRPr sz="2400">
                <a:latin typeface="+mj-lt"/>
              </a:defRPr>
            </a:lvl2pPr>
            <a:lvl3pPr>
              <a:defRPr>
                <a:latin typeface="+mj-lt"/>
              </a:defRPr>
            </a:lvl3pPr>
            <a:lvl4pPr>
              <a:defRPr>
                <a:latin typeface="+mj-lt"/>
              </a:defRPr>
            </a:lvl4pPr>
            <a:lvl5pPr>
              <a:defRPr>
                <a:latin typeface="+mj-lt"/>
              </a:defRPr>
            </a:lvl5pPr>
          </a:lstStyle>
          <a:p>
            <a:pPr lvl="0"/>
            <a:r>
              <a:rPr lang="en-US" dirty="0"/>
              <a:t>Click to add Subtitle</a:t>
            </a:r>
          </a:p>
        </p:txBody>
      </p:sp>
    </p:spTree>
    <p:extLst>
      <p:ext uri="{BB962C8B-B14F-4D97-AF65-F5344CB8AC3E}">
        <p14:creationId xmlns:p14="http://schemas.microsoft.com/office/powerpoint/2010/main" val="3615376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Bullet Points">
    <p:spTree>
      <p:nvGrpSpPr>
        <p:cNvPr id="1" name=""/>
        <p:cNvGrpSpPr/>
        <p:nvPr/>
      </p:nvGrpSpPr>
      <p:grpSpPr>
        <a:xfrm>
          <a:off x="0" y="0"/>
          <a:ext cx="0" cy="0"/>
          <a:chOff x="0" y="0"/>
          <a:chExt cx="0" cy="0"/>
        </a:xfrm>
      </p:grpSpPr>
      <p:sp>
        <p:nvSpPr>
          <p:cNvPr id="3" name="Inhaltsplatzhalter 2"/>
          <p:cNvSpPr>
            <a:spLocks noGrp="1"/>
          </p:cNvSpPr>
          <p:nvPr>
            <p:ph idx="1"/>
          </p:nvPr>
        </p:nvSpPr>
        <p:spPr bwMode="gray">
          <a:xfrm>
            <a:off x="450362" y="1342233"/>
            <a:ext cx="9003201" cy="4894416"/>
          </a:xfrm>
        </p:spPr>
        <p:txBody>
          <a:bodyPr lIns="0"/>
          <a:lstStyle>
            <a:lvl1pPr marL="266700" indent="-266700">
              <a:buClr>
                <a:srgbClr val="004F95"/>
              </a:buClr>
              <a:buSzPct val="120000"/>
              <a:defRPr/>
            </a:lvl1pPr>
            <a:lvl2pPr marL="630238" indent="-268288">
              <a:buClr>
                <a:srgbClr val="004F95"/>
              </a:buClr>
              <a:buSzPct val="120000"/>
              <a:buFont typeface="Arial" panose="020B0604020202020204" pitchFamily="34" charset="0"/>
              <a:buChar char="•"/>
              <a:defRPr/>
            </a:lvl2pPr>
            <a:lvl3pPr marL="896938" indent="-180975">
              <a:defRPr/>
            </a:lvl3pPr>
            <a:lvl4pPr marL="1165225" indent="-182563">
              <a:defRPr/>
            </a:lvl4pPr>
            <a:lvl5pPr marL="1346200" indent="-180975">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4" name="Rectangle 4"/>
          <p:cNvSpPr>
            <a:spLocks noGrp="1" noChangeArrowheads="1"/>
          </p:cNvSpPr>
          <p:nvPr>
            <p:ph type="dt" sz="half" idx="10"/>
          </p:nvPr>
        </p:nvSpPr>
        <p:spPr bwMode="gray"/>
        <p:txBody>
          <a:bodyPr/>
          <a:lstStyle>
            <a:lvl1pPr>
              <a:defRPr/>
            </a:lvl1pPr>
          </a:lstStyle>
          <a:p>
            <a:pPr>
              <a:defRPr/>
            </a:pPr>
            <a:fld id="{AE2D8C7A-B26C-456B-B072-779E71D9FB77}" type="datetime1">
              <a:rPr lang="de-DE" smtClean="0"/>
              <a:t>11.03.2022</a:t>
            </a:fld>
            <a:endParaRPr lang="de-DE"/>
          </a:p>
        </p:txBody>
      </p:sp>
      <p:sp>
        <p:nvSpPr>
          <p:cNvPr id="5" name="Rectangle 5"/>
          <p:cNvSpPr>
            <a:spLocks noGrp="1" noChangeArrowheads="1"/>
          </p:cNvSpPr>
          <p:nvPr>
            <p:ph type="ftr" sz="quarter" idx="11"/>
          </p:nvPr>
        </p:nvSpPr>
        <p:spPr bwMode="gray"/>
        <p:txBody>
          <a:bodyPr/>
          <a:lstStyle>
            <a:lvl1pPr>
              <a:defRPr/>
            </a:lvl1pPr>
          </a:lstStyle>
          <a:p>
            <a:pPr>
              <a:defRPr/>
            </a:pPr>
            <a:endParaRPr lang="de-DE"/>
          </a:p>
        </p:txBody>
      </p:sp>
      <p:sp>
        <p:nvSpPr>
          <p:cNvPr id="6" name="Rectangle 6"/>
          <p:cNvSpPr>
            <a:spLocks noGrp="1" noChangeArrowheads="1"/>
          </p:cNvSpPr>
          <p:nvPr>
            <p:ph type="sldNum" sz="quarter" idx="12"/>
          </p:nvPr>
        </p:nvSpPr>
        <p:spPr bwMode="gray"/>
        <p:txBody>
          <a:bodyPr/>
          <a:lstStyle>
            <a:lvl1pPr>
              <a:defRPr/>
            </a:lvl1pPr>
          </a:lstStyle>
          <a:p>
            <a:pPr>
              <a:defRPr/>
            </a:pPr>
            <a:fld id="{37D027DF-C0E3-4994-A075-E1CBABD834E8}" type="slidenum">
              <a:rPr lang="de-DE"/>
              <a:pPr>
                <a:defRPr/>
              </a:pPr>
              <a:t>‹#›</a:t>
            </a:fld>
            <a:endParaRPr lang="de-DE"/>
          </a:p>
        </p:txBody>
      </p:sp>
      <p:sp>
        <p:nvSpPr>
          <p:cNvPr id="7" name="Title 6"/>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32060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Numbered List">
    <p:spTree>
      <p:nvGrpSpPr>
        <p:cNvPr id="1" name=""/>
        <p:cNvGrpSpPr/>
        <p:nvPr/>
      </p:nvGrpSpPr>
      <p:grpSpPr>
        <a:xfrm>
          <a:off x="0" y="0"/>
          <a:ext cx="0" cy="0"/>
          <a:chOff x="0" y="0"/>
          <a:chExt cx="0" cy="0"/>
        </a:xfrm>
      </p:grpSpPr>
      <p:sp>
        <p:nvSpPr>
          <p:cNvPr id="6" name="Inhaltsplatzhalter 2"/>
          <p:cNvSpPr>
            <a:spLocks noGrp="1"/>
          </p:cNvSpPr>
          <p:nvPr>
            <p:ph idx="1"/>
          </p:nvPr>
        </p:nvSpPr>
        <p:spPr bwMode="gray">
          <a:xfrm>
            <a:off x="450362" y="1342233"/>
            <a:ext cx="9003201" cy="4894416"/>
          </a:xfrm>
        </p:spPr>
        <p:txBody>
          <a:bodyPr lIns="0"/>
          <a:lstStyle>
            <a:lvl1pPr marL="342900" indent="-342900">
              <a:buClr>
                <a:srgbClr val="005288"/>
              </a:buClr>
              <a:buFont typeface="+mj-lt"/>
              <a:buAutoNum type="arabicPeriod"/>
              <a:defRPr/>
            </a:lvl1pPr>
            <a:lvl2pPr marL="523875" indent="-342900">
              <a:buClr>
                <a:srgbClr val="005288"/>
              </a:buClr>
              <a:buFont typeface="+mj-lt"/>
              <a:buAutoNum type="arabicPeriod"/>
              <a:defRPr/>
            </a:lvl2pPr>
            <a:lvl3pPr marL="704850" indent="-342900">
              <a:buClr>
                <a:srgbClr val="F78E1E"/>
              </a:buClr>
              <a:buFont typeface="+mj-lt"/>
              <a:buAutoNum type="arabicPeriod"/>
              <a:defRPr/>
            </a:lvl3pPr>
            <a:lvl4pPr marL="885825" indent="-342900">
              <a:buFont typeface="+mj-lt"/>
              <a:buAutoNum type="arabicPeriod"/>
              <a:defRPr/>
            </a:lvl4pPr>
            <a:lvl5pPr marL="1057275" indent="-342900">
              <a:buFont typeface="+mj-lt"/>
              <a:buAutoNum type="alphaLcPeriod"/>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4" name="Rectangle 4"/>
          <p:cNvSpPr>
            <a:spLocks noGrp="1" noChangeArrowheads="1"/>
          </p:cNvSpPr>
          <p:nvPr>
            <p:ph type="dt" sz="half" idx="10"/>
          </p:nvPr>
        </p:nvSpPr>
        <p:spPr bwMode="gray"/>
        <p:txBody>
          <a:bodyPr/>
          <a:lstStyle>
            <a:lvl1pPr>
              <a:defRPr/>
            </a:lvl1pPr>
          </a:lstStyle>
          <a:p>
            <a:pPr>
              <a:defRPr/>
            </a:pPr>
            <a:fld id="{A1922BC9-5FD1-4D63-9E99-D2B3DDECB739}" type="datetime1">
              <a:rPr lang="de-DE" smtClean="0"/>
              <a:t>11.03.2022</a:t>
            </a:fld>
            <a:endParaRPr lang="de-DE"/>
          </a:p>
        </p:txBody>
      </p:sp>
      <p:sp>
        <p:nvSpPr>
          <p:cNvPr id="5" name="Rectangle 5"/>
          <p:cNvSpPr>
            <a:spLocks noGrp="1" noChangeArrowheads="1"/>
          </p:cNvSpPr>
          <p:nvPr>
            <p:ph type="ftr" sz="quarter" idx="11"/>
          </p:nvPr>
        </p:nvSpPr>
        <p:spPr bwMode="gray"/>
        <p:txBody>
          <a:bodyPr/>
          <a:lstStyle>
            <a:lvl1pPr>
              <a:defRPr/>
            </a:lvl1pPr>
          </a:lstStyle>
          <a:p>
            <a:pPr>
              <a:defRPr/>
            </a:pPr>
            <a:endParaRPr lang="de-DE"/>
          </a:p>
        </p:txBody>
      </p:sp>
      <p:sp>
        <p:nvSpPr>
          <p:cNvPr id="7" name="Rectangle 18"/>
          <p:cNvSpPr>
            <a:spLocks noGrp="1" noChangeArrowheads="1"/>
          </p:cNvSpPr>
          <p:nvPr>
            <p:ph type="sldNum" sz="quarter" idx="12"/>
          </p:nvPr>
        </p:nvSpPr>
        <p:spPr bwMode="gray"/>
        <p:txBody>
          <a:bodyPr/>
          <a:lstStyle>
            <a:lvl1pPr>
              <a:defRPr/>
            </a:lvl1pPr>
          </a:lstStyle>
          <a:p>
            <a:pPr>
              <a:defRPr/>
            </a:pPr>
            <a:fld id="{ADC6E63C-3053-4533-A086-E8ABEE224EC7}" type="slidenum">
              <a:rPr lang="de-DE"/>
              <a:pPr>
                <a:defRPr/>
              </a:pPr>
              <a:t>‹#›</a:t>
            </a:fld>
            <a:endParaRPr lang="de-DE"/>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15913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3" name="Tabellenplatzhalter 2"/>
          <p:cNvSpPr>
            <a:spLocks noGrp="1"/>
          </p:cNvSpPr>
          <p:nvPr>
            <p:ph type="tbl" idx="1"/>
          </p:nvPr>
        </p:nvSpPr>
        <p:spPr bwMode="gray">
          <a:xfrm>
            <a:off x="446087" y="1338263"/>
            <a:ext cx="9007475" cy="4899025"/>
          </a:xfrm>
        </p:spPr>
        <p:txBody>
          <a:bodyPr/>
          <a:lstStyle>
            <a:lvl1pPr marL="0" indent="0">
              <a:buClr>
                <a:srgbClr val="004F95"/>
              </a:buClr>
              <a:buSzPct val="120000"/>
              <a:buNone/>
              <a:defRPr/>
            </a:lvl1pPr>
          </a:lstStyle>
          <a:p>
            <a:pPr lvl="0"/>
            <a:r>
              <a:rPr lang="en-US" noProof="0"/>
              <a:t>Click icon to add table</a:t>
            </a:r>
            <a:endParaRPr lang="de-DE" noProof="0" dirty="0"/>
          </a:p>
        </p:txBody>
      </p:sp>
      <p:sp>
        <p:nvSpPr>
          <p:cNvPr id="4" name="Rectangle 4"/>
          <p:cNvSpPr>
            <a:spLocks noGrp="1" noChangeArrowheads="1"/>
          </p:cNvSpPr>
          <p:nvPr>
            <p:ph type="dt" sz="half" idx="10"/>
          </p:nvPr>
        </p:nvSpPr>
        <p:spPr bwMode="gray"/>
        <p:txBody>
          <a:bodyPr/>
          <a:lstStyle>
            <a:lvl1pPr>
              <a:defRPr/>
            </a:lvl1pPr>
          </a:lstStyle>
          <a:p>
            <a:pPr>
              <a:defRPr/>
            </a:pPr>
            <a:fld id="{9A865AE7-14DF-4074-BD92-E632E1D92C8E}" type="datetime1">
              <a:rPr lang="de-DE" smtClean="0"/>
              <a:t>11.03.2022</a:t>
            </a:fld>
            <a:endParaRPr lang="de-DE"/>
          </a:p>
        </p:txBody>
      </p:sp>
      <p:sp>
        <p:nvSpPr>
          <p:cNvPr id="5" name="Rectangle 5"/>
          <p:cNvSpPr>
            <a:spLocks noGrp="1" noChangeArrowheads="1"/>
          </p:cNvSpPr>
          <p:nvPr>
            <p:ph type="ftr" sz="quarter" idx="11"/>
          </p:nvPr>
        </p:nvSpPr>
        <p:spPr bwMode="gray"/>
        <p:txBody>
          <a:bodyPr/>
          <a:lstStyle>
            <a:lvl1pPr>
              <a:defRPr/>
            </a:lvl1pPr>
          </a:lstStyle>
          <a:p>
            <a:pPr>
              <a:defRPr/>
            </a:pPr>
            <a:endParaRPr lang="de-DE"/>
          </a:p>
        </p:txBody>
      </p:sp>
      <p:sp>
        <p:nvSpPr>
          <p:cNvPr id="6" name="Rectangle 6"/>
          <p:cNvSpPr>
            <a:spLocks noGrp="1" noChangeArrowheads="1"/>
          </p:cNvSpPr>
          <p:nvPr>
            <p:ph type="sldNum" sz="quarter" idx="12"/>
          </p:nvPr>
        </p:nvSpPr>
        <p:spPr bwMode="gray"/>
        <p:txBody>
          <a:bodyPr/>
          <a:lstStyle>
            <a:lvl1pPr>
              <a:defRPr/>
            </a:lvl1pPr>
          </a:lstStyle>
          <a:p>
            <a:pPr>
              <a:defRPr/>
            </a:pPr>
            <a:fld id="{61FBF3A1-1728-475A-982F-4541DD5F5A64}" type="slidenum">
              <a:rPr lang="de-DE"/>
              <a:pPr>
                <a:defRPr/>
              </a:pPr>
              <a:t>‹#›</a:t>
            </a:fld>
            <a:endParaRPr lang="de-DE"/>
          </a:p>
        </p:txBody>
      </p:sp>
      <p:sp>
        <p:nvSpPr>
          <p:cNvPr id="7" name="Title 6"/>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15042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ide By Side Without Headers">
    <p:spTree>
      <p:nvGrpSpPr>
        <p:cNvPr id="1" name=""/>
        <p:cNvGrpSpPr/>
        <p:nvPr/>
      </p:nvGrpSpPr>
      <p:grpSpPr>
        <a:xfrm>
          <a:off x="0" y="0"/>
          <a:ext cx="0" cy="0"/>
          <a:chOff x="0" y="0"/>
          <a:chExt cx="0" cy="0"/>
        </a:xfrm>
      </p:grpSpPr>
      <p:sp>
        <p:nvSpPr>
          <p:cNvPr id="3" name="Inhaltsplatzhalter 2"/>
          <p:cNvSpPr>
            <a:spLocks noGrp="1"/>
          </p:cNvSpPr>
          <p:nvPr>
            <p:ph sz="half" idx="1"/>
          </p:nvPr>
        </p:nvSpPr>
        <p:spPr bwMode="gray">
          <a:xfrm>
            <a:off x="446140" y="1338263"/>
            <a:ext cx="4330141" cy="4899025"/>
          </a:xfrm>
        </p:spPr>
        <p:txBody>
          <a:bodyPr lIns="0"/>
          <a:lstStyle>
            <a:lvl1pPr>
              <a:buClr>
                <a:srgbClr val="004F95"/>
              </a:buClr>
              <a:defRPr sz="1800"/>
            </a:lvl1pPr>
            <a:lvl2pPr>
              <a:buClr>
                <a:srgbClr val="004F95"/>
              </a:buClr>
              <a:defRPr sz="1600"/>
            </a:lvl2pPr>
            <a:lvl3pPr>
              <a:defRPr sz="1400"/>
            </a:lvl3pPr>
            <a:lvl4pPr>
              <a:defRPr sz="12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4" name="Inhaltsplatzhalter 3"/>
          <p:cNvSpPr>
            <a:spLocks noGrp="1"/>
          </p:cNvSpPr>
          <p:nvPr>
            <p:ph sz="half" idx="2"/>
          </p:nvPr>
        </p:nvSpPr>
        <p:spPr bwMode="gray">
          <a:xfrm>
            <a:off x="5097463" y="1338263"/>
            <a:ext cx="4356100" cy="4899025"/>
          </a:xfrm>
        </p:spPr>
        <p:txBody>
          <a:bodyPr lIns="0"/>
          <a:lstStyle>
            <a:lvl1pPr>
              <a:buClr>
                <a:srgbClr val="004F95"/>
              </a:buClr>
              <a:defRPr sz="1800"/>
            </a:lvl1pPr>
            <a:lvl2pPr>
              <a:buClr>
                <a:srgbClr val="004F95"/>
              </a:buClr>
              <a:defRPr sz="1600"/>
            </a:lvl2pPr>
            <a:lvl3pPr>
              <a:defRPr sz="1400"/>
            </a:lvl3pPr>
            <a:lvl4pPr>
              <a:defRPr sz="12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Rectangle 4"/>
          <p:cNvSpPr>
            <a:spLocks noGrp="1" noChangeArrowheads="1"/>
          </p:cNvSpPr>
          <p:nvPr>
            <p:ph type="dt" sz="half" idx="10"/>
          </p:nvPr>
        </p:nvSpPr>
        <p:spPr bwMode="gray"/>
        <p:txBody>
          <a:bodyPr/>
          <a:lstStyle>
            <a:lvl1pPr>
              <a:defRPr/>
            </a:lvl1pPr>
          </a:lstStyle>
          <a:p>
            <a:pPr>
              <a:defRPr/>
            </a:pPr>
            <a:fld id="{D638CFB5-2ECD-4AC8-BEDF-56F6F8033906}" type="datetime1">
              <a:rPr lang="de-DE" smtClean="0"/>
              <a:t>11.03.2022</a:t>
            </a:fld>
            <a:endParaRPr lang="de-DE"/>
          </a:p>
        </p:txBody>
      </p:sp>
      <p:sp>
        <p:nvSpPr>
          <p:cNvPr id="6" name="Rectangle 16"/>
          <p:cNvSpPr>
            <a:spLocks noGrp="1" noChangeArrowheads="1"/>
          </p:cNvSpPr>
          <p:nvPr>
            <p:ph type="ftr" sz="quarter" idx="11"/>
          </p:nvPr>
        </p:nvSpPr>
        <p:spPr bwMode="gray"/>
        <p:txBody>
          <a:bodyPr/>
          <a:lstStyle>
            <a:lvl1pPr>
              <a:defRPr/>
            </a:lvl1pPr>
          </a:lstStyle>
          <a:p>
            <a:pPr>
              <a:defRPr/>
            </a:pPr>
            <a:endParaRPr lang="de-DE"/>
          </a:p>
        </p:txBody>
      </p:sp>
      <p:sp>
        <p:nvSpPr>
          <p:cNvPr id="7" name="Rectangle 18"/>
          <p:cNvSpPr>
            <a:spLocks noGrp="1" noChangeArrowheads="1"/>
          </p:cNvSpPr>
          <p:nvPr>
            <p:ph type="sldNum" sz="quarter" idx="12"/>
          </p:nvPr>
        </p:nvSpPr>
        <p:spPr bwMode="gray"/>
        <p:txBody>
          <a:bodyPr/>
          <a:lstStyle>
            <a:lvl1pPr>
              <a:defRPr/>
            </a:lvl1pPr>
          </a:lstStyle>
          <a:p>
            <a:pPr>
              <a:defRPr/>
            </a:pPr>
            <a:fld id="{64328C9F-6CB3-457F-B372-355591681AE3}" type="slidenum">
              <a:rPr lang="de-DE"/>
              <a:pPr>
                <a:defRPr/>
              </a:pPr>
              <a:t>‹#›</a:t>
            </a:fld>
            <a:endParaRPr lang="de-DE"/>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01365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de By Side With Headers">
    <p:spTree>
      <p:nvGrpSpPr>
        <p:cNvPr id="1" name=""/>
        <p:cNvGrpSpPr/>
        <p:nvPr/>
      </p:nvGrpSpPr>
      <p:grpSpPr>
        <a:xfrm>
          <a:off x="0" y="0"/>
          <a:ext cx="0" cy="0"/>
          <a:chOff x="0" y="0"/>
          <a:chExt cx="0" cy="0"/>
        </a:xfrm>
      </p:grpSpPr>
      <p:sp>
        <p:nvSpPr>
          <p:cNvPr id="3" name="Textplatzhalter 2"/>
          <p:cNvSpPr>
            <a:spLocks noGrp="1"/>
          </p:cNvSpPr>
          <p:nvPr>
            <p:ph type="body" idx="1"/>
          </p:nvPr>
        </p:nvSpPr>
        <p:spPr bwMode="gray">
          <a:xfrm>
            <a:off x="446088" y="1338263"/>
            <a:ext cx="4376738" cy="639762"/>
          </a:xfrm>
        </p:spPr>
        <p:txBody>
          <a:bodyPr lIns="0"/>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Inhaltsplatzhalter 3"/>
          <p:cNvSpPr>
            <a:spLocks noGrp="1"/>
          </p:cNvSpPr>
          <p:nvPr>
            <p:ph sz="half" idx="2"/>
          </p:nvPr>
        </p:nvSpPr>
        <p:spPr bwMode="gray">
          <a:xfrm>
            <a:off x="446088" y="1978024"/>
            <a:ext cx="4364037" cy="4259263"/>
          </a:xfrm>
        </p:spPr>
        <p:txBody>
          <a:bodyPr lIns="0"/>
          <a:lstStyle>
            <a:lvl1pPr>
              <a:buClr>
                <a:srgbClr val="004F95"/>
              </a:buClr>
              <a:buSzPct val="120000"/>
              <a:buFont typeface="Arial" pitchFamily="34" charset="0"/>
              <a:buChar char="•"/>
              <a:defRPr sz="1800"/>
            </a:lvl1pPr>
            <a:lvl2pPr>
              <a:buClr>
                <a:srgbClr val="004F95"/>
              </a:buClr>
              <a:buSzPct val="120000"/>
              <a:buFont typeface="Arial" pitchFamily="34" charset="0"/>
              <a:buChar char="•"/>
              <a:defRPr sz="1600"/>
            </a:lvl2pPr>
            <a:lvl3pPr>
              <a:defRPr sz="1400"/>
            </a:lvl3pPr>
            <a:lvl4pPr>
              <a:defRPr sz="12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Textplatzhalter 4"/>
          <p:cNvSpPr>
            <a:spLocks noGrp="1"/>
          </p:cNvSpPr>
          <p:nvPr>
            <p:ph type="body" sz="quarter" idx="3"/>
          </p:nvPr>
        </p:nvSpPr>
        <p:spPr bwMode="gray">
          <a:xfrm>
            <a:off x="5097464" y="1338263"/>
            <a:ext cx="4378325" cy="639762"/>
          </a:xfrm>
        </p:spPr>
        <p:txBody>
          <a:bodyPr lIns="0"/>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Inhaltsplatzhalter 5"/>
          <p:cNvSpPr>
            <a:spLocks noGrp="1"/>
          </p:cNvSpPr>
          <p:nvPr>
            <p:ph sz="quarter" idx="4"/>
          </p:nvPr>
        </p:nvSpPr>
        <p:spPr bwMode="gray">
          <a:xfrm>
            <a:off x="5097464" y="1978024"/>
            <a:ext cx="4356100" cy="4259263"/>
          </a:xfrm>
        </p:spPr>
        <p:txBody>
          <a:bodyPr lIns="0"/>
          <a:lstStyle>
            <a:lvl1pPr>
              <a:buClr>
                <a:srgbClr val="004F95"/>
              </a:buClr>
              <a:buSzPct val="120000"/>
              <a:defRPr sz="1800"/>
            </a:lvl1pPr>
            <a:lvl2pPr>
              <a:buClr>
                <a:srgbClr val="004F95"/>
              </a:buClr>
              <a:buSzPct val="120000"/>
              <a:defRPr sz="1600"/>
            </a:lvl2pPr>
            <a:lvl3pPr>
              <a:defRPr sz="1400"/>
            </a:lvl3pPr>
            <a:lvl4pPr>
              <a:defRPr sz="12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7" name="Rectangle 4"/>
          <p:cNvSpPr>
            <a:spLocks noGrp="1" noChangeArrowheads="1"/>
          </p:cNvSpPr>
          <p:nvPr>
            <p:ph type="dt" sz="half" idx="10"/>
          </p:nvPr>
        </p:nvSpPr>
        <p:spPr bwMode="gray"/>
        <p:txBody>
          <a:bodyPr/>
          <a:lstStyle>
            <a:lvl1pPr>
              <a:defRPr/>
            </a:lvl1pPr>
          </a:lstStyle>
          <a:p>
            <a:pPr>
              <a:defRPr/>
            </a:pPr>
            <a:fld id="{CF7C2C23-7F46-47BB-874D-D63767E83593}" type="datetime1">
              <a:rPr lang="de-DE" smtClean="0"/>
              <a:t>11.03.2022</a:t>
            </a:fld>
            <a:endParaRPr lang="de-DE"/>
          </a:p>
        </p:txBody>
      </p:sp>
      <p:sp>
        <p:nvSpPr>
          <p:cNvPr id="8" name="Rectangle 5"/>
          <p:cNvSpPr>
            <a:spLocks noGrp="1" noChangeArrowheads="1"/>
          </p:cNvSpPr>
          <p:nvPr>
            <p:ph type="ftr" sz="quarter" idx="11"/>
          </p:nvPr>
        </p:nvSpPr>
        <p:spPr bwMode="gray"/>
        <p:txBody>
          <a:bodyPr/>
          <a:lstStyle>
            <a:lvl1pPr>
              <a:defRPr/>
            </a:lvl1pPr>
          </a:lstStyle>
          <a:p>
            <a:pPr>
              <a:defRPr/>
            </a:pPr>
            <a:endParaRPr lang="de-DE"/>
          </a:p>
        </p:txBody>
      </p:sp>
      <p:sp>
        <p:nvSpPr>
          <p:cNvPr id="9" name="Rectangle 6"/>
          <p:cNvSpPr>
            <a:spLocks noGrp="1" noChangeArrowheads="1"/>
          </p:cNvSpPr>
          <p:nvPr>
            <p:ph type="sldNum" sz="quarter" idx="12"/>
          </p:nvPr>
        </p:nvSpPr>
        <p:spPr bwMode="gray"/>
        <p:txBody>
          <a:bodyPr/>
          <a:lstStyle>
            <a:lvl1pPr>
              <a:defRPr/>
            </a:lvl1pPr>
          </a:lstStyle>
          <a:p>
            <a:pPr>
              <a:defRPr/>
            </a:pPr>
            <a:fld id="{959C8896-4FD9-46F3-9006-7D5E65D0C141}" type="slidenum">
              <a:rPr lang="de-DE"/>
              <a:pPr>
                <a:defRPr/>
              </a:pPr>
              <a:t>‹#›</a:t>
            </a:fld>
            <a:endParaRPr lang="de-DE"/>
          </a:p>
        </p:txBody>
      </p:sp>
      <p:sp>
        <p:nvSpPr>
          <p:cNvPr id="10" name="Title 9"/>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98044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4"/>
          <p:cNvSpPr>
            <a:spLocks noGrp="1" noChangeArrowheads="1"/>
          </p:cNvSpPr>
          <p:nvPr>
            <p:ph type="dt" sz="half" idx="10"/>
          </p:nvPr>
        </p:nvSpPr>
        <p:spPr bwMode="gray"/>
        <p:txBody>
          <a:bodyPr/>
          <a:lstStyle>
            <a:lvl1pPr>
              <a:defRPr/>
            </a:lvl1pPr>
          </a:lstStyle>
          <a:p>
            <a:pPr>
              <a:defRPr/>
            </a:pPr>
            <a:fld id="{3D27F369-FBEF-49CC-B1E1-DACBB679F237}" type="datetime1">
              <a:rPr lang="de-DE" smtClean="0"/>
              <a:t>11.03.2022</a:t>
            </a:fld>
            <a:endParaRPr lang="de-DE"/>
          </a:p>
        </p:txBody>
      </p:sp>
      <p:sp>
        <p:nvSpPr>
          <p:cNvPr id="4" name="Rectangle 5"/>
          <p:cNvSpPr>
            <a:spLocks noGrp="1" noChangeArrowheads="1"/>
          </p:cNvSpPr>
          <p:nvPr>
            <p:ph type="ftr" sz="quarter" idx="11"/>
          </p:nvPr>
        </p:nvSpPr>
        <p:spPr bwMode="gray"/>
        <p:txBody>
          <a:bodyPr/>
          <a:lstStyle>
            <a:lvl1pPr>
              <a:defRPr/>
            </a:lvl1pPr>
          </a:lstStyle>
          <a:p>
            <a:pPr>
              <a:defRPr/>
            </a:pPr>
            <a:endParaRPr lang="de-DE"/>
          </a:p>
        </p:txBody>
      </p:sp>
      <p:sp>
        <p:nvSpPr>
          <p:cNvPr id="6" name="Rectangle 6"/>
          <p:cNvSpPr>
            <a:spLocks noGrp="1" noChangeArrowheads="1"/>
          </p:cNvSpPr>
          <p:nvPr>
            <p:ph type="sldNum" sz="quarter" idx="12"/>
          </p:nvPr>
        </p:nvSpPr>
        <p:spPr bwMode="gray"/>
        <p:txBody>
          <a:bodyPr/>
          <a:lstStyle>
            <a:lvl1pPr>
              <a:defRPr/>
            </a:lvl1pPr>
          </a:lstStyle>
          <a:p>
            <a:pPr>
              <a:defRPr/>
            </a:pPr>
            <a:fld id="{37BFE7C7-054B-4348-AC34-3B43DFB81833}" type="slidenum">
              <a:rPr lang="de-DE"/>
              <a:pPr>
                <a:defRPr/>
              </a:pPr>
              <a:t>‹#›</a:t>
            </a:fld>
            <a:endParaRPr lang="de-DE"/>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516415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mpty Slide">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bwMode="gray"/>
        <p:txBody>
          <a:bodyPr/>
          <a:lstStyle>
            <a:lvl1pPr>
              <a:defRPr/>
            </a:lvl1pPr>
          </a:lstStyle>
          <a:p>
            <a:pPr>
              <a:defRPr/>
            </a:pPr>
            <a:fld id="{0E6F55F5-27DF-40F9-B791-2AFA778FBFA6}" type="datetime1">
              <a:rPr lang="de-DE" smtClean="0"/>
              <a:t>11.03.2022</a:t>
            </a:fld>
            <a:endParaRPr lang="de-DE"/>
          </a:p>
        </p:txBody>
      </p:sp>
      <p:sp>
        <p:nvSpPr>
          <p:cNvPr id="3" name="Rectangle 5"/>
          <p:cNvSpPr>
            <a:spLocks noGrp="1" noChangeArrowheads="1"/>
          </p:cNvSpPr>
          <p:nvPr>
            <p:ph type="ftr" sz="quarter" idx="11"/>
          </p:nvPr>
        </p:nvSpPr>
        <p:spPr bwMode="gray"/>
        <p:txBody>
          <a:bodyPr/>
          <a:lstStyle>
            <a:lvl1pPr>
              <a:defRPr/>
            </a:lvl1pPr>
          </a:lstStyle>
          <a:p>
            <a:pPr>
              <a:defRPr/>
            </a:pPr>
            <a:endParaRPr lang="de-DE"/>
          </a:p>
        </p:txBody>
      </p:sp>
      <p:sp>
        <p:nvSpPr>
          <p:cNvPr id="4" name="Rectangle 6"/>
          <p:cNvSpPr>
            <a:spLocks noGrp="1" noChangeArrowheads="1"/>
          </p:cNvSpPr>
          <p:nvPr>
            <p:ph type="sldNum" sz="quarter" idx="12"/>
          </p:nvPr>
        </p:nvSpPr>
        <p:spPr bwMode="gray"/>
        <p:txBody>
          <a:bodyPr/>
          <a:lstStyle>
            <a:lvl1pPr>
              <a:defRPr/>
            </a:lvl1pPr>
          </a:lstStyle>
          <a:p>
            <a:pPr>
              <a:defRPr/>
            </a:pPr>
            <a:fld id="{9937EF64-33A1-4399-A534-1E8FD49F42BC}" type="slidenum">
              <a:rPr lang="de-DE"/>
              <a:pPr>
                <a:defRPr/>
              </a:pPr>
              <a:t>‹#›</a:t>
            </a:fld>
            <a:endParaRPr lang="de-DE"/>
          </a:p>
        </p:txBody>
      </p:sp>
    </p:spTree>
    <p:extLst>
      <p:ext uri="{BB962C8B-B14F-4D97-AF65-F5344CB8AC3E}">
        <p14:creationId xmlns:p14="http://schemas.microsoft.com/office/powerpoint/2010/main" val="1957132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hank You Slide">
    <p:spTree>
      <p:nvGrpSpPr>
        <p:cNvPr id="1" name=""/>
        <p:cNvGrpSpPr/>
        <p:nvPr/>
      </p:nvGrpSpPr>
      <p:grpSpPr>
        <a:xfrm>
          <a:off x="0" y="0"/>
          <a:ext cx="0" cy="0"/>
          <a:chOff x="0" y="0"/>
          <a:chExt cx="0" cy="0"/>
        </a:xfrm>
      </p:grpSpPr>
      <p:pic>
        <p:nvPicPr>
          <p:cNvPr id="12" name="Picture 11" descr="A picture containing water, cup&#10;&#10;Description generated with very high confidence">
            <a:extLst>
              <a:ext uri="{FF2B5EF4-FFF2-40B4-BE49-F238E27FC236}">
                <a16:creationId xmlns:a16="http://schemas.microsoft.com/office/drawing/2014/main" id="{A01CF648-5B2A-4E38-A79D-FC1F28D719B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0000"/>
            <a:ext cx="9900000" cy="1204828"/>
          </a:xfrm>
          <a:prstGeom prst="rect">
            <a:avLst/>
          </a:prstGeom>
        </p:spPr>
      </p:pic>
      <p:sp>
        <p:nvSpPr>
          <p:cNvPr id="8" name="Rechteck 21">
            <a:extLst>
              <a:ext uri="{FF2B5EF4-FFF2-40B4-BE49-F238E27FC236}">
                <a16:creationId xmlns:a16="http://schemas.microsoft.com/office/drawing/2014/main" id="{C050EDE9-81B0-47C9-832F-EF2014DE1833}"/>
              </a:ext>
            </a:extLst>
          </p:cNvPr>
          <p:cNvSpPr>
            <a:spLocks noChangeAspect="1" noChangeArrowheads="1"/>
          </p:cNvSpPr>
          <p:nvPr userDrawn="1"/>
        </p:nvSpPr>
        <p:spPr bwMode="gray">
          <a:xfrm flipV="1">
            <a:off x="0" y="3958829"/>
            <a:ext cx="9900000" cy="1204560"/>
          </a:xfrm>
          <a:prstGeom prst="rect">
            <a:avLst/>
          </a:prstGeom>
          <a:gradFill>
            <a:gsLst>
              <a:gs pos="100000">
                <a:srgbClr val="005288">
                  <a:alpha val="25000"/>
                </a:srgbClr>
              </a:gs>
              <a:gs pos="0">
                <a:srgbClr val="005288">
                  <a:alpha val="95000"/>
                </a:srgbClr>
              </a:gs>
            </a:gsLst>
            <a:lin ang="0" scaled="0"/>
          </a:gradFill>
          <a:ln w="9525" algn="ctr">
            <a:noFill/>
            <a:round/>
            <a:headEnd/>
            <a:tailEnd/>
          </a:ln>
        </p:spPr>
        <p:txBody>
          <a:bodyPr wrap="square" lIns="0" tIns="0" rIns="0" bIns="0">
            <a:spAutoFit/>
          </a:bodyPr>
          <a:lstStyle>
            <a:lvl1pPr eaLnBrk="0" hangingPunct="0">
              <a:defRPr kumimoji="1" sz="1000">
                <a:solidFill>
                  <a:srgbClr val="000000"/>
                </a:solidFill>
                <a:latin typeface="Tahoma" pitchFamily="34" charset="0"/>
              </a:defRPr>
            </a:lvl1pPr>
            <a:lvl2pPr marL="742950" indent="-285750" eaLnBrk="0" hangingPunct="0">
              <a:defRPr kumimoji="1" sz="1000">
                <a:solidFill>
                  <a:srgbClr val="000000"/>
                </a:solidFill>
                <a:latin typeface="Tahoma" pitchFamily="34" charset="0"/>
              </a:defRPr>
            </a:lvl2pPr>
            <a:lvl3pPr marL="1143000" indent="-228600" eaLnBrk="0" hangingPunct="0">
              <a:defRPr kumimoji="1" sz="1000">
                <a:solidFill>
                  <a:srgbClr val="000000"/>
                </a:solidFill>
                <a:latin typeface="Tahoma" pitchFamily="34" charset="0"/>
              </a:defRPr>
            </a:lvl3pPr>
            <a:lvl4pPr marL="1600200" indent="-228600" eaLnBrk="0" hangingPunct="0">
              <a:defRPr kumimoji="1" sz="1000">
                <a:solidFill>
                  <a:srgbClr val="000000"/>
                </a:solidFill>
                <a:latin typeface="Tahoma" pitchFamily="34" charset="0"/>
              </a:defRPr>
            </a:lvl4pPr>
            <a:lvl5pPr marL="2057400" indent="-228600" eaLnBrk="0" hangingPunct="0">
              <a:defRPr kumimoji="1" sz="1000">
                <a:solidFill>
                  <a:srgbClr val="000000"/>
                </a:solidFill>
                <a:latin typeface="Tahoma" pitchFamily="34" charset="0"/>
              </a:defRPr>
            </a:lvl5pPr>
            <a:lvl6pPr marL="2514600" indent="-228600" eaLnBrk="0" fontAlgn="base" hangingPunct="0">
              <a:spcBef>
                <a:spcPct val="0"/>
              </a:spcBef>
              <a:spcAft>
                <a:spcPct val="0"/>
              </a:spcAft>
              <a:defRPr kumimoji="1" sz="1000">
                <a:solidFill>
                  <a:srgbClr val="000000"/>
                </a:solidFill>
                <a:latin typeface="Tahoma" pitchFamily="34" charset="0"/>
              </a:defRPr>
            </a:lvl6pPr>
            <a:lvl7pPr marL="2971800" indent="-228600" eaLnBrk="0" fontAlgn="base" hangingPunct="0">
              <a:spcBef>
                <a:spcPct val="0"/>
              </a:spcBef>
              <a:spcAft>
                <a:spcPct val="0"/>
              </a:spcAft>
              <a:defRPr kumimoji="1" sz="1000">
                <a:solidFill>
                  <a:srgbClr val="000000"/>
                </a:solidFill>
                <a:latin typeface="Tahoma" pitchFamily="34" charset="0"/>
              </a:defRPr>
            </a:lvl7pPr>
            <a:lvl8pPr marL="3429000" indent="-228600" eaLnBrk="0" fontAlgn="base" hangingPunct="0">
              <a:spcBef>
                <a:spcPct val="0"/>
              </a:spcBef>
              <a:spcAft>
                <a:spcPct val="0"/>
              </a:spcAft>
              <a:defRPr kumimoji="1" sz="1000">
                <a:solidFill>
                  <a:srgbClr val="000000"/>
                </a:solidFill>
                <a:latin typeface="Tahoma" pitchFamily="34" charset="0"/>
              </a:defRPr>
            </a:lvl8pPr>
            <a:lvl9pPr marL="3886200" indent="-228600" eaLnBrk="0" fontAlgn="base" hangingPunct="0">
              <a:spcBef>
                <a:spcPct val="0"/>
              </a:spcBef>
              <a:spcAft>
                <a:spcPct val="0"/>
              </a:spcAft>
              <a:defRPr kumimoji="1" sz="1000">
                <a:solidFill>
                  <a:srgbClr val="000000"/>
                </a:solidFill>
                <a:latin typeface="Tahoma" pitchFamily="34" charset="0"/>
              </a:defRPr>
            </a:lvl9pPr>
          </a:lstStyle>
          <a:p>
            <a:pPr eaLnBrk="1" hangingPunct="1">
              <a:defRPr/>
            </a:pPr>
            <a:endParaRPr lang="en-US" altLang="en-US" dirty="0"/>
          </a:p>
        </p:txBody>
      </p:sp>
      <p:sp>
        <p:nvSpPr>
          <p:cNvPr id="9" name="Text Placeholder 21">
            <a:extLst>
              <a:ext uri="{FF2B5EF4-FFF2-40B4-BE49-F238E27FC236}">
                <a16:creationId xmlns:a16="http://schemas.microsoft.com/office/drawing/2014/main" id="{7F5FB56F-F4EC-4393-800C-17C620A8F7C9}"/>
              </a:ext>
            </a:extLst>
          </p:cNvPr>
          <p:cNvSpPr>
            <a:spLocks noGrp="1"/>
          </p:cNvSpPr>
          <p:nvPr>
            <p:ph type="body" sz="quarter" idx="10" hasCustomPrompt="1"/>
          </p:nvPr>
        </p:nvSpPr>
        <p:spPr>
          <a:xfrm>
            <a:off x="540000" y="3959999"/>
            <a:ext cx="8820000" cy="1206000"/>
          </a:xfrm>
        </p:spPr>
        <p:txBody>
          <a:bodyPr anchor="ctr"/>
          <a:lstStyle>
            <a:lvl1pPr marL="0" indent="0" algn="ctr">
              <a:buNone/>
              <a:defRPr sz="5400" b="0" i="0" cap="all" baseline="0">
                <a:solidFill>
                  <a:schemeClr val="bg1"/>
                </a:solidFill>
                <a:latin typeface="Calibri" panose="020F0502020204030204" pitchFamily="34" charset="0"/>
                <a:cs typeface="Calibri" panose="020F0502020204030204" pitchFamily="34" charset="0"/>
              </a:defRPr>
            </a:lvl1pPr>
            <a:lvl2pPr>
              <a:defRPr sz="2400">
                <a:latin typeface="+mj-lt"/>
              </a:defRPr>
            </a:lvl2pPr>
            <a:lvl3pPr>
              <a:defRPr>
                <a:latin typeface="+mj-lt"/>
              </a:defRPr>
            </a:lvl3pPr>
            <a:lvl4pPr>
              <a:defRPr>
                <a:latin typeface="+mj-lt"/>
              </a:defRPr>
            </a:lvl4pPr>
            <a:lvl5pPr>
              <a:defRPr>
                <a:latin typeface="+mj-lt"/>
              </a:defRPr>
            </a:lvl5pPr>
          </a:lstStyle>
          <a:p>
            <a:pPr lvl="0"/>
            <a:r>
              <a:rPr lang="en-US" dirty="0"/>
              <a:t>THANK YOU!</a:t>
            </a:r>
          </a:p>
        </p:txBody>
      </p:sp>
      <p:pic>
        <p:nvPicPr>
          <p:cNvPr id="13" name="Picture 12" descr="A picture containing object&#10;&#10;Description generated with very high confidence">
            <a:extLst>
              <a:ext uri="{FF2B5EF4-FFF2-40B4-BE49-F238E27FC236}">
                <a16:creationId xmlns:a16="http://schemas.microsoft.com/office/drawing/2014/main" id="{E9992DC2-85D2-4D94-BD11-B56EE8112D27}"/>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50000" y="540000"/>
            <a:ext cx="5400000" cy="3150000"/>
          </a:xfrm>
          <a:prstGeom prst="rect">
            <a:avLst/>
          </a:prstGeom>
        </p:spPr>
      </p:pic>
    </p:spTree>
    <p:extLst>
      <p:ext uri="{BB962C8B-B14F-4D97-AF65-F5344CB8AC3E}">
        <p14:creationId xmlns:p14="http://schemas.microsoft.com/office/powerpoint/2010/main" val="890849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bwMode="auto">
          <a:xfrm>
            <a:off x="250825" y="98425"/>
            <a:ext cx="7031038"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0" bIns="45720" numCol="1" anchor="b" anchorCtr="0" compatLnSpc="1">
            <a:prstTxWarp prst="textNoShape">
              <a:avLst/>
            </a:prstTxWarp>
          </a:bodyPr>
          <a:lstStyle/>
          <a:p>
            <a:pPr lvl="0"/>
            <a:br>
              <a:rPr lang="de-DE" altLang="en-US" dirty="0"/>
            </a:br>
            <a:r>
              <a:rPr lang="de-DE" altLang="en-US" dirty="0"/>
              <a:t> Click to Edit</a:t>
            </a:r>
          </a:p>
        </p:txBody>
      </p:sp>
      <p:sp>
        <p:nvSpPr>
          <p:cNvPr id="1028" name="Rectangle 3"/>
          <p:cNvSpPr>
            <a:spLocks noGrp="1" noChangeArrowheads="1"/>
          </p:cNvSpPr>
          <p:nvPr>
            <p:ph type="body" idx="1"/>
          </p:nvPr>
        </p:nvSpPr>
        <p:spPr bwMode="auto">
          <a:xfrm>
            <a:off x="446088" y="1217613"/>
            <a:ext cx="8977312" cy="489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US" altLang="en-US" dirty="0"/>
              <a:t>Edit master text formats by clicking</a:t>
            </a:r>
            <a:endParaRPr lang="de-DE" altLang="en-US" dirty="0"/>
          </a:p>
          <a:p>
            <a:pPr lvl="1"/>
            <a:r>
              <a:rPr lang="de-DE" altLang="en-US" dirty="0"/>
              <a:t>Second level</a:t>
            </a:r>
          </a:p>
          <a:p>
            <a:pPr lvl="2"/>
            <a:r>
              <a:rPr lang="de-DE" altLang="en-US" dirty="0"/>
              <a:t>Third level</a:t>
            </a:r>
          </a:p>
          <a:p>
            <a:pPr lvl="3"/>
            <a:r>
              <a:rPr lang="de-DE" altLang="en-US" dirty="0"/>
              <a:t>Fourth level</a:t>
            </a:r>
          </a:p>
          <a:p>
            <a:pPr lvl="4"/>
            <a:r>
              <a:rPr lang="de-DE" altLang="en-US" dirty="0"/>
              <a:t>Fifth level</a:t>
            </a:r>
          </a:p>
        </p:txBody>
      </p:sp>
      <p:sp>
        <p:nvSpPr>
          <p:cNvPr id="2" name="Rectangle 4"/>
          <p:cNvSpPr>
            <a:spLocks noGrp="1" noChangeArrowheads="1"/>
          </p:cNvSpPr>
          <p:nvPr>
            <p:ph type="dt" sz="half" idx="2"/>
          </p:nvPr>
        </p:nvSpPr>
        <p:spPr bwMode="auto">
          <a:xfrm>
            <a:off x="8392025" y="6522558"/>
            <a:ext cx="1074381" cy="331788"/>
          </a:xfrm>
          <a:prstGeom prst="rect">
            <a:avLst/>
          </a:prstGeom>
          <a:noFill/>
          <a:ln w="9525">
            <a:noFill/>
            <a:miter lim="800000"/>
            <a:headEnd/>
            <a:tailEnd/>
          </a:ln>
          <a:effectLst/>
        </p:spPr>
        <p:txBody>
          <a:bodyPr vert="horz" wrap="square" lIns="0" tIns="45720" rIns="91440" bIns="45720" numCol="1" anchor="ctr" anchorCtr="0" compatLnSpc="1">
            <a:prstTxWarp prst="textNoShape">
              <a:avLst/>
            </a:prstTxWarp>
          </a:bodyPr>
          <a:lstStyle>
            <a:lvl1pPr algn="ctr" eaLnBrk="1" hangingPunct="1">
              <a:defRPr kumimoji="0" sz="1200" b="1">
                <a:solidFill>
                  <a:srgbClr val="005288"/>
                </a:solidFill>
                <a:latin typeface="Calibri" panose="020F0502020204030204" pitchFamily="34" charset="0"/>
                <a:cs typeface="Calibri" panose="020F0502020204030204" pitchFamily="34" charset="0"/>
              </a:defRPr>
            </a:lvl1pPr>
          </a:lstStyle>
          <a:p>
            <a:pPr>
              <a:defRPr/>
            </a:pPr>
            <a:fld id="{D38B6D38-12FF-40C7-A6FB-CB7D90EB00D1}" type="datetime1">
              <a:rPr lang="de-DE" smtClean="0"/>
              <a:t>11.03.2022</a:t>
            </a:fld>
            <a:endParaRPr lang="de-DE" dirty="0"/>
          </a:p>
        </p:txBody>
      </p:sp>
      <p:sp>
        <p:nvSpPr>
          <p:cNvPr id="3" name="Rectangle 5"/>
          <p:cNvSpPr>
            <a:spLocks noGrp="1" noChangeArrowheads="1"/>
          </p:cNvSpPr>
          <p:nvPr>
            <p:ph type="ftr" sz="quarter" idx="3"/>
          </p:nvPr>
        </p:nvSpPr>
        <p:spPr bwMode="auto">
          <a:xfrm>
            <a:off x="446088" y="6522558"/>
            <a:ext cx="6835775" cy="33178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eaLnBrk="1" hangingPunct="1">
              <a:defRPr kumimoji="0" sz="1200" b="1">
                <a:solidFill>
                  <a:srgbClr val="F78E1E"/>
                </a:solidFill>
                <a:latin typeface="Calibri" panose="020F0502020204030204" pitchFamily="34" charset="0"/>
                <a:cs typeface="Calibri" panose="020F0502020204030204" pitchFamily="34" charset="0"/>
              </a:defRPr>
            </a:lvl1pPr>
          </a:lstStyle>
          <a:p>
            <a:pPr>
              <a:defRPr/>
            </a:pPr>
            <a:endParaRPr lang="de-DE" dirty="0"/>
          </a:p>
        </p:txBody>
      </p:sp>
      <p:cxnSp>
        <p:nvCxnSpPr>
          <p:cNvPr id="1040" name="Gerade Verbindung 19"/>
          <p:cNvCxnSpPr>
            <a:cxnSpLocks noChangeShapeType="1"/>
          </p:cNvCxnSpPr>
          <p:nvPr userDrawn="1"/>
        </p:nvCxnSpPr>
        <p:spPr bwMode="auto">
          <a:xfrm>
            <a:off x="0" y="1008000"/>
            <a:ext cx="9900000" cy="0"/>
          </a:xfrm>
          <a:prstGeom prst="line">
            <a:avLst/>
          </a:prstGeom>
          <a:noFill/>
          <a:ln w="12700" algn="ctr">
            <a:solidFill>
              <a:srgbClr val="005288"/>
            </a:solidFill>
            <a:round/>
            <a:headEnd/>
            <a:tailEnd/>
          </a:ln>
          <a:extLst>
            <a:ext uri="{909E8E84-426E-40DD-AFC4-6F175D3DCCD1}">
              <a14:hiddenFill xmlns:a14="http://schemas.microsoft.com/office/drawing/2010/main">
                <a:noFill/>
              </a14:hiddenFill>
            </a:ext>
          </a:extLst>
        </p:spPr>
      </p:cxnSp>
      <p:sp>
        <p:nvSpPr>
          <p:cNvPr id="4" name="Rectangle 6"/>
          <p:cNvSpPr>
            <a:spLocks noGrp="1" noChangeArrowheads="1"/>
          </p:cNvSpPr>
          <p:nvPr>
            <p:ph type="sldNum" sz="quarter" idx="4"/>
          </p:nvPr>
        </p:nvSpPr>
        <p:spPr bwMode="auto">
          <a:xfrm>
            <a:off x="8570787" y="6522558"/>
            <a:ext cx="1264285" cy="327025"/>
          </a:xfrm>
          <a:prstGeom prst="rect">
            <a:avLst/>
          </a:prstGeom>
          <a:noFill/>
          <a:ln w="9525">
            <a:noFill/>
            <a:miter lim="800000"/>
            <a:headEnd/>
            <a:tailEnd/>
          </a:ln>
          <a:effectLst/>
        </p:spPr>
        <p:txBody>
          <a:bodyPr vert="horz" wrap="square" lIns="91440" tIns="45720" rIns="0" bIns="45720" numCol="1" anchor="ctr" anchorCtr="0" compatLnSpc="1">
            <a:prstTxWarp prst="textNoShape">
              <a:avLst/>
            </a:prstTxWarp>
          </a:bodyPr>
          <a:lstStyle>
            <a:lvl1pPr algn="r" eaLnBrk="1" hangingPunct="1">
              <a:defRPr kumimoji="0" sz="1400" b="1">
                <a:solidFill>
                  <a:srgbClr val="F78E1E"/>
                </a:solidFill>
                <a:latin typeface="Calibri" panose="020F0502020204030204" pitchFamily="34" charset="0"/>
                <a:cs typeface="Calibri" panose="020F0502020204030204" pitchFamily="34" charset="0"/>
              </a:defRPr>
            </a:lvl1pPr>
          </a:lstStyle>
          <a:p>
            <a:pPr>
              <a:defRPr/>
            </a:pPr>
            <a:fld id="{66CC2B10-E7C2-4753-B887-5EC35BDB0387}" type="slidenum">
              <a:rPr lang="de-DE" smtClean="0"/>
              <a:pPr>
                <a:defRPr/>
              </a:pPr>
              <a:t>‹#›</a:t>
            </a:fld>
            <a:endParaRPr lang="de-DE" dirty="0"/>
          </a:p>
        </p:txBody>
      </p:sp>
      <p:pic>
        <p:nvPicPr>
          <p:cNvPr id="6" name="Picture 5">
            <a:extLst>
              <a:ext uri="{FF2B5EF4-FFF2-40B4-BE49-F238E27FC236}">
                <a16:creationId xmlns:a16="http://schemas.microsoft.com/office/drawing/2014/main" id="{0FF0C2BE-063F-4EAE-BBE1-518BBECD7453}"/>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7858603" y="-3292"/>
            <a:ext cx="1732245" cy="1011292"/>
          </a:xfrm>
          <a:prstGeom prst="rect">
            <a:avLst/>
          </a:prstGeom>
        </p:spPr>
      </p:pic>
      <p:pic>
        <p:nvPicPr>
          <p:cNvPr id="10" name="Picture 9">
            <a:extLst>
              <a:ext uri="{FF2B5EF4-FFF2-40B4-BE49-F238E27FC236}">
                <a16:creationId xmlns:a16="http://schemas.microsoft.com/office/drawing/2014/main" id="{A8F2133F-DFBD-47C1-8B02-75C017103AC0}"/>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24326" y="6272599"/>
            <a:ext cx="9717866" cy="249958"/>
          </a:xfrm>
          <a:prstGeom prst="rect">
            <a:avLst/>
          </a:prstGeom>
        </p:spPr>
      </p:pic>
    </p:spTree>
  </p:cSld>
  <p:clrMap bg1="lt1" tx1="dk1" bg2="lt2" tx2="dk2" accent1="accent1" accent2="accent2" accent3="accent3" accent4="accent4" accent5="accent5" accent6="accent6" hlink="hlink" folHlink="folHlink"/>
  <p:sldLayoutIdLst>
    <p:sldLayoutId id="2147484679" r:id="rId1"/>
    <p:sldLayoutId id="2147484680" r:id="rId2"/>
    <p:sldLayoutId id="2147484681" r:id="rId3"/>
    <p:sldLayoutId id="2147484682" r:id="rId4"/>
    <p:sldLayoutId id="2147484687" r:id="rId5"/>
    <p:sldLayoutId id="2147484683" r:id="rId6"/>
    <p:sldLayoutId id="2147484684" r:id="rId7"/>
    <p:sldLayoutId id="2147484685" r:id="rId8"/>
    <p:sldLayoutId id="2147484686" r:id="rId9"/>
    <p:sldLayoutId id="2147484688" r:id="rId10"/>
  </p:sldLayoutIdLst>
  <p:hf hdr="0" ftr="0"/>
  <p:txStyles>
    <p:titleStyle>
      <a:lvl1pPr algn="l" rtl="0" eaLnBrk="1" fontAlgn="base" hangingPunct="1">
        <a:lnSpc>
          <a:spcPts val="2500"/>
        </a:lnSpc>
        <a:spcBef>
          <a:spcPct val="0"/>
        </a:spcBef>
        <a:spcAft>
          <a:spcPct val="0"/>
        </a:spcAft>
        <a:defRPr sz="3600" b="0">
          <a:solidFill>
            <a:srgbClr val="005288"/>
          </a:solidFill>
          <a:latin typeface="Calibri" panose="020F0502020204030204" pitchFamily="34" charset="0"/>
          <a:ea typeface="+mj-ea"/>
          <a:cs typeface="Calibri" panose="020F0502020204030204" pitchFamily="34" charset="0"/>
        </a:defRPr>
      </a:lvl1pPr>
      <a:lvl2pPr algn="l" rtl="0" eaLnBrk="1" fontAlgn="base" hangingPunct="1">
        <a:lnSpc>
          <a:spcPts val="2500"/>
        </a:lnSpc>
        <a:spcBef>
          <a:spcPct val="0"/>
        </a:spcBef>
        <a:spcAft>
          <a:spcPct val="0"/>
        </a:spcAft>
        <a:defRPr sz="2400" b="1">
          <a:solidFill>
            <a:srgbClr val="004F95"/>
          </a:solidFill>
          <a:latin typeface="Arial" charset="0"/>
        </a:defRPr>
      </a:lvl2pPr>
      <a:lvl3pPr algn="l" rtl="0" eaLnBrk="1" fontAlgn="base" hangingPunct="1">
        <a:lnSpc>
          <a:spcPts val="2500"/>
        </a:lnSpc>
        <a:spcBef>
          <a:spcPct val="0"/>
        </a:spcBef>
        <a:spcAft>
          <a:spcPct val="0"/>
        </a:spcAft>
        <a:defRPr sz="2400" b="1">
          <a:solidFill>
            <a:srgbClr val="004F95"/>
          </a:solidFill>
          <a:latin typeface="Arial" charset="0"/>
        </a:defRPr>
      </a:lvl3pPr>
      <a:lvl4pPr algn="l" rtl="0" eaLnBrk="1" fontAlgn="base" hangingPunct="1">
        <a:lnSpc>
          <a:spcPts val="2500"/>
        </a:lnSpc>
        <a:spcBef>
          <a:spcPct val="0"/>
        </a:spcBef>
        <a:spcAft>
          <a:spcPct val="0"/>
        </a:spcAft>
        <a:defRPr sz="2400" b="1">
          <a:solidFill>
            <a:srgbClr val="004F95"/>
          </a:solidFill>
          <a:latin typeface="Arial" charset="0"/>
        </a:defRPr>
      </a:lvl4pPr>
      <a:lvl5pPr algn="l" rtl="0" eaLnBrk="1" fontAlgn="base" hangingPunct="1">
        <a:lnSpc>
          <a:spcPts val="2500"/>
        </a:lnSpc>
        <a:spcBef>
          <a:spcPct val="0"/>
        </a:spcBef>
        <a:spcAft>
          <a:spcPct val="0"/>
        </a:spcAft>
        <a:defRPr sz="2400" b="1">
          <a:solidFill>
            <a:srgbClr val="004F95"/>
          </a:solidFill>
          <a:latin typeface="Arial" charset="0"/>
        </a:defRPr>
      </a:lvl5pPr>
      <a:lvl6pPr marL="457200" algn="r" rtl="0" eaLnBrk="1" fontAlgn="base" hangingPunct="1">
        <a:spcBef>
          <a:spcPct val="0"/>
        </a:spcBef>
        <a:spcAft>
          <a:spcPct val="0"/>
        </a:spcAft>
        <a:defRPr sz="2800" b="1">
          <a:solidFill>
            <a:schemeClr val="tx1"/>
          </a:solidFill>
          <a:latin typeface="Arial" charset="0"/>
        </a:defRPr>
      </a:lvl6pPr>
      <a:lvl7pPr marL="914400" algn="r" rtl="0" eaLnBrk="1" fontAlgn="base" hangingPunct="1">
        <a:spcBef>
          <a:spcPct val="0"/>
        </a:spcBef>
        <a:spcAft>
          <a:spcPct val="0"/>
        </a:spcAft>
        <a:defRPr sz="2800" b="1">
          <a:solidFill>
            <a:schemeClr val="tx1"/>
          </a:solidFill>
          <a:latin typeface="Arial" charset="0"/>
        </a:defRPr>
      </a:lvl7pPr>
      <a:lvl8pPr marL="1371600" algn="r" rtl="0" eaLnBrk="1" fontAlgn="base" hangingPunct="1">
        <a:spcBef>
          <a:spcPct val="0"/>
        </a:spcBef>
        <a:spcAft>
          <a:spcPct val="0"/>
        </a:spcAft>
        <a:defRPr sz="2800" b="1">
          <a:solidFill>
            <a:schemeClr val="tx1"/>
          </a:solidFill>
          <a:latin typeface="Arial" charset="0"/>
        </a:defRPr>
      </a:lvl8pPr>
      <a:lvl9pPr marL="1828800" algn="r" rtl="0" eaLnBrk="1" fontAlgn="base" hangingPunct="1">
        <a:spcBef>
          <a:spcPct val="0"/>
        </a:spcBef>
        <a:spcAft>
          <a:spcPct val="0"/>
        </a:spcAft>
        <a:defRPr sz="2800" b="1">
          <a:solidFill>
            <a:schemeClr val="tx1"/>
          </a:solidFill>
          <a:latin typeface="Arial" charset="0"/>
        </a:defRPr>
      </a:lvl9pPr>
    </p:titleStyle>
    <p:bodyStyle>
      <a:lvl1pPr marL="342900" indent="-342900" algn="l" rtl="0" eaLnBrk="1" fontAlgn="base" hangingPunct="1">
        <a:spcBef>
          <a:spcPct val="20000"/>
        </a:spcBef>
        <a:spcAft>
          <a:spcPct val="0"/>
        </a:spcAft>
        <a:buClr>
          <a:srgbClr val="004F95"/>
        </a:buClr>
        <a:buFont typeface="Wingdings" panose="05000000000000000000" pitchFamily="2" charset="2"/>
        <a:buChar char="§"/>
        <a:defRPr sz="2400">
          <a:solidFill>
            <a:schemeClr val="tx1"/>
          </a:solidFill>
          <a:latin typeface="Calibri" panose="020F0502020204030204" pitchFamily="34" charset="0"/>
          <a:ea typeface="+mn-ea"/>
          <a:cs typeface="Calibri" panose="020F0502020204030204" pitchFamily="34" charset="0"/>
        </a:defRPr>
      </a:lvl1pPr>
      <a:lvl2pPr marL="466725" indent="-285750" algn="l" rtl="0" eaLnBrk="1" fontAlgn="base" hangingPunct="1">
        <a:spcBef>
          <a:spcPct val="20000"/>
        </a:spcBef>
        <a:spcAft>
          <a:spcPct val="0"/>
        </a:spcAft>
        <a:buClr>
          <a:srgbClr val="F78E1E"/>
        </a:buClr>
        <a:buFont typeface="Wingdings" panose="05000000000000000000" pitchFamily="2" charset="2"/>
        <a:buChar char="§"/>
        <a:defRPr sz="2400">
          <a:solidFill>
            <a:schemeClr val="tx1"/>
          </a:solidFill>
          <a:latin typeface="Calibri" panose="020F0502020204030204" pitchFamily="34" charset="0"/>
          <a:cs typeface="Calibri" panose="020F0502020204030204" pitchFamily="34" charset="0"/>
        </a:defRPr>
      </a:lvl2pPr>
      <a:lvl3pPr marL="647700" indent="-285750" algn="l" rtl="0" eaLnBrk="1" fontAlgn="base" hangingPunct="1">
        <a:spcBef>
          <a:spcPct val="20000"/>
        </a:spcBef>
        <a:spcAft>
          <a:spcPct val="0"/>
        </a:spcAft>
        <a:buClr>
          <a:schemeClr val="bg1">
            <a:lumMod val="50000"/>
          </a:schemeClr>
        </a:buClr>
        <a:buFont typeface="Wingdings" panose="05000000000000000000" pitchFamily="2" charset="2"/>
        <a:buChar char="§"/>
        <a:defRPr sz="2000">
          <a:solidFill>
            <a:schemeClr val="tx1"/>
          </a:solidFill>
          <a:latin typeface="Calibri" panose="020F0502020204030204" pitchFamily="34" charset="0"/>
          <a:cs typeface="Calibri" panose="020F0502020204030204" pitchFamily="34" charset="0"/>
        </a:defRPr>
      </a:lvl3pPr>
      <a:lvl4pPr marL="828675" indent="-285750" algn="l" rtl="0" eaLnBrk="1" fontAlgn="base" hangingPunct="1">
        <a:spcBef>
          <a:spcPct val="20000"/>
        </a:spcBef>
        <a:spcAft>
          <a:spcPct val="0"/>
        </a:spcAft>
        <a:buClr>
          <a:schemeClr val="bg1">
            <a:lumMod val="50000"/>
          </a:schemeClr>
        </a:buClr>
        <a:buFont typeface="Calibri Light" panose="020F0302020204030204" pitchFamily="34" charset="0"/>
        <a:buChar char="-"/>
        <a:defRPr sz="2000">
          <a:solidFill>
            <a:schemeClr val="tx1"/>
          </a:solidFill>
          <a:latin typeface="Calibri" panose="020F0502020204030204" pitchFamily="34" charset="0"/>
          <a:cs typeface="Calibri" panose="020F0502020204030204" pitchFamily="34" charset="0"/>
        </a:defRPr>
      </a:lvl4pPr>
      <a:lvl5pPr marL="1000125" indent="-285750" algn="l" rtl="0" eaLnBrk="1" fontAlgn="base" hangingPunct="1">
        <a:spcBef>
          <a:spcPct val="20000"/>
        </a:spcBef>
        <a:spcAft>
          <a:spcPct val="0"/>
        </a:spcAft>
        <a:buClr>
          <a:schemeClr val="bg1">
            <a:lumMod val="50000"/>
          </a:schemeClr>
        </a:buClr>
        <a:buFont typeface="Calibri Light" panose="020F0302020204030204" pitchFamily="34" charset="0"/>
        <a:buChar char="-"/>
        <a:defRPr sz="2000">
          <a:solidFill>
            <a:schemeClr val="tx1"/>
          </a:solidFill>
          <a:latin typeface="Calibri" panose="020F0502020204030204" pitchFamily="34" charset="0"/>
          <a:cs typeface="Calibri" panose="020F0502020204030204"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image" Target="../media/image7.png"/><Relationship Id="rId1" Type="http://schemas.openxmlformats.org/officeDocument/2006/relationships/slideLayout" Target="../slideLayouts/slideLayout9.xml"/><Relationship Id="rId4" Type="http://schemas.openxmlformats.org/officeDocument/2006/relationships/slide" Target="slide9.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p:cNvSpPr>
            <a:spLocks noGrp="1"/>
          </p:cNvSpPr>
          <p:nvPr>
            <p:ph type="ctrTitle"/>
          </p:nvPr>
        </p:nvSpPr>
        <p:spPr/>
        <p:txBody>
          <a:bodyPr/>
          <a:lstStyle/>
          <a:p>
            <a:r>
              <a:rPr lang="en-US" dirty="0">
                <a:latin typeface="Geogrotesque Rg" panose="02000000000000000000" pitchFamily="50" charset="0"/>
              </a:rPr>
              <a:t>PCES Broker</a:t>
            </a:r>
          </a:p>
        </p:txBody>
      </p:sp>
      <p:sp>
        <p:nvSpPr>
          <p:cNvPr id="10" name="Text Placeholder 9"/>
          <p:cNvSpPr>
            <a:spLocks noGrp="1"/>
          </p:cNvSpPr>
          <p:nvPr>
            <p:ph type="body" sz="quarter" idx="10"/>
          </p:nvPr>
        </p:nvSpPr>
        <p:spPr/>
        <p:txBody>
          <a:bodyPr/>
          <a:lstStyle/>
          <a:p>
            <a:r>
              <a:rPr lang="en-US" dirty="0">
                <a:latin typeface="Geogrotesque Rg" panose="02000000000000000000" pitchFamily="50" charset="0"/>
              </a:rPr>
              <a:t>NAIROBI, MARCH</a:t>
            </a: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3BB9D6-0232-4855-BD13-EE1D03499C7F}"/>
              </a:ext>
            </a:extLst>
          </p:cNvPr>
          <p:cNvSpPr>
            <a:spLocks noGrp="1"/>
          </p:cNvSpPr>
          <p:nvPr>
            <p:ph type="dt" sz="half" idx="10"/>
          </p:nvPr>
        </p:nvSpPr>
        <p:spPr/>
        <p:txBody>
          <a:bodyPr/>
          <a:lstStyle/>
          <a:p>
            <a:pPr>
              <a:defRPr/>
            </a:pPr>
            <a:fld id="{23491BA2-D909-4D02-98C3-806D289C0F82}" type="datetime1">
              <a:rPr lang="de-DE" smtClean="0"/>
              <a:t>11.03.2022</a:t>
            </a:fld>
            <a:endParaRPr lang="de-DE"/>
          </a:p>
        </p:txBody>
      </p:sp>
      <p:sp>
        <p:nvSpPr>
          <p:cNvPr id="3" name="Slide Number Placeholder 2">
            <a:extLst>
              <a:ext uri="{FF2B5EF4-FFF2-40B4-BE49-F238E27FC236}">
                <a16:creationId xmlns:a16="http://schemas.microsoft.com/office/drawing/2014/main" id="{22C46535-205F-4851-8086-2A43CD027E4A}"/>
              </a:ext>
            </a:extLst>
          </p:cNvPr>
          <p:cNvSpPr>
            <a:spLocks noGrp="1"/>
          </p:cNvSpPr>
          <p:nvPr>
            <p:ph type="sldNum" sz="quarter" idx="12"/>
          </p:nvPr>
        </p:nvSpPr>
        <p:spPr/>
        <p:txBody>
          <a:bodyPr/>
          <a:lstStyle/>
          <a:p>
            <a:pPr>
              <a:defRPr/>
            </a:pPr>
            <a:fld id="{273D8934-040D-484C-9FB1-48B1B4CA04EF}" type="slidenum">
              <a:rPr lang="de-DE" smtClean="0"/>
              <a:pPr>
                <a:defRPr/>
              </a:pPr>
              <a:t>2</a:t>
            </a:fld>
            <a:endParaRPr lang="de-DE"/>
          </a:p>
        </p:txBody>
      </p:sp>
      <p:sp>
        <p:nvSpPr>
          <p:cNvPr id="4" name="Text Placeholder 3">
            <a:extLst>
              <a:ext uri="{FF2B5EF4-FFF2-40B4-BE49-F238E27FC236}">
                <a16:creationId xmlns:a16="http://schemas.microsoft.com/office/drawing/2014/main" id="{EF6F1EC0-466E-496C-93D5-3E373F2787EC}"/>
              </a:ext>
            </a:extLst>
          </p:cNvPr>
          <p:cNvSpPr>
            <a:spLocks noGrp="1"/>
          </p:cNvSpPr>
          <p:nvPr>
            <p:ph type="body" sz="quarter" idx="13"/>
          </p:nvPr>
        </p:nvSpPr>
        <p:spPr/>
        <p:txBody>
          <a:bodyPr>
            <a:normAutofit fontScale="92500" lnSpcReduction="20000"/>
          </a:bodyPr>
          <a:lstStyle/>
          <a:p>
            <a:r>
              <a:rPr lang="en-US" dirty="0"/>
              <a:t>PCES principles and goals for system architecture and design</a:t>
            </a:r>
          </a:p>
        </p:txBody>
      </p:sp>
      <p:sp>
        <p:nvSpPr>
          <p:cNvPr id="10" name="TextBox 9">
            <a:extLst>
              <a:ext uri="{FF2B5EF4-FFF2-40B4-BE49-F238E27FC236}">
                <a16:creationId xmlns:a16="http://schemas.microsoft.com/office/drawing/2014/main" id="{AE6E8121-ECC4-4E05-8CD9-FCEFCEC44F76}"/>
              </a:ext>
            </a:extLst>
          </p:cNvPr>
          <p:cNvSpPr txBox="1"/>
          <p:nvPr/>
        </p:nvSpPr>
        <p:spPr>
          <a:xfrm>
            <a:off x="35464" y="1206000"/>
            <a:ext cx="9835072" cy="3042821"/>
          </a:xfrm>
          <a:prstGeom prst="rect">
            <a:avLst/>
          </a:prstGeom>
          <a:noFill/>
        </p:spPr>
        <p:txBody>
          <a:bodyPr wrap="square" rtlCol="0">
            <a:spAutoFit/>
          </a:bodyPr>
          <a:lstStyle/>
          <a:p>
            <a:pPr marL="800100" marR="0" lvl="1" indent="-342900">
              <a:lnSpc>
                <a:spcPct val="107000"/>
              </a:lnSpc>
              <a:spcBef>
                <a:spcPts val="0"/>
              </a:spcBef>
              <a:spcAft>
                <a:spcPts val="0"/>
              </a:spcAft>
              <a:buFont typeface="Arial" panose="020B0604020202020204" pitchFamily="34" charset="0"/>
              <a:buChar char="•"/>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Flexible and agile system to be able to answer of fast-moving businesses needs and requests</a:t>
            </a:r>
          </a:p>
          <a:p>
            <a:pPr marL="800100" marR="0" lvl="1" indent="-342900">
              <a:lnSpc>
                <a:spcPct val="107000"/>
              </a:lnSpc>
              <a:spcBef>
                <a:spcPts val="0"/>
              </a:spcBef>
              <a:spcAft>
                <a:spcPts val="0"/>
              </a:spcAft>
              <a:buFont typeface="Arial" panose="020B0604020202020204" pitchFamily="34" charset="0"/>
              <a:buChar char="•"/>
            </a:pP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800100" marR="0" lvl="1" indent="-342900">
              <a:lnSpc>
                <a:spcPct val="107000"/>
              </a:lnSpc>
              <a:spcBef>
                <a:spcPts val="0"/>
              </a:spcBef>
              <a:spcAft>
                <a:spcPts val="0"/>
              </a:spcAft>
              <a:buFont typeface="Arial" panose="020B0604020202020204" pitchFamily="34" charset="0"/>
              <a:buChar char="•"/>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Architecture which can be implemented and connected to different external systems, for example, more than one CBS, or more than one card processor, etc.…</a:t>
            </a:r>
          </a:p>
          <a:p>
            <a:pPr marR="0" lvl="1">
              <a:lnSpc>
                <a:spcPct val="107000"/>
              </a:lnSpc>
              <a:spcBef>
                <a:spcPts val="0"/>
              </a:spcBef>
              <a:spcAft>
                <a:spcPts val="0"/>
              </a:spcAft>
            </a:pP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800100" marR="0" lvl="1" indent="-342900">
              <a:lnSpc>
                <a:spcPct val="107000"/>
              </a:lnSpc>
              <a:spcBef>
                <a:spcPts val="0"/>
              </a:spcBef>
              <a:spcAft>
                <a:spcPts val="0"/>
              </a:spcAft>
              <a:buFont typeface="Arial" panose="020B0604020202020204" pitchFamily="34" charset="0"/>
              <a:buChar char="•"/>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To wrap around all existing legacy systems like CBS, Card processors, telcos, etc.… and to start building new products and functionalities on top of them</a:t>
            </a:r>
          </a:p>
          <a:p>
            <a:pPr marL="800100" marR="0" lvl="1" indent="-342900">
              <a:lnSpc>
                <a:spcPct val="107000"/>
              </a:lnSpc>
              <a:spcBef>
                <a:spcPts val="0"/>
              </a:spcBef>
              <a:spcAft>
                <a:spcPts val="0"/>
              </a:spcAft>
              <a:buFont typeface="Arial" panose="020B0604020202020204" pitchFamily="34" charset="0"/>
              <a:buChar char="•"/>
            </a:pP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800100" marR="0" lvl="1" indent="-342900">
              <a:lnSpc>
                <a:spcPct val="107000"/>
              </a:lnSpc>
              <a:spcBef>
                <a:spcPts val="0"/>
              </a:spcBef>
              <a:spcAft>
                <a:spcPts val="0"/>
              </a:spcAft>
              <a:buFont typeface="Arial" panose="020B0604020202020204" pitchFamily="34" charset="0"/>
              <a:buChar char="•"/>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Modular applications with independent functionalities which can be installed separate as individual application or together as integrated system</a:t>
            </a:r>
          </a:p>
        </p:txBody>
      </p:sp>
    </p:spTree>
    <p:extLst>
      <p:ext uri="{BB962C8B-B14F-4D97-AF65-F5344CB8AC3E}">
        <p14:creationId xmlns:p14="http://schemas.microsoft.com/office/powerpoint/2010/main" val="355247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3BB9D6-0232-4855-BD13-EE1D03499C7F}"/>
              </a:ext>
            </a:extLst>
          </p:cNvPr>
          <p:cNvSpPr>
            <a:spLocks noGrp="1"/>
          </p:cNvSpPr>
          <p:nvPr>
            <p:ph type="dt" sz="half" idx="10"/>
          </p:nvPr>
        </p:nvSpPr>
        <p:spPr/>
        <p:txBody>
          <a:bodyPr/>
          <a:lstStyle/>
          <a:p>
            <a:pPr>
              <a:defRPr/>
            </a:pPr>
            <a:fld id="{23491BA2-D909-4D02-98C3-806D289C0F82}" type="datetime1">
              <a:rPr lang="de-DE" smtClean="0"/>
              <a:t>11.03.2022</a:t>
            </a:fld>
            <a:endParaRPr lang="de-DE"/>
          </a:p>
        </p:txBody>
      </p:sp>
      <p:sp>
        <p:nvSpPr>
          <p:cNvPr id="3" name="Slide Number Placeholder 2">
            <a:extLst>
              <a:ext uri="{FF2B5EF4-FFF2-40B4-BE49-F238E27FC236}">
                <a16:creationId xmlns:a16="http://schemas.microsoft.com/office/drawing/2014/main" id="{22C46535-205F-4851-8086-2A43CD027E4A}"/>
              </a:ext>
            </a:extLst>
          </p:cNvPr>
          <p:cNvSpPr>
            <a:spLocks noGrp="1"/>
          </p:cNvSpPr>
          <p:nvPr>
            <p:ph type="sldNum" sz="quarter" idx="12"/>
          </p:nvPr>
        </p:nvSpPr>
        <p:spPr/>
        <p:txBody>
          <a:bodyPr/>
          <a:lstStyle/>
          <a:p>
            <a:pPr>
              <a:defRPr/>
            </a:pPr>
            <a:fld id="{273D8934-040D-484C-9FB1-48B1B4CA04EF}" type="slidenum">
              <a:rPr lang="de-DE" smtClean="0"/>
              <a:pPr>
                <a:defRPr/>
              </a:pPr>
              <a:t>3</a:t>
            </a:fld>
            <a:endParaRPr lang="de-DE"/>
          </a:p>
        </p:txBody>
      </p:sp>
      <p:sp>
        <p:nvSpPr>
          <p:cNvPr id="4" name="Text Placeholder 3">
            <a:extLst>
              <a:ext uri="{FF2B5EF4-FFF2-40B4-BE49-F238E27FC236}">
                <a16:creationId xmlns:a16="http://schemas.microsoft.com/office/drawing/2014/main" id="{EF6F1EC0-466E-496C-93D5-3E373F2787EC}"/>
              </a:ext>
            </a:extLst>
          </p:cNvPr>
          <p:cNvSpPr>
            <a:spLocks noGrp="1"/>
          </p:cNvSpPr>
          <p:nvPr>
            <p:ph type="body" sz="quarter" idx="13"/>
          </p:nvPr>
        </p:nvSpPr>
        <p:spPr/>
        <p:txBody>
          <a:bodyPr>
            <a:normAutofit fontScale="92500" lnSpcReduction="20000"/>
          </a:bodyPr>
          <a:lstStyle/>
          <a:p>
            <a:r>
              <a:rPr lang="en-US" dirty="0"/>
              <a:t>PCES principles and goals for system architecture and design</a:t>
            </a:r>
          </a:p>
        </p:txBody>
      </p:sp>
      <p:sp>
        <p:nvSpPr>
          <p:cNvPr id="10" name="TextBox 9">
            <a:extLst>
              <a:ext uri="{FF2B5EF4-FFF2-40B4-BE49-F238E27FC236}">
                <a16:creationId xmlns:a16="http://schemas.microsoft.com/office/drawing/2014/main" id="{AE6E8121-ECC4-4E05-8CD9-FCEFCEC44F76}"/>
              </a:ext>
            </a:extLst>
          </p:cNvPr>
          <p:cNvSpPr txBox="1"/>
          <p:nvPr/>
        </p:nvSpPr>
        <p:spPr>
          <a:xfrm>
            <a:off x="-25400" y="1515533"/>
            <a:ext cx="9835072" cy="2450094"/>
          </a:xfrm>
          <a:prstGeom prst="rect">
            <a:avLst/>
          </a:prstGeom>
          <a:noFill/>
        </p:spPr>
        <p:txBody>
          <a:bodyPr wrap="square" rtlCol="0">
            <a:spAutoFit/>
          </a:bodyPr>
          <a:lstStyle/>
          <a:p>
            <a:pPr marL="742950" lvl="1" indent="-285750">
              <a:lnSpc>
                <a:spcPct val="107000"/>
              </a:lnSpc>
              <a:spcBef>
                <a:spcPts val="0"/>
              </a:spcBef>
              <a:spcAft>
                <a:spcPts val="0"/>
              </a:spcAft>
              <a:buFont typeface="Arial" panose="020B0604020202020204" pitchFamily="34" charset="0"/>
              <a:buChar char="•"/>
            </a:pPr>
            <a:r>
              <a:rPr lang="en-US" sz="1800" dirty="0">
                <a:latin typeface="Calibri" panose="020F0502020204030204" pitchFamily="34" charset="0"/>
                <a:cs typeface="Times New Roman" panose="02020603050405020304" pitchFamily="18" charset="0"/>
              </a:rPr>
              <a:t>Scalable and extendable modules and functionalities</a:t>
            </a:r>
          </a:p>
          <a:p>
            <a:pPr marL="742950" lvl="1" indent="-285750">
              <a:lnSpc>
                <a:spcPct val="107000"/>
              </a:lnSpc>
              <a:spcBef>
                <a:spcPts val="0"/>
              </a:spcBef>
              <a:spcAft>
                <a:spcPts val="0"/>
              </a:spcAft>
              <a:buFont typeface="Arial" panose="020B0604020202020204" pitchFamily="34" charset="0"/>
              <a:buChar char="•"/>
            </a:pPr>
            <a:endParaRPr lang="en-US" sz="1800" dirty="0">
              <a:latin typeface="Calibri" panose="020F0502020204030204" pitchFamily="34" charset="0"/>
              <a:cs typeface="Times New Roman" panose="02020603050405020304" pitchFamily="18" charset="0"/>
            </a:endParaRPr>
          </a:p>
          <a:p>
            <a:pPr marL="742950" lvl="1" indent="-285750">
              <a:lnSpc>
                <a:spcPct val="107000"/>
              </a:lnSpc>
              <a:spcBef>
                <a:spcPts val="0"/>
              </a:spcBef>
              <a:spcAft>
                <a:spcPts val="0"/>
              </a:spcAft>
              <a:buFont typeface="Arial" panose="020B0604020202020204" pitchFamily="34" charset="0"/>
              <a:buChar char="•"/>
            </a:pPr>
            <a:r>
              <a:rPr lang="en-US" sz="1800" dirty="0">
                <a:latin typeface="Calibri" panose="020F0502020204030204" pitchFamily="34" charset="0"/>
                <a:cs typeface="Times New Roman" panose="02020603050405020304" pitchFamily="18" charset="0"/>
              </a:rPr>
              <a:t>Each part of the system to be with clear and unique role in the software and with that providing independent teams working on module without interfering with each other </a:t>
            </a:r>
          </a:p>
          <a:p>
            <a:pPr marL="742950" lvl="1" indent="-285750">
              <a:lnSpc>
                <a:spcPct val="107000"/>
              </a:lnSpc>
              <a:spcBef>
                <a:spcPts val="0"/>
              </a:spcBef>
              <a:spcAft>
                <a:spcPts val="0"/>
              </a:spcAft>
              <a:buFont typeface="Arial" panose="020B0604020202020204" pitchFamily="34" charset="0"/>
              <a:buChar char="•"/>
            </a:pPr>
            <a:endParaRPr lang="en-US" sz="1800" dirty="0">
              <a:latin typeface="Calibri" panose="020F0502020204030204" pitchFamily="34" charset="0"/>
              <a:cs typeface="Times New Roman" panose="02020603050405020304" pitchFamily="18" charset="0"/>
            </a:endParaRPr>
          </a:p>
          <a:p>
            <a:pPr marL="742950" lvl="1" indent="-285750">
              <a:lnSpc>
                <a:spcPct val="107000"/>
              </a:lnSpc>
              <a:spcBef>
                <a:spcPts val="0"/>
              </a:spcBef>
              <a:spcAft>
                <a:spcPts val="0"/>
              </a:spcAft>
              <a:buFont typeface="Arial" panose="020B0604020202020204" pitchFamily="34" charset="0"/>
              <a:buChar char="•"/>
            </a:pPr>
            <a:r>
              <a:rPr lang="en-US" sz="1800" dirty="0">
                <a:latin typeface="Calibri" panose="020F0502020204030204" pitchFamily="34" charset="0"/>
                <a:cs typeface="Times New Roman" panose="02020603050405020304" pitchFamily="18" charset="0"/>
              </a:rPr>
              <a:t>To have parameterizable and not hardcoded business logic, which can easily implement and follow any business requests</a:t>
            </a:r>
          </a:p>
          <a:p>
            <a:pPr marL="742950" lvl="1" indent="-285750">
              <a:lnSpc>
                <a:spcPct val="107000"/>
              </a:lnSpc>
              <a:spcBef>
                <a:spcPts val="0"/>
              </a:spcBef>
              <a:spcAft>
                <a:spcPts val="0"/>
              </a:spcAft>
              <a:buFont typeface="Arial" panose="020B0604020202020204" pitchFamily="34" charset="0"/>
              <a:buChar char="•"/>
            </a:pPr>
            <a:endParaRPr lang="en-US" sz="1800"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37989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C7FE7F-7654-49E1-B185-AF32824EF0A7}"/>
              </a:ext>
            </a:extLst>
          </p:cNvPr>
          <p:cNvSpPr>
            <a:spLocks noGrp="1"/>
          </p:cNvSpPr>
          <p:nvPr>
            <p:ph idx="1"/>
          </p:nvPr>
        </p:nvSpPr>
        <p:spPr>
          <a:xfrm>
            <a:off x="567363" y="1084257"/>
            <a:ext cx="2589906" cy="1317792"/>
          </a:xfrm>
        </p:spPr>
        <p:txBody>
          <a:bodyPr>
            <a:noAutofit/>
          </a:bodyPr>
          <a:lstStyle/>
          <a:p>
            <a:pPr marL="0" indent="0" algn="ctr">
              <a:buNone/>
            </a:pPr>
            <a:r>
              <a:rPr kumimoji="1" lang="en-US" sz="2000" kern="1200" dirty="0">
                <a:latin typeface="Calibri Light" panose="020F0302020204030204" pitchFamily="34" charset="0"/>
                <a:cs typeface="Times New Roman" panose="02020603050405020304" pitchFamily="18" charset="0"/>
              </a:rPr>
              <a:t>Several channels and application connecting to each other within the banking ecosystem </a:t>
            </a:r>
          </a:p>
        </p:txBody>
      </p:sp>
      <p:sp>
        <p:nvSpPr>
          <p:cNvPr id="3" name="Date Placeholder 2">
            <a:extLst>
              <a:ext uri="{FF2B5EF4-FFF2-40B4-BE49-F238E27FC236}">
                <a16:creationId xmlns:a16="http://schemas.microsoft.com/office/drawing/2014/main" id="{9DE4A3FD-B08B-438C-818F-448BC602F252}"/>
              </a:ext>
            </a:extLst>
          </p:cNvPr>
          <p:cNvSpPr>
            <a:spLocks noGrp="1"/>
          </p:cNvSpPr>
          <p:nvPr>
            <p:ph type="dt" sz="half" idx="10"/>
          </p:nvPr>
        </p:nvSpPr>
        <p:spPr/>
        <p:txBody>
          <a:bodyPr/>
          <a:lstStyle/>
          <a:p>
            <a:pPr>
              <a:defRPr/>
            </a:pPr>
            <a:fld id="{12125431-13B8-46F4-88C5-4ADCC35E1EFC}" type="datetime1">
              <a:rPr lang="de-DE" smtClean="0"/>
              <a:t>11.03.2022</a:t>
            </a:fld>
            <a:endParaRPr lang="de-DE"/>
          </a:p>
        </p:txBody>
      </p:sp>
      <p:sp>
        <p:nvSpPr>
          <p:cNvPr id="5" name="Slide Number Placeholder 4">
            <a:extLst>
              <a:ext uri="{FF2B5EF4-FFF2-40B4-BE49-F238E27FC236}">
                <a16:creationId xmlns:a16="http://schemas.microsoft.com/office/drawing/2014/main" id="{D16D0A43-B095-4572-8C32-593044964457}"/>
              </a:ext>
            </a:extLst>
          </p:cNvPr>
          <p:cNvSpPr>
            <a:spLocks noGrp="1"/>
          </p:cNvSpPr>
          <p:nvPr>
            <p:ph type="sldNum" sz="quarter" idx="12"/>
          </p:nvPr>
        </p:nvSpPr>
        <p:spPr>
          <a:xfrm>
            <a:off x="8570787" y="6522558"/>
            <a:ext cx="1264285" cy="327025"/>
          </a:xfrm>
        </p:spPr>
        <p:txBody>
          <a:bodyPr/>
          <a:lstStyle/>
          <a:p>
            <a:pPr>
              <a:defRPr/>
            </a:pPr>
            <a:fld id="{37D027DF-C0E3-4994-A075-E1CBABD834E8}" type="slidenum">
              <a:rPr lang="de-DE" smtClean="0"/>
              <a:pPr>
                <a:defRPr/>
              </a:pPr>
              <a:t>4</a:t>
            </a:fld>
            <a:endParaRPr lang="de-DE"/>
          </a:p>
        </p:txBody>
      </p:sp>
      <p:grpSp>
        <p:nvGrpSpPr>
          <p:cNvPr id="24" name="Group 23">
            <a:extLst>
              <a:ext uri="{FF2B5EF4-FFF2-40B4-BE49-F238E27FC236}">
                <a16:creationId xmlns:a16="http://schemas.microsoft.com/office/drawing/2014/main" id="{65CA2177-DBD0-4197-9C90-E34814F79416}"/>
              </a:ext>
            </a:extLst>
          </p:cNvPr>
          <p:cNvGrpSpPr/>
          <p:nvPr/>
        </p:nvGrpSpPr>
        <p:grpSpPr>
          <a:xfrm>
            <a:off x="250825" y="2539475"/>
            <a:ext cx="9404350" cy="3601256"/>
            <a:chOff x="250825" y="2717641"/>
            <a:chExt cx="9404350" cy="3601256"/>
          </a:xfrm>
        </p:grpSpPr>
        <p:grpSp>
          <p:nvGrpSpPr>
            <p:cNvPr id="20" name="Group 19">
              <a:extLst>
                <a:ext uri="{FF2B5EF4-FFF2-40B4-BE49-F238E27FC236}">
                  <a16:creationId xmlns:a16="http://schemas.microsoft.com/office/drawing/2014/main" id="{0198FE2E-469D-4EEF-B03B-08456CF7727E}"/>
                </a:ext>
              </a:extLst>
            </p:cNvPr>
            <p:cNvGrpSpPr/>
            <p:nvPr/>
          </p:nvGrpSpPr>
          <p:grpSpPr>
            <a:xfrm>
              <a:off x="5479188" y="3024271"/>
              <a:ext cx="4056942" cy="3157200"/>
              <a:chOff x="5434047" y="3081771"/>
              <a:chExt cx="4056942" cy="3157200"/>
            </a:xfrm>
          </p:grpSpPr>
          <p:sp>
            <p:nvSpPr>
              <p:cNvPr id="7" name="Rectangle: Rounded Corners 6">
                <a:extLst>
                  <a:ext uri="{FF2B5EF4-FFF2-40B4-BE49-F238E27FC236}">
                    <a16:creationId xmlns:a16="http://schemas.microsoft.com/office/drawing/2014/main" id="{417CDC70-0722-46E6-99A3-7FC74B0DA650}"/>
                  </a:ext>
                </a:extLst>
              </p:cNvPr>
              <p:cNvSpPr/>
              <p:nvPr/>
            </p:nvSpPr>
            <p:spPr>
              <a:xfrm>
                <a:off x="6840127" y="4160780"/>
                <a:ext cx="1398690" cy="900000"/>
              </a:xfrm>
              <a:prstGeom prst="roundRect">
                <a:avLst/>
              </a:prstGeom>
              <a:noFill/>
              <a:ln w="19050" cmpd="sng">
                <a:solidFill>
                  <a:srgbClr val="F78E1E"/>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800" dirty="0">
                    <a:solidFill>
                      <a:srgbClr val="005288"/>
                    </a:solidFill>
                    <a:latin typeface="Geogrotesque Lg" panose="02000000000000000000" pitchFamily="50" charset="0"/>
                  </a:rPr>
                  <a:t>Broker</a:t>
                </a:r>
              </a:p>
            </p:txBody>
          </p:sp>
          <p:sp>
            <p:nvSpPr>
              <p:cNvPr id="8" name="Rectangle: Rounded Corners 7">
                <a:extLst>
                  <a:ext uri="{FF2B5EF4-FFF2-40B4-BE49-F238E27FC236}">
                    <a16:creationId xmlns:a16="http://schemas.microsoft.com/office/drawing/2014/main" id="{25D12117-336E-48E0-A0A4-841A65E6D626}"/>
                  </a:ext>
                </a:extLst>
              </p:cNvPr>
              <p:cNvSpPr/>
              <p:nvPr/>
            </p:nvSpPr>
            <p:spPr>
              <a:xfrm>
                <a:off x="8590989" y="4160780"/>
                <a:ext cx="900000" cy="900000"/>
              </a:xfrm>
              <a:prstGeom prst="roundRect">
                <a:avLst/>
              </a:prstGeom>
              <a:noFill/>
              <a:ln w="19050">
                <a:solidFill>
                  <a:srgbClr val="005288"/>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solidFill>
                      <a:srgbClr val="005288"/>
                    </a:solidFill>
                    <a:latin typeface="Geogrotesque Lg" panose="02000000000000000000" pitchFamily="50" charset="0"/>
                  </a:rPr>
                  <a:t>Open API</a:t>
                </a:r>
                <a:endParaRPr lang="de-DE" sz="2800" dirty="0">
                  <a:solidFill>
                    <a:srgbClr val="005288"/>
                  </a:solidFill>
                  <a:latin typeface="Geogrotesque Lg" panose="02000000000000000000" pitchFamily="50" charset="0"/>
                </a:endParaRPr>
              </a:p>
            </p:txBody>
          </p:sp>
          <p:sp>
            <p:nvSpPr>
              <p:cNvPr id="9" name="Rectangle 8">
                <a:extLst>
                  <a:ext uri="{FF2B5EF4-FFF2-40B4-BE49-F238E27FC236}">
                    <a16:creationId xmlns:a16="http://schemas.microsoft.com/office/drawing/2014/main" id="{5CA036A9-7D48-48A0-B535-8C41080D3E80}"/>
                  </a:ext>
                </a:extLst>
              </p:cNvPr>
              <p:cNvSpPr/>
              <p:nvPr/>
            </p:nvSpPr>
            <p:spPr>
              <a:xfrm>
                <a:off x="6778993" y="3081771"/>
                <a:ext cx="1459824" cy="3157200"/>
              </a:xfrm>
              <a:prstGeom prst="rect">
                <a:avLst/>
              </a:prstGeom>
              <a:noFill/>
              <a:ln w="25400" cmpd="dbl">
                <a:solidFill>
                  <a:srgbClr val="F78E1E"/>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Cube 9">
                <a:extLst>
                  <a:ext uri="{FF2B5EF4-FFF2-40B4-BE49-F238E27FC236}">
                    <a16:creationId xmlns:a16="http://schemas.microsoft.com/office/drawing/2014/main" id="{D610A006-5B44-4984-B9D8-BEE31C578A78}"/>
                  </a:ext>
                </a:extLst>
              </p:cNvPr>
              <p:cNvSpPr/>
              <p:nvPr/>
            </p:nvSpPr>
            <p:spPr>
              <a:xfrm>
                <a:off x="7236722" y="5229575"/>
                <a:ext cx="720000" cy="360000"/>
              </a:xfrm>
              <a:prstGeom prst="cube">
                <a:avLst>
                  <a:gd name="adj" fmla="val 10589"/>
                </a:avLst>
              </a:prstGeom>
              <a:noFill/>
              <a:ln w="9525">
                <a:solidFill>
                  <a:srgbClr val="0052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de-DE" dirty="0">
                    <a:solidFill>
                      <a:srgbClr val="005288"/>
                    </a:solidFill>
                  </a:rPr>
                  <a:t>Contracts</a:t>
                </a:r>
              </a:p>
            </p:txBody>
          </p:sp>
          <p:sp>
            <p:nvSpPr>
              <p:cNvPr id="11" name="Cube 10">
                <a:extLst>
                  <a:ext uri="{FF2B5EF4-FFF2-40B4-BE49-F238E27FC236}">
                    <a16:creationId xmlns:a16="http://schemas.microsoft.com/office/drawing/2014/main" id="{4A635339-64DF-4722-A5C9-51ED7230503A}"/>
                  </a:ext>
                </a:extLst>
              </p:cNvPr>
              <p:cNvSpPr/>
              <p:nvPr/>
            </p:nvSpPr>
            <p:spPr>
              <a:xfrm>
                <a:off x="7179472" y="3208858"/>
                <a:ext cx="720000" cy="360000"/>
              </a:xfrm>
              <a:prstGeom prst="cube">
                <a:avLst>
                  <a:gd name="adj" fmla="val 10589"/>
                </a:avLst>
              </a:prstGeom>
              <a:noFill/>
              <a:ln w="9525">
                <a:solidFill>
                  <a:srgbClr val="00528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fontScale="85000" lnSpcReduction="20000"/>
              </a:bodyPr>
              <a:lstStyle/>
              <a:p>
                <a:pPr algn="ctr"/>
                <a:r>
                  <a:rPr lang="de-DE" dirty="0">
                    <a:solidFill>
                      <a:srgbClr val="005288"/>
                    </a:solidFill>
                  </a:rPr>
                  <a:t>Administration</a:t>
                </a:r>
              </a:p>
            </p:txBody>
          </p:sp>
          <p:sp>
            <p:nvSpPr>
              <p:cNvPr id="12" name="Cube 11">
                <a:extLst>
                  <a:ext uri="{FF2B5EF4-FFF2-40B4-BE49-F238E27FC236}">
                    <a16:creationId xmlns:a16="http://schemas.microsoft.com/office/drawing/2014/main" id="{EC7A0692-1672-4399-B481-1290EFD72B7F}"/>
                  </a:ext>
                </a:extLst>
              </p:cNvPr>
              <p:cNvSpPr/>
              <p:nvPr/>
            </p:nvSpPr>
            <p:spPr>
              <a:xfrm>
                <a:off x="7179472" y="3699863"/>
                <a:ext cx="720000" cy="360000"/>
              </a:xfrm>
              <a:prstGeom prst="cube">
                <a:avLst>
                  <a:gd name="adj" fmla="val 10589"/>
                </a:avLst>
              </a:prstGeom>
              <a:noFill/>
              <a:ln w="9525">
                <a:solidFill>
                  <a:srgbClr val="00528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fontScale="85000" lnSpcReduction="20000"/>
              </a:bodyPr>
              <a:lstStyle/>
              <a:p>
                <a:pPr algn="ctr"/>
                <a:r>
                  <a:rPr lang="de-DE" dirty="0">
                    <a:solidFill>
                      <a:srgbClr val="005288"/>
                    </a:solidFill>
                  </a:rPr>
                  <a:t>State Engine</a:t>
                </a:r>
              </a:p>
            </p:txBody>
          </p:sp>
          <p:sp>
            <p:nvSpPr>
              <p:cNvPr id="13" name="Cube 12">
                <a:extLst>
                  <a:ext uri="{FF2B5EF4-FFF2-40B4-BE49-F238E27FC236}">
                    <a16:creationId xmlns:a16="http://schemas.microsoft.com/office/drawing/2014/main" id="{B42DA19B-F1C2-43F1-A99F-D3BDEEBC4D52}"/>
                  </a:ext>
                </a:extLst>
              </p:cNvPr>
              <p:cNvSpPr/>
              <p:nvPr/>
            </p:nvSpPr>
            <p:spPr>
              <a:xfrm>
                <a:off x="7240310" y="5733258"/>
                <a:ext cx="720000" cy="360000"/>
              </a:xfrm>
              <a:prstGeom prst="cube">
                <a:avLst>
                  <a:gd name="adj" fmla="val 10589"/>
                </a:avLst>
              </a:prstGeom>
              <a:noFill/>
              <a:ln w="9525">
                <a:solidFill>
                  <a:srgbClr val="00528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fontScale="92500"/>
              </a:bodyPr>
              <a:lstStyle/>
              <a:p>
                <a:pPr algn="ctr"/>
                <a:r>
                  <a:rPr lang="de-DE" dirty="0">
                    <a:solidFill>
                      <a:srgbClr val="005288"/>
                    </a:solidFill>
                  </a:rPr>
                  <a:t>Reporting</a:t>
                </a:r>
              </a:p>
            </p:txBody>
          </p:sp>
          <p:sp>
            <p:nvSpPr>
              <p:cNvPr id="14" name="Arrow: Left-Right 13">
                <a:extLst>
                  <a:ext uri="{FF2B5EF4-FFF2-40B4-BE49-F238E27FC236}">
                    <a16:creationId xmlns:a16="http://schemas.microsoft.com/office/drawing/2014/main" id="{BC9C2CB3-75E2-4105-A8FA-27966720DD2A}"/>
                  </a:ext>
                </a:extLst>
              </p:cNvPr>
              <p:cNvSpPr/>
              <p:nvPr/>
            </p:nvSpPr>
            <p:spPr>
              <a:xfrm>
                <a:off x="8224837" y="4531639"/>
                <a:ext cx="400183" cy="103632"/>
              </a:xfrm>
              <a:prstGeom prst="leftRightArrow">
                <a:avLst/>
              </a:prstGeom>
              <a:solidFill>
                <a:schemeClr val="bg1"/>
              </a:solidFill>
              <a:ln w="9525">
                <a:solidFill>
                  <a:srgbClr val="0052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tangle: Rounded Corners 16">
                <a:extLst>
                  <a:ext uri="{FF2B5EF4-FFF2-40B4-BE49-F238E27FC236}">
                    <a16:creationId xmlns:a16="http://schemas.microsoft.com/office/drawing/2014/main" id="{7762F335-A4F3-45F0-9E0D-B5E1ACB21D95}"/>
                  </a:ext>
                </a:extLst>
              </p:cNvPr>
              <p:cNvSpPr/>
              <p:nvPr/>
            </p:nvSpPr>
            <p:spPr>
              <a:xfrm>
                <a:off x="5434047" y="4160780"/>
                <a:ext cx="1175663" cy="900000"/>
              </a:xfrm>
              <a:prstGeom prst="roundRect">
                <a:avLst/>
              </a:prstGeom>
              <a:noFill/>
              <a:ln w="19050">
                <a:solidFill>
                  <a:srgbClr val="0052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de-DE" sz="2000" dirty="0">
                    <a:solidFill>
                      <a:srgbClr val="005288"/>
                    </a:solidFill>
                    <a:latin typeface="Geogrotesque Lg" panose="02000000000000000000" pitchFamily="50" charset="0"/>
                  </a:rPr>
                  <a:t>Existing Systems</a:t>
                </a:r>
                <a:endParaRPr lang="de-DE" sz="2800" dirty="0">
                  <a:solidFill>
                    <a:srgbClr val="005288"/>
                  </a:solidFill>
                  <a:latin typeface="Geogrotesque Lg" panose="02000000000000000000" pitchFamily="50" charset="0"/>
                </a:endParaRPr>
              </a:p>
            </p:txBody>
          </p:sp>
          <p:sp>
            <p:nvSpPr>
              <p:cNvPr id="19" name="Arrow: Left-Right 18">
                <a:extLst>
                  <a:ext uri="{FF2B5EF4-FFF2-40B4-BE49-F238E27FC236}">
                    <a16:creationId xmlns:a16="http://schemas.microsoft.com/office/drawing/2014/main" id="{C1E425C9-00DE-424B-9FBA-90D7791AE9BE}"/>
                  </a:ext>
                </a:extLst>
              </p:cNvPr>
              <p:cNvSpPr/>
              <p:nvPr/>
            </p:nvSpPr>
            <p:spPr>
              <a:xfrm>
                <a:off x="6615543" y="4523953"/>
                <a:ext cx="211077" cy="103632"/>
              </a:xfrm>
              <a:prstGeom prst="leftRightArrow">
                <a:avLst/>
              </a:prstGeom>
              <a:solidFill>
                <a:schemeClr val="bg1"/>
              </a:solidFill>
              <a:ln w="9525">
                <a:solidFill>
                  <a:srgbClr val="0052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graphicFrame>
          <p:nvGraphicFramePr>
            <p:cNvPr id="21" name="Diagram 20">
              <a:extLst>
                <a:ext uri="{FF2B5EF4-FFF2-40B4-BE49-F238E27FC236}">
                  <a16:creationId xmlns:a16="http://schemas.microsoft.com/office/drawing/2014/main" id="{1162DEC4-42F1-40A9-9CBA-CF80273064F6}"/>
                </a:ext>
              </a:extLst>
            </p:cNvPr>
            <p:cNvGraphicFramePr/>
            <p:nvPr>
              <p:extLst>
                <p:ext uri="{D42A27DB-BD31-4B8C-83A1-F6EECF244321}">
                  <p14:modId xmlns:p14="http://schemas.microsoft.com/office/powerpoint/2010/main" val="3460541633"/>
                </p:ext>
              </p:extLst>
            </p:nvPr>
          </p:nvGraphicFramePr>
          <p:xfrm>
            <a:off x="426427" y="3028584"/>
            <a:ext cx="5027411" cy="31528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Rounded Corners 3">
              <a:extLst>
                <a:ext uri="{FF2B5EF4-FFF2-40B4-BE49-F238E27FC236}">
                  <a16:creationId xmlns:a16="http://schemas.microsoft.com/office/drawing/2014/main" id="{C30B5E21-DC5B-4964-9E2B-235AA60FE80B}"/>
                </a:ext>
              </a:extLst>
            </p:cNvPr>
            <p:cNvSpPr/>
            <p:nvPr/>
          </p:nvSpPr>
          <p:spPr bwMode="auto">
            <a:xfrm>
              <a:off x="250825" y="2717641"/>
              <a:ext cx="9404350" cy="3601256"/>
            </a:xfrm>
            <a:prstGeom prst="roundRect">
              <a:avLst/>
            </a:prstGeom>
            <a:noFill/>
            <a:ln w="19050" cap="flat" cmpd="sng" algn="ctr">
              <a:solidFill>
                <a:srgbClr val="F78E1E"/>
              </a:solid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algn="ctr" eaLnBrk="1" hangingPunct="1"/>
              <a:endParaRPr kumimoji="1" lang="de-DE" sz="1900" i="0" u="none" strike="noStrike" cap="none" normalizeH="0" baseline="0" dirty="0">
                <a:ln>
                  <a:noFill/>
                </a:ln>
                <a:solidFill>
                  <a:srgbClr val="005288"/>
                </a:solidFill>
                <a:effectLst/>
                <a:latin typeface="Geogrotesque Lg" panose="02000000000000000000" pitchFamily="50" charset="0"/>
              </a:endParaRPr>
            </a:p>
          </p:txBody>
        </p:sp>
      </p:grpSp>
      <p:sp>
        <p:nvSpPr>
          <p:cNvPr id="16" name="Rectangle 15">
            <a:extLst>
              <a:ext uri="{FF2B5EF4-FFF2-40B4-BE49-F238E27FC236}">
                <a16:creationId xmlns:a16="http://schemas.microsoft.com/office/drawing/2014/main" id="{6A2FC76F-BAC8-4660-9D75-207974407FCE}"/>
              </a:ext>
            </a:extLst>
          </p:cNvPr>
          <p:cNvSpPr/>
          <p:nvPr/>
        </p:nvSpPr>
        <p:spPr>
          <a:xfrm>
            <a:off x="4868689" y="1236595"/>
            <a:ext cx="2960612" cy="707886"/>
          </a:xfrm>
          <a:prstGeom prst="rect">
            <a:avLst/>
          </a:prstGeom>
        </p:spPr>
        <p:txBody>
          <a:bodyPr wrap="square">
            <a:spAutoFit/>
          </a:bodyPr>
          <a:lstStyle/>
          <a:p>
            <a:pPr algn="ctr">
              <a:buClr>
                <a:srgbClr val="F78E1E"/>
              </a:buClr>
              <a:buSzPct val="100000"/>
            </a:pPr>
            <a:r>
              <a:rPr lang="en-US" sz="2000" dirty="0">
                <a:latin typeface="Calibri Light" panose="020F0302020204030204" pitchFamily="34" charset="0"/>
                <a:cs typeface="Times New Roman" panose="02020603050405020304" pitchFamily="18" charset="0"/>
              </a:rPr>
              <a:t>Unified integrations within the banking ecosystem </a:t>
            </a:r>
          </a:p>
        </p:txBody>
      </p:sp>
      <p:sp>
        <p:nvSpPr>
          <p:cNvPr id="22" name="Arrow: Right 21">
            <a:extLst>
              <a:ext uri="{FF2B5EF4-FFF2-40B4-BE49-F238E27FC236}">
                <a16:creationId xmlns:a16="http://schemas.microsoft.com/office/drawing/2014/main" id="{3B0AFB35-FE80-4EB2-BE42-713120A5C93A}"/>
              </a:ext>
            </a:extLst>
          </p:cNvPr>
          <p:cNvSpPr/>
          <p:nvPr/>
        </p:nvSpPr>
        <p:spPr bwMode="auto">
          <a:xfrm>
            <a:off x="3657524" y="1395006"/>
            <a:ext cx="1068299" cy="391065"/>
          </a:xfrm>
          <a:prstGeom prst="rightArrow">
            <a:avLst/>
          </a:prstGeom>
          <a:noFill/>
          <a:ln w="9525" cap="flat" cmpd="sng" algn="ctr">
            <a:solidFill>
              <a:srgbClr val="F78E1E"/>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de-DE" sz="1000" b="0" i="0" u="none" strike="noStrike" cap="none" normalizeH="0" baseline="0">
              <a:ln>
                <a:noFill/>
              </a:ln>
              <a:solidFill>
                <a:srgbClr val="000000"/>
              </a:solidFill>
              <a:effectLst/>
              <a:latin typeface="Tahoma" pitchFamily="34" charset="0"/>
            </a:endParaRPr>
          </a:p>
        </p:txBody>
      </p:sp>
      <p:sp>
        <p:nvSpPr>
          <p:cNvPr id="23" name="Arrow: Bent 22">
            <a:extLst>
              <a:ext uri="{FF2B5EF4-FFF2-40B4-BE49-F238E27FC236}">
                <a16:creationId xmlns:a16="http://schemas.microsoft.com/office/drawing/2014/main" id="{1192D6C5-3BFA-41DD-B144-AE5B0651D83C}"/>
              </a:ext>
            </a:extLst>
          </p:cNvPr>
          <p:cNvSpPr/>
          <p:nvPr/>
        </p:nvSpPr>
        <p:spPr bwMode="auto">
          <a:xfrm rot="5400000">
            <a:off x="8166403" y="1445298"/>
            <a:ext cx="813816" cy="868680"/>
          </a:xfrm>
          <a:prstGeom prst="bentArrow">
            <a:avLst/>
          </a:prstGeom>
          <a:noFill/>
          <a:ln w="9525" cap="flat" cmpd="sng" algn="ctr">
            <a:solidFill>
              <a:srgbClr val="F78E1E"/>
            </a:solidFill>
            <a:prstDash val="solid"/>
            <a:round/>
            <a:headEnd type="none" w="med" len="med"/>
            <a:tailEnd type="none" w="med" len="med"/>
          </a:ln>
          <a:effectLst/>
        </p:spPr>
        <p:txBody>
          <a:bodyPr vert="horz" wrap="non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de-DE" sz="1000" b="0" i="0" u="none" strike="noStrike" cap="none" normalizeH="0" baseline="0">
              <a:ln>
                <a:noFill/>
              </a:ln>
              <a:solidFill>
                <a:srgbClr val="000000"/>
              </a:solidFill>
              <a:effectLst/>
              <a:latin typeface="Tahoma" pitchFamily="34" charset="0"/>
            </a:endParaRPr>
          </a:p>
        </p:txBody>
      </p:sp>
      <p:sp>
        <p:nvSpPr>
          <p:cNvPr id="25" name="Title 24">
            <a:extLst>
              <a:ext uri="{FF2B5EF4-FFF2-40B4-BE49-F238E27FC236}">
                <a16:creationId xmlns:a16="http://schemas.microsoft.com/office/drawing/2014/main" id="{F7424C86-CE5C-47AE-A224-60C450639845}"/>
              </a:ext>
            </a:extLst>
          </p:cNvPr>
          <p:cNvSpPr>
            <a:spLocks noGrp="1"/>
          </p:cNvSpPr>
          <p:nvPr>
            <p:ph type="title"/>
          </p:nvPr>
        </p:nvSpPr>
        <p:spPr>
          <a:xfrm>
            <a:off x="250825" y="98425"/>
            <a:ext cx="7031038" cy="848406"/>
          </a:xfrm>
        </p:spPr>
        <p:txBody>
          <a:bodyPr/>
          <a:lstStyle/>
          <a:p>
            <a:r>
              <a:rPr lang="en-US" dirty="0"/>
              <a:t>Broker architecture and design</a:t>
            </a:r>
          </a:p>
        </p:txBody>
      </p:sp>
    </p:spTree>
    <p:extLst>
      <p:ext uri="{BB962C8B-B14F-4D97-AF65-F5344CB8AC3E}">
        <p14:creationId xmlns:p14="http://schemas.microsoft.com/office/powerpoint/2010/main" val="4178501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3BB9D6-0232-4855-BD13-EE1D03499C7F}"/>
              </a:ext>
            </a:extLst>
          </p:cNvPr>
          <p:cNvSpPr>
            <a:spLocks noGrp="1"/>
          </p:cNvSpPr>
          <p:nvPr>
            <p:ph type="dt" sz="half" idx="10"/>
          </p:nvPr>
        </p:nvSpPr>
        <p:spPr/>
        <p:txBody>
          <a:bodyPr/>
          <a:lstStyle/>
          <a:p>
            <a:pPr>
              <a:defRPr/>
            </a:pPr>
            <a:fld id="{23491BA2-D909-4D02-98C3-806D289C0F82}" type="datetime1">
              <a:rPr lang="de-DE" smtClean="0"/>
              <a:t>11.03.2022</a:t>
            </a:fld>
            <a:endParaRPr lang="de-DE"/>
          </a:p>
        </p:txBody>
      </p:sp>
      <p:sp>
        <p:nvSpPr>
          <p:cNvPr id="3" name="Slide Number Placeholder 2">
            <a:extLst>
              <a:ext uri="{FF2B5EF4-FFF2-40B4-BE49-F238E27FC236}">
                <a16:creationId xmlns:a16="http://schemas.microsoft.com/office/drawing/2014/main" id="{22C46535-205F-4851-8086-2A43CD027E4A}"/>
              </a:ext>
            </a:extLst>
          </p:cNvPr>
          <p:cNvSpPr>
            <a:spLocks noGrp="1"/>
          </p:cNvSpPr>
          <p:nvPr>
            <p:ph type="sldNum" sz="quarter" idx="12"/>
          </p:nvPr>
        </p:nvSpPr>
        <p:spPr/>
        <p:txBody>
          <a:bodyPr/>
          <a:lstStyle/>
          <a:p>
            <a:pPr>
              <a:defRPr/>
            </a:pPr>
            <a:fld id="{273D8934-040D-484C-9FB1-48B1B4CA04EF}" type="slidenum">
              <a:rPr lang="de-DE" smtClean="0"/>
              <a:pPr>
                <a:defRPr/>
              </a:pPr>
              <a:t>5</a:t>
            </a:fld>
            <a:endParaRPr lang="de-DE"/>
          </a:p>
        </p:txBody>
      </p:sp>
      <p:sp>
        <p:nvSpPr>
          <p:cNvPr id="4" name="Text Placeholder 3">
            <a:extLst>
              <a:ext uri="{FF2B5EF4-FFF2-40B4-BE49-F238E27FC236}">
                <a16:creationId xmlns:a16="http://schemas.microsoft.com/office/drawing/2014/main" id="{EF6F1EC0-466E-496C-93D5-3E373F2787EC}"/>
              </a:ext>
            </a:extLst>
          </p:cNvPr>
          <p:cNvSpPr>
            <a:spLocks noGrp="1"/>
          </p:cNvSpPr>
          <p:nvPr>
            <p:ph type="body" sz="quarter" idx="13"/>
          </p:nvPr>
        </p:nvSpPr>
        <p:spPr/>
        <p:txBody>
          <a:bodyPr>
            <a:normAutofit fontScale="85000" lnSpcReduction="20000"/>
          </a:bodyPr>
          <a:lstStyle/>
          <a:p>
            <a:endParaRPr lang="en-US" dirty="0"/>
          </a:p>
          <a:p>
            <a:r>
              <a:rPr lang="en-US" dirty="0"/>
              <a:t>architecture and design</a:t>
            </a:r>
          </a:p>
        </p:txBody>
      </p:sp>
      <p:sp>
        <p:nvSpPr>
          <p:cNvPr id="10" name="TextBox 9">
            <a:extLst>
              <a:ext uri="{FF2B5EF4-FFF2-40B4-BE49-F238E27FC236}">
                <a16:creationId xmlns:a16="http://schemas.microsoft.com/office/drawing/2014/main" id="{AE6E8121-ECC4-4E05-8CD9-FCEFCEC44F76}"/>
              </a:ext>
            </a:extLst>
          </p:cNvPr>
          <p:cNvSpPr txBox="1"/>
          <p:nvPr/>
        </p:nvSpPr>
        <p:spPr>
          <a:xfrm>
            <a:off x="0" y="1041400"/>
            <a:ext cx="9835072" cy="3339184"/>
          </a:xfrm>
          <a:prstGeom prst="rect">
            <a:avLst/>
          </a:prstGeom>
          <a:noFill/>
        </p:spPr>
        <p:txBody>
          <a:bodyPr wrap="square" rtlCol="0">
            <a:spAutoFit/>
          </a:bodyPr>
          <a:lstStyle/>
          <a:p>
            <a:pPr lvl="1">
              <a:lnSpc>
                <a:spcPct val="107000"/>
              </a:lnSpc>
              <a:spcBef>
                <a:spcPts val="0"/>
              </a:spcBef>
              <a:spcAft>
                <a:spcPts val="0"/>
              </a:spcAft>
            </a:pPr>
            <a:r>
              <a:rPr lang="en-US" sz="1800" dirty="0">
                <a:latin typeface="Calibri" panose="020F0502020204030204" pitchFamily="34" charset="0"/>
                <a:cs typeface="Times New Roman" panose="02020603050405020304" pitchFamily="18" charset="0"/>
              </a:rPr>
              <a:t>PCES Broker is built on the concept of Micro service, SOA architecture</a:t>
            </a:r>
          </a:p>
          <a:p>
            <a:pPr lvl="2">
              <a:lnSpc>
                <a:spcPct val="107000"/>
              </a:lnSpc>
              <a:spcBef>
                <a:spcPts val="0"/>
              </a:spcBef>
              <a:spcAft>
                <a:spcPts val="0"/>
              </a:spcAft>
            </a:pPr>
            <a:r>
              <a:rPr lang="en-US" sz="1800" dirty="0">
                <a:latin typeface="Calibri" panose="020F0502020204030204" pitchFamily="34" charset="0"/>
                <a:cs typeface="Times New Roman" panose="02020603050405020304" pitchFamily="18" charset="0"/>
              </a:rPr>
              <a:t>Advantages:</a:t>
            </a:r>
          </a:p>
          <a:p>
            <a:pPr marL="1657350" lvl="3" indent="-285750">
              <a:lnSpc>
                <a:spcPct val="107000"/>
              </a:lnSpc>
              <a:spcBef>
                <a:spcPts val="0"/>
              </a:spcBef>
              <a:spcAft>
                <a:spcPts val="0"/>
              </a:spcAft>
              <a:buFont typeface="Arial" panose="020B0604020202020204" pitchFamily="34" charset="0"/>
              <a:buChar char="•"/>
            </a:pPr>
            <a:endParaRPr lang="en-US" sz="1800" dirty="0">
              <a:latin typeface="Calibri" panose="020F0502020204030204" pitchFamily="34" charset="0"/>
              <a:cs typeface="Times New Roman" panose="02020603050405020304" pitchFamily="18" charset="0"/>
            </a:endParaRPr>
          </a:p>
          <a:p>
            <a:pPr marL="1657350" lvl="3" indent="-285750">
              <a:lnSpc>
                <a:spcPct val="107000"/>
              </a:lnSpc>
              <a:spcBef>
                <a:spcPts val="0"/>
              </a:spcBef>
              <a:spcAft>
                <a:spcPts val="0"/>
              </a:spcAft>
              <a:buFont typeface="Arial" panose="020B0604020202020204" pitchFamily="34" charset="0"/>
              <a:buChar char="•"/>
            </a:pPr>
            <a:r>
              <a:rPr lang="en-US" sz="1800" dirty="0">
                <a:latin typeface="Calibri" panose="020F0502020204030204" pitchFamily="34" charset="0"/>
                <a:cs typeface="Times New Roman" panose="02020603050405020304" pitchFamily="18" charset="0"/>
              </a:rPr>
              <a:t>SOA is very flexible and agile</a:t>
            </a:r>
          </a:p>
          <a:p>
            <a:pPr marL="1657350" lvl="3" indent="-285750">
              <a:lnSpc>
                <a:spcPct val="107000"/>
              </a:lnSpc>
              <a:spcBef>
                <a:spcPts val="0"/>
              </a:spcBef>
              <a:spcAft>
                <a:spcPts val="0"/>
              </a:spcAft>
              <a:buFont typeface="Arial" panose="020B0604020202020204" pitchFamily="34" charset="0"/>
              <a:buChar char="•"/>
            </a:pPr>
            <a:endParaRPr lang="en-US" sz="1800" dirty="0">
              <a:latin typeface="Calibri" panose="020F0502020204030204" pitchFamily="34" charset="0"/>
              <a:cs typeface="Times New Roman" panose="02020603050405020304" pitchFamily="18" charset="0"/>
            </a:endParaRPr>
          </a:p>
          <a:p>
            <a:pPr marL="1657350" lvl="3" indent="-285750">
              <a:lnSpc>
                <a:spcPct val="107000"/>
              </a:lnSpc>
              <a:spcBef>
                <a:spcPts val="0"/>
              </a:spcBef>
              <a:spcAft>
                <a:spcPts val="0"/>
              </a:spcAft>
              <a:buFont typeface="Arial" panose="020B0604020202020204" pitchFamily="34" charset="0"/>
              <a:buChar char="•"/>
            </a:pPr>
            <a:r>
              <a:rPr lang="en-US" sz="1800" dirty="0">
                <a:latin typeface="Calibri" panose="020F0502020204030204" pitchFamily="34" charset="0"/>
                <a:cs typeface="Times New Roman" panose="02020603050405020304" pitchFamily="18" charset="0"/>
              </a:rPr>
              <a:t>Working or Adjusting, different functionality or module without interfering with each other.</a:t>
            </a:r>
          </a:p>
          <a:p>
            <a:pPr marL="1657350" lvl="3" indent="-285750">
              <a:lnSpc>
                <a:spcPct val="107000"/>
              </a:lnSpc>
              <a:spcBef>
                <a:spcPts val="0"/>
              </a:spcBef>
              <a:spcAft>
                <a:spcPts val="0"/>
              </a:spcAft>
              <a:buFont typeface="Arial" panose="020B0604020202020204" pitchFamily="34" charset="0"/>
              <a:buChar char="•"/>
            </a:pPr>
            <a:endParaRPr lang="en-US" sz="1800" dirty="0">
              <a:latin typeface="Calibri" panose="020F0502020204030204" pitchFamily="34" charset="0"/>
              <a:cs typeface="Times New Roman" panose="02020603050405020304" pitchFamily="18" charset="0"/>
            </a:endParaRPr>
          </a:p>
          <a:p>
            <a:pPr marL="1657350" lvl="3" indent="-285750">
              <a:lnSpc>
                <a:spcPct val="107000"/>
              </a:lnSpc>
              <a:spcBef>
                <a:spcPts val="0"/>
              </a:spcBef>
              <a:spcAft>
                <a:spcPts val="0"/>
              </a:spcAft>
              <a:buFont typeface="Arial" panose="020B0604020202020204" pitchFamily="34" charset="0"/>
              <a:buChar char="•"/>
            </a:pPr>
            <a:r>
              <a:rPr lang="en-US" sz="1800" dirty="0">
                <a:latin typeface="Calibri" panose="020F0502020204030204" pitchFamily="34" charset="0"/>
                <a:cs typeface="Times New Roman" panose="02020603050405020304" pitchFamily="18" charset="0"/>
              </a:rPr>
              <a:t>Flexible process execution location and delegation of the responsibility per business domain for example CBS service is responsible only for operations with CBSs</a:t>
            </a:r>
          </a:p>
          <a:p>
            <a:pPr marL="1657350" lvl="3" indent="-285750">
              <a:lnSpc>
                <a:spcPct val="107000"/>
              </a:lnSpc>
              <a:spcBef>
                <a:spcPts val="0"/>
              </a:spcBef>
              <a:spcAft>
                <a:spcPts val="0"/>
              </a:spcAft>
              <a:buFont typeface="Arial" panose="020B0604020202020204" pitchFamily="34" charset="0"/>
              <a:buChar char="•"/>
            </a:pPr>
            <a:endParaRPr lang="en-US" sz="1800"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56234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3BB9D6-0232-4855-BD13-EE1D03499C7F}"/>
              </a:ext>
            </a:extLst>
          </p:cNvPr>
          <p:cNvSpPr>
            <a:spLocks noGrp="1"/>
          </p:cNvSpPr>
          <p:nvPr>
            <p:ph type="dt" sz="half" idx="10"/>
          </p:nvPr>
        </p:nvSpPr>
        <p:spPr/>
        <p:txBody>
          <a:bodyPr/>
          <a:lstStyle/>
          <a:p>
            <a:pPr>
              <a:defRPr/>
            </a:pPr>
            <a:fld id="{23491BA2-D909-4D02-98C3-806D289C0F82}" type="datetime1">
              <a:rPr lang="de-DE" smtClean="0"/>
              <a:t>11.03.2022</a:t>
            </a:fld>
            <a:endParaRPr lang="de-DE"/>
          </a:p>
        </p:txBody>
      </p:sp>
      <p:sp>
        <p:nvSpPr>
          <p:cNvPr id="3" name="Slide Number Placeholder 2">
            <a:extLst>
              <a:ext uri="{FF2B5EF4-FFF2-40B4-BE49-F238E27FC236}">
                <a16:creationId xmlns:a16="http://schemas.microsoft.com/office/drawing/2014/main" id="{22C46535-205F-4851-8086-2A43CD027E4A}"/>
              </a:ext>
            </a:extLst>
          </p:cNvPr>
          <p:cNvSpPr>
            <a:spLocks noGrp="1"/>
          </p:cNvSpPr>
          <p:nvPr>
            <p:ph type="sldNum" sz="quarter" idx="12"/>
          </p:nvPr>
        </p:nvSpPr>
        <p:spPr/>
        <p:txBody>
          <a:bodyPr/>
          <a:lstStyle/>
          <a:p>
            <a:pPr>
              <a:defRPr/>
            </a:pPr>
            <a:fld id="{273D8934-040D-484C-9FB1-48B1B4CA04EF}" type="slidenum">
              <a:rPr lang="de-DE" smtClean="0"/>
              <a:pPr>
                <a:defRPr/>
              </a:pPr>
              <a:t>6</a:t>
            </a:fld>
            <a:endParaRPr lang="de-DE"/>
          </a:p>
        </p:txBody>
      </p:sp>
      <p:sp>
        <p:nvSpPr>
          <p:cNvPr id="4" name="Text Placeholder 3">
            <a:extLst>
              <a:ext uri="{FF2B5EF4-FFF2-40B4-BE49-F238E27FC236}">
                <a16:creationId xmlns:a16="http://schemas.microsoft.com/office/drawing/2014/main" id="{EF6F1EC0-466E-496C-93D5-3E373F2787EC}"/>
              </a:ext>
            </a:extLst>
          </p:cNvPr>
          <p:cNvSpPr>
            <a:spLocks noGrp="1"/>
          </p:cNvSpPr>
          <p:nvPr>
            <p:ph type="body" sz="quarter" idx="13"/>
          </p:nvPr>
        </p:nvSpPr>
        <p:spPr/>
        <p:txBody>
          <a:bodyPr>
            <a:normAutofit fontScale="85000" lnSpcReduction="20000"/>
          </a:bodyPr>
          <a:lstStyle/>
          <a:p>
            <a:endParaRPr lang="en-US" dirty="0"/>
          </a:p>
          <a:p>
            <a:r>
              <a:rPr lang="en-US" dirty="0"/>
              <a:t>architecture and design</a:t>
            </a:r>
          </a:p>
        </p:txBody>
      </p:sp>
      <p:sp>
        <p:nvSpPr>
          <p:cNvPr id="10" name="TextBox 9">
            <a:extLst>
              <a:ext uri="{FF2B5EF4-FFF2-40B4-BE49-F238E27FC236}">
                <a16:creationId xmlns:a16="http://schemas.microsoft.com/office/drawing/2014/main" id="{AE6E8121-ECC4-4E05-8CD9-FCEFCEC44F76}"/>
              </a:ext>
            </a:extLst>
          </p:cNvPr>
          <p:cNvSpPr txBox="1"/>
          <p:nvPr/>
        </p:nvSpPr>
        <p:spPr>
          <a:xfrm>
            <a:off x="0" y="1041400"/>
            <a:ext cx="9835072" cy="3339184"/>
          </a:xfrm>
          <a:prstGeom prst="rect">
            <a:avLst/>
          </a:prstGeom>
          <a:noFill/>
        </p:spPr>
        <p:txBody>
          <a:bodyPr wrap="square" rtlCol="0">
            <a:spAutoFit/>
          </a:bodyPr>
          <a:lstStyle/>
          <a:p>
            <a:pPr marL="742950" lvl="1" indent="-285750">
              <a:lnSpc>
                <a:spcPct val="107000"/>
              </a:lnSpc>
              <a:spcBef>
                <a:spcPts val="0"/>
              </a:spcBef>
              <a:spcAft>
                <a:spcPts val="0"/>
              </a:spcAft>
              <a:buFont typeface="Arial" panose="020B0604020202020204" pitchFamily="34" charset="0"/>
              <a:buChar char="•"/>
            </a:pPr>
            <a:endParaRPr lang="en-US" sz="1800" dirty="0">
              <a:latin typeface="Calibri" panose="020F0502020204030204" pitchFamily="34" charset="0"/>
              <a:cs typeface="Times New Roman" panose="02020603050405020304" pitchFamily="18" charset="0"/>
            </a:endParaRPr>
          </a:p>
          <a:p>
            <a:pPr lvl="1">
              <a:lnSpc>
                <a:spcPct val="107000"/>
              </a:lnSpc>
              <a:spcBef>
                <a:spcPts val="0"/>
              </a:spcBef>
              <a:spcAft>
                <a:spcPts val="0"/>
              </a:spcAft>
            </a:pPr>
            <a:r>
              <a:rPr lang="en-US" sz="1800" dirty="0">
                <a:latin typeface="Calibri" panose="020F0502020204030204" pitchFamily="34" charset="0"/>
                <a:cs typeface="Times New Roman" panose="02020603050405020304" pitchFamily="18" charset="0"/>
              </a:rPr>
              <a:t>Disadvantages:</a:t>
            </a:r>
          </a:p>
          <a:p>
            <a:pPr marL="1200150" lvl="2" indent="-285750">
              <a:lnSpc>
                <a:spcPct val="107000"/>
              </a:lnSpc>
              <a:spcBef>
                <a:spcPts val="0"/>
              </a:spcBef>
              <a:spcAft>
                <a:spcPts val="0"/>
              </a:spcAft>
              <a:buFont typeface="Arial" panose="020B0604020202020204" pitchFamily="34" charset="0"/>
              <a:buChar char="•"/>
            </a:pPr>
            <a:endParaRPr lang="en-US" sz="1800" dirty="0">
              <a:latin typeface="Calibri" panose="020F0502020204030204" pitchFamily="34" charset="0"/>
              <a:cs typeface="Times New Roman" panose="02020603050405020304" pitchFamily="18" charset="0"/>
            </a:endParaRPr>
          </a:p>
          <a:p>
            <a:pPr marL="1200150" lvl="2" indent="-285750">
              <a:lnSpc>
                <a:spcPct val="107000"/>
              </a:lnSpc>
              <a:spcBef>
                <a:spcPts val="0"/>
              </a:spcBef>
              <a:spcAft>
                <a:spcPts val="0"/>
              </a:spcAft>
              <a:buFont typeface="Arial" panose="020B0604020202020204" pitchFamily="34" charset="0"/>
              <a:buChar char="•"/>
            </a:pPr>
            <a:r>
              <a:rPr lang="en-US" sz="1800" dirty="0">
                <a:latin typeface="Calibri" panose="020F0502020204030204" pitchFamily="34" charset="0"/>
                <a:cs typeface="Times New Roman" panose="02020603050405020304" pitchFamily="18" charset="0"/>
              </a:rPr>
              <a:t>Autonomous transactional approach is very difficult to implement or almost impossible, to find a way around this disadvantage we are using </a:t>
            </a:r>
            <a:r>
              <a:rPr lang="en-US" sz="1800" b="1" dirty="0">
                <a:latin typeface="Calibri" panose="020F0502020204030204" pitchFamily="34" charset="0"/>
                <a:cs typeface="Times New Roman" panose="02020603050405020304" pitchFamily="18" charset="0"/>
              </a:rPr>
              <a:t>compensation pattern</a:t>
            </a:r>
            <a:r>
              <a:rPr lang="en-US" sz="1800" dirty="0">
                <a:latin typeface="Calibri" panose="020F0502020204030204" pitchFamily="34" charset="0"/>
                <a:cs typeface="Times New Roman" panose="02020603050405020304" pitchFamily="18" charset="0"/>
              </a:rPr>
              <a:t>  </a:t>
            </a:r>
          </a:p>
          <a:p>
            <a:pPr marL="1200150" lvl="2" indent="-285750">
              <a:lnSpc>
                <a:spcPct val="107000"/>
              </a:lnSpc>
              <a:spcBef>
                <a:spcPts val="0"/>
              </a:spcBef>
              <a:spcAft>
                <a:spcPts val="0"/>
              </a:spcAft>
              <a:buFont typeface="Arial" panose="020B0604020202020204" pitchFamily="34" charset="0"/>
              <a:buChar char="•"/>
            </a:pPr>
            <a:endParaRPr lang="en-US" sz="1800" dirty="0">
              <a:latin typeface="Calibri" panose="020F0502020204030204" pitchFamily="34" charset="0"/>
              <a:cs typeface="Times New Roman" panose="02020603050405020304" pitchFamily="18" charset="0"/>
            </a:endParaRPr>
          </a:p>
          <a:p>
            <a:pPr marL="1200150" lvl="2" indent="-285750">
              <a:lnSpc>
                <a:spcPct val="107000"/>
              </a:lnSpc>
              <a:spcBef>
                <a:spcPts val="0"/>
              </a:spcBef>
              <a:spcAft>
                <a:spcPts val="0"/>
              </a:spcAft>
              <a:buFont typeface="Arial" panose="020B0604020202020204" pitchFamily="34" charset="0"/>
              <a:buChar char="•"/>
            </a:pPr>
            <a:r>
              <a:rPr lang="en-US" sz="1800" dirty="0">
                <a:latin typeface="Calibri" panose="020F0502020204030204" pitchFamily="34" charset="0"/>
                <a:cs typeface="Times New Roman" panose="02020603050405020304" pitchFamily="18" charset="0"/>
              </a:rPr>
              <a:t>Fragmented and sometimes duplicated functionality in more than one service. </a:t>
            </a:r>
          </a:p>
          <a:p>
            <a:pPr lvl="1">
              <a:lnSpc>
                <a:spcPct val="107000"/>
              </a:lnSpc>
              <a:spcBef>
                <a:spcPts val="0"/>
              </a:spcBef>
              <a:spcAft>
                <a:spcPts val="0"/>
              </a:spcAft>
            </a:pPr>
            <a:endParaRPr lang="en-US" sz="1800" dirty="0">
              <a:latin typeface="Calibri" panose="020F0502020204030204" pitchFamily="34" charset="0"/>
              <a:cs typeface="Times New Roman" panose="02020603050405020304" pitchFamily="18" charset="0"/>
            </a:endParaRPr>
          </a:p>
          <a:p>
            <a:pPr lvl="1">
              <a:lnSpc>
                <a:spcPct val="107000"/>
              </a:lnSpc>
              <a:spcBef>
                <a:spcPts val="0"/>
              </a:spcBef>
              <a:spcAft>
                <a:spcPts val="0"/>
              </a:spcAft>
            </a:pPr>
            <a:r>
              <a:rPr lang="en-US" sz="1800" dirty="0">
                <a:latin typeface="Calibri" panose="020F0502020204030204" pitchFamily="34" charset="0"/>
                <a:cs typeface="Times New Roman" panose="02020603050405020304" pitchFamily="18" charset="0"/>
              </a:rPr>
              <a:t>Most of the disadvantages in SOA architecture can be addressed by monolith application design as many legacy systems are designed. But monolith system architecture by design is not modular and with that approach, we can’t deliver each module as independent application. </a:t>
            </a:r>
          </a:p>
        </p:txBody>
      </p:sp>
    </p:spTree>
    <p:extLst>
      <p:ext uri="{BB962C8B-B14F-4D97-AF65-F5344CB8AC3E}">
        <p14:creationId xmlns:p14="http://schemas.microsoft.com/office/powerpoint/2010/main" val="2835776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B0B124-03B3-4E41-B64F-1B1E8C9741E9}"/>
              </a:ext>
            </a:extLst>
          </p:cNvPr>
          <p:cNvSpPr>
            <a:spLocks noGrp="1"/>
          </p:cNvSpPr>
          <p:nvPr>
            <p:ph type="dt" sz="half" idx="10"/>
          </p:nvPr>
        </p:nvSpPr>
        <p:spPr/>
        <p:txBody>
          <a:bodyPr/>
          <a:lstStyle/>
          <a:p>
            <a:pPr>
              <a:defRPr/>
            </a:pPr>
            <a:fld id="{3D27F369-FBEF-49CC-B1E1-DACBB679F237}" type="datetime1">
              <a:rPr lang="de-DE" smtClean="0"/>
              <a:t>11.03.2022</a:t>
            </a:fld>
            <a:endParaRPr lang="de-DE"/>
          </a:p>
        </p:txBody>
      </p:sp>
      <p:sp>
        <p:nvSpPr>
          <p:cNvPr id="3" name="Slide Number Placeholder 2">
            <a:extLst>
              <a:ext uri="{FF2B5EF4-FFF2-40B4-BE49-F238E27FC236}">
                <a16:creationId xmlns:a16="http://schemas.microsoft.com/office/drawing/2014/main" id="{10BE6EDB-3CA7-4E49-BE5A-D45733B4BB00}"/>
              </a:ext>
            </a:extLst>
          </p:cNvPr>
          <p:cNvSpPr>
            <a:spLocks noGrp="1"/>
          </p:cNvSpPr>
          <p:nvPr>
            <p:ph type="sldNum" sz="quarter" idx="12"/>
          </p:nvPr>
        </p:nvSpPr>
        <p:spPr/>
        <p:txBody>
          <a:bodyPr/>
          <a:lstStyle/>
          <a:p>
            <a:pPr>
              <a:defRPr/>
            </a:pPr>
            <a:fld id="{37BFE7C7-054B-4348-AC34-3B43DFB81833}" type="slidenum">
              <a:rPr lang="de-DE" smtClean="0"/>
              <a:pPr>
                <a:defRPr/>
              </a:pPr>
              <a:t>7</a:t>
            </a:fld>
            <a:endParaRPr lang="de-DE"/>
          </a:p>
        </p:txBody>
      </p:sp>
      <p:sp>
        <p:nvSpPr>
          <p:cNvPr id="4" name="Title 3">
            <a:extLst>
              <a:ext uri="{FF2B5EF4-FFF2-40B4-BE49-F238E27FC236}">
                <a16:creationId xmlns:a16="http://schemas.microsoft.com/office/drawing/2014/main" id="{6439E7BC-29BA-41CC-8859-7AE1C872704B}"/>
              </a:ext>
            </a:extLst>
          </p:cNvPr>
          <p:cNvSpPr>
            <a:spLocks noGrp="1"/>
          </p:cNvSpPr>
          <p:nvPr>
            <p:ph type="title"/>
          </p:nvPr>
        </p:nvSpPr>
        <p:spPr/>
        <p:txBody>
          <a:bodyPr/>
          <a:lstStyle/>
          <a:p>
            <a:r>
              <a:rPr lang="de-DE" dirty="0">
                <a:latin typeface="Calibri Light" panose="020F0302020204030204" pitchFamily="34" charset="0"/>
                <a:cs typeface="Calibri Light" panose="020F0302020204030204" pitchFamily="34" charset="0"/>
              </a:rPr>
              <a:t>The Solution</a:t>
            </a:r>
            <a:endParaRPr lang="en-GB" dirty="0"/>
          </a:p>
        </p:txBody>
      </p:sp>
      <p:pic>
        <p:nvPicPr>
          <p:cNvPr id="7" name="Graphic 6">
            <a:extLst>
              <a:ext uri="{FF2B5EF4-FFF2-40B4-BE49-F238E27FC236}">
                <a16:creationId xmlns:a16="http://schemas.microsoft.com/office/drawing/2014/main" id="{4E2FE3F1-1A60-495B-8D2C-3B3105F68BD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818" r="22777" b="28718"/>
          <a:stretch/>
        </p:blipFill>
        <p:spPr>
          <a:xfrm>
            <a:off x="779506" y="1337095"/>
            <a:ext cx="8346988" cy="4822166"/>
          </a:xfrm>
          <a:prstGeom prst="rect">
            <a:avLst/>
          </a:prstGeom>
        </p:spPr>
      </p:pic>
      <p:sp>
        <p:nvSpPr>
          <p:cNvPr id="5" name="Oval 4">
            <a:extLst>
              <a:ext uri="{FF2B5EF4-FFF2-40B4-BE49-F238E27FC236}">
                <a16:creationId xmlns:a16="http://schemas.microsoft.com/office/drawing/2014/main" id="{2C1D4551-6B87-4031-BA27-0B8539E35A7B}"/>
              </a:ext>
            </a:extLst>
          </p:cNvPr>
          <p:cNvSpPr/>
          <p:nvPr/>
        </p:nvSpPr>
        <p:spPr bwMode="auto">
          <a:xfrm>
            <a:off x="4367613" y="4921340"/>
            <a:ext cx="1204957" cy="865584"/>
          </a:xfrm>
          <a:prstGeom prst="ellipse">
            <a:avLst/>
          </a:prstGeom>
          <a:solidFill>
            <a:srgbClr val="005288"/>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2000" i="0" u="none" strike="noStrike" cap="none" normalizeH="0" baseline="0" dirty="0">
                <a:ln>
                  <a:noFill/>
                </a:ln>
                <a:solidFill>
                  <a:schemeClr val="bg1"/>
                </a:solidFill>
                <a:effectLst/>
                <a:latin typeface="Calibri Light" panose="020F0302020204030204" pitchFamily="34" charset="0"/>
                <a:cs typeface="Calibri Light" panose="020F0302020204030204" pitchFamily="34" charset="0"/>
              </a:rPr>
              <a:t>Existing</a:t>
            </a:r>
          </a:p>
          <a:p>
            <a:pPr marL="0" marR="0" indent="0" algn="ctr" defTabSz="914400" rtl="0" eaLnBrk="1" fontAlgn="base" latinLnBrk="0" hangingPunct="1">
              <a:lnSpc>
                <a:spcPct val="100000"/>
              </a:lnSpc>
              <a:spcBef>
                <a:spcPct val="0"/>
              </a:spcBef>
              <a:spcAft>
                <a:spcPct val="0"/>
              </a:spcAft>
              <a:buClrTx/>
              <a:buSzTx/>
              <a:buFontTx/>
              <a:buNone/>
              <a:tabLst/>
            </a:pPr>
            <a:r>
              <a:rPr lang="en-US" sz="2000" dirty="0">
                <a:solidFill>
                  <a:schemeClr val="bg1"/>
                </a:solidFill>
                <a:latin typeface="Calibri Light" panose="020F0302020204030204" pitchFamily="34" charset="0"/>
                <a:cs typeface="Calibri Light" panose="020F0302020204030204" pitchFamily="34" charset="0"/>
              </a:rPr>
              <a:t>Systems</a:t>
            </a:r>
            <a:endParaRPr kumimoji="1" lang="en-US" sz="2000" i="0" u="none" strike="noStrike" cap="none" normalizeH="0" baseline="0" dirty="0">
              <a:ln>
                <a:noFill/>
              </a:ln>
              <a:solidFill>
                <a:schemeClr val="bg1"/>
              </a:solidFill>
              <a:effectLst/>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862466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53254B-DA53-4C28-B5CC-FA884E5AD99D}"/>
              </a:ext>
            </a:extLst>
          </p:cNvPr>
          <p:cNvSpPr>
            <a:spLocks noGrp="1"/>
          </p:cNvSpPr>
          <p:nvPr>
            <p:ph type="dt" sz="half" idx="10"/>
          </p:nvPr>
        </p:nvSpPr>
        <p:spPr/>
        <p:txBody>
          <a:bodyPr/>
          <a:lstStyle/>
          <a:p>
            <a:pPr>
              <a:defRPr/>
            </a:pPr>
            <a:fld id="{0E6F55F5-27DF-40F9-B791-2AFA778FBFA6}" type="datetime1">
              <a:rPr lang="de-DE" smtClean="0"/>
              <a:t>11.03.2022</a:t>
            </a:fld>
            <a:endParaRPr lang="de-DE"/>
          </a:p>
        </p:txBody>
      </p:sp>
      <p:sp>
        <p:nvSpPr>
          <p:cNvPr id="3" name="Slide Number Placeholder 2">
            <a:extLst>
              <a:ext uri="{FF2B5EF4-FFF2-40B4-BE49-F238E27FC236}">
                <a16:creationId xmlns:a16="http://schemas.microsoft.com/office/drawing/2014/main" id="{EBD8FD6B-4AC0-4C87-AB0D-926769C926F7}"/>
              </a:ext>
            </a:extLst>
          </p:cNvPr>
          <p:cNvSpPr>
            <a:spLocks noGrp="1"/>
          </p:cNvSpPr>
          <p:nvPr>
            <p:ph type="sldNum" sz="quarter" idx="12"/>
          </p:nvPr>
        </p:nvSpPr>
        <p:spPr/>
        <p:txBody>
          <a:bodyPr/>
          <a:lstStyle/>
          <a:p>
            <a:pPr>
              <a:defRPr/>
            </a:pPr>
            <a:fld id="{9937EF64-33A1-4399-A534-1E8FD49F42BC}" type="slidenum">
              <a:rPr lang="de-DE" smtClean="0"/>
              <a:pPr>
                <a:defRPr/>
              </a:pPr>
              <a:t>8</a:t>
            </a:fld>
            <a:endParaRPr lang="de-DE"/>
          </a:p>
        </p:txBody>
      </p:sp>
      <p:sp>
        <p:nvSpPr>
          <p:cNvPr id="4" name="Title 4">
            <a:extLst>
              <a:ext uri="{FF2B5EF4-FFF2-40B4-BE49-F238E27FC236}">
                <a16:creationId xmlns:a16="http://schemas.microsoft.com/office/drawing/2014/main" id="{555F51BF-1D43-4124-83DA-710B24ED15A8}"/>
              </a:ext>
            </a:extLst>
          </p:cNvPr>
          <p:cNvSpPr txBox="1">
            <a:spLocks/>
          </p:cNvSpPr>
          <p:nvPr/>
        </p:nvSpPr>
        <p:spPr>
          <a:xfrm>
            <a:off x="250825" y="252254"/>
            <a:ext cx="7031038" cy="627968"/>
          </a:xfrm>
          <a:prstGeom prst="rect">
            <a:avLst/>
          </a:prstGeom>
        </p:spPr>
        <p:txBody>
          <a:bodyPr anchor="ctr"/>
          <a:lstStyle>
            <a:lvl1pPr algn="l" rtl="0" eaLnBrk="1" fontAlgn="base" hangingPunct="1">
              <a:lnSpc>
                <a:spcPts val="2500"/>
              </a:lnSpc>
              <a:spcBef>
                <a:spcPct val="0"/>
              </a:spcBef>
              <a:spcAft>
                <a:spcPct val="0"/>
              </a:spcAft>
              <a:defRPr sz="3600" b="0">
                <a:solidFill>
                  <a:srgbClr val="005288"/>
                </a:solidFill>
                <a:latin typeface="Calibri" panose="020F0502020204030204" pitchFamily="34" charset="0"/>
                <a:ea typeface="+mj-ea"/>
                <a:cs typeface="Calibri" panose="020F0502020204030204" pitchFamily="34" charset="0"/>
              </a:defRPr>
            </a:lvl1pPr>
            <a:lvl2pPr algn="l" rtl="0" eaLnBrk="1" fontAlgn="base" hangingPunct="1">
              <a:lnSpc>
                <a:spcPts val="2500"/>
              </a:lnSpc>
              <a:spcBef>
                <a:spcPct val="0"/>
              </a:spcBef>
              <a:spcAft>
                <a:spcPct val="0"/>
              </a:spcAft>
              <a:defRPr sz="2400" b="1">
                <a:solidFill>
                  <a:srgbClr val="004F95"/>
                </a:solidFill>
                <a:latin typeface="Arial" charset="0"/>
              </a:defRPr>
            </a:lvl2pPr>
            <a:lvl3pPr algn="l" rtl="0" eaLnBrk="1" fontAlgn="base" hangingPunct="1">
              <a:lnSpc>
                <a:spcPts val="2500"/>
              </a:lnSpc>
              <a:spcBef>
                <a:spcPct val="0"/>
              </a:spcBef>
              <a:spcAft>
                <a:spcPct val="0"/>
              </a:spcAft>
              <a:defRPr sz="2400" b="1">
                <a:solidFill>
                  <a:srgbClr val="004F95"/>
                </a:solidFill>
                <a:latin typeface="Arial" charset="0"/>
              </a:defRPr>
            </a:lvl3pPr>
            <a:lvl4pPr algn="l" rtl="0" eaLnBrk="1" fontAlgn="base" hangingPunct="1">
              <a:lnSpc>
                <a:spcPts val="2500"/>
              </a:lnSpc>
              <a:spcBef>
                <a:spcPct val="0"/>
              </a:spcBef>
              <a:spcAft>
                <a:spcPct val="0"/>
              </a:spcAft>
              <a:defRPr sz="2400" b="1">
                <a:solidFill>
                  <a:srgbClr val="004F95"/>
                </a:solidFill>
                <a:latin typeface="Arial" charset="0"/>
              </a:defRPr>
            </a:lvl4pPr>
            <a:lvl5pPr algn="l" rtl="0" eaLnBrk="1" fontAlgn="base" hangingPunct="1">
              <a:lnSpc>
                <a:spcPts val="2500"/>
              </a:lnSpc>
              <a:spcBef>
                <a:spcPct val="0"/>
              </a:spcBef>
              <a:spcAft>
                <a:spcPct val="0"/>
              </a:spcAft>
              <a:defRPr sz="2400" b="1">
                <a:solidFill>
                  <a:srgbClr val="004F95"/>
                </a:solidFill>
                <a:latin typeface="Arial" charset="0"/>
              </a:defRPr>
            </a:lvl5pPr>
            <a:lvl6pPr marL="457200" algn="r" rtl="0" eaLnBrk="1" fontAlgn="base" hangingPunct="1">
              <a:spcBef>
                <a:spcPct val="0"/>
              </a:spcBef>
              <a:spcAft>
                <a:spcPct val="0"/>
              </a:spcAft>
              <a:defRPr sz="2800" b="1">
                <a:solidFill>
                  <a:schemeClr val="tx1"/>
                </a:solidFill>
                <a:latin typeface="Arial" charset="0"/>
              </a:defRPr>
            </a:lvl6pPr>
            <a:lvl7pPr marL="914400" algn="r" rtl="0" eaLnBrk="1" fontAlgn="base" hangingPunct="1">
              <a:spcBef>
                <a:spcPct val="0"/>
              </a:spcBef>
              <a:spcAft>
                <a:spcPct val="0"/>
              </a:spcAft>
              <a:defRPr sz="2800" b="1">
                <a:solidFill>
                  <a:schemeClr val="tx1"/>
                </a:solidFill>
                <a:latin typeface="Arial" charset="0"/>
              </a:defRPr>
            </a:lvl7pPr>
            <a:lvl8pPr marL="1371600" algn="r" rtl="0" eaLnBrk="1" fontAlgn="base" hangingPunct="1">
              <a:spcBef>
                <a:spcPct val="0"/>
              </a:spcBef>
              <a:spcAft>
                <a:spcPct val="0"/>
              </a:spcAft>
              <a:defRPr sz="2800" b="1">
                <a:solidFill>
                  <a:schemeClr val="tx1"/>
                </a:solidFill>
                <a:latin typeface="Arial" charset="0"/>
              </a:defRPr>
            </a:lvl8pPr>
            <a:lvl9pPr marL="1828800" algn="r" rtl="0" eaLnBrk="1" fontAlgn="base" hangingPunct="1">
              <a:spcBef>
                <a:spcPct val="0"/>
              </a:spcBef>
              <a:spcAft>
                <a:spcPct val="0"/>
              </a:spcAft>
              <a:defRPr sz="2800" b="1">
                <a:solidFill>
                  <a:schemeClr val="tx1"/>
                </a:solidFill>
                <a:latin typeface="Arial" charset="0"/>
              </a:defRPr>
            </a:lvl9pPr>
          </a:lstStyle>
          <a:p>
            <a:r>
              <a:rPr kumimoji="0" lang="en-US" kern="0" dirty="0"/>
              <a:t>PCES Broker Architecture</a:t>
            </a:r>
          </a:p>
        </p:txBody>
      </p:sp>
      <p:pic>
        <p:nvPicPr>
          <p:cNvPr id="190" name="Picture 189">
            <a:extLst>
              <a:ext uri="{FF2B5EF4-FFF2-40B4-BE49-F238E27FC236}">
                <a16:creationId xmlns:a16="http://schemas.microsoft.com/office/drawing/2014/main" id="{31BB72AC-9842-4A1B-829A-9A72DCE134DF}"/>
              </a:ext>
            </a:extLst>
          </p:cNvPr>
          <p:cNvPicPr>
            <a:picLocks noChangeAspect="1"/>
          </p:cNvPicPr>
          <p:nvPr/>
        </p:nvPicPr>
        <p:blipFill>
          <a:blip r:embed="rId2"/>
          <a:stretch>
            <a:fillRect/>
          </a:stretch>
        </p:blipFill>
        <p:spPr>
          <a:xfrm>
            <a:off x="304105" y="1071837"/>
            <a:ext cx="9176815" cy="5352942"/>
          </a:xfrm>
          <a:prstGeom prst="rect">
            <a:avLst/>
          </a:prstGeom>
        </p:spPr>
      </p:pic>
      <p:sp>
        <p:nvSpPr>
          <p:cNvPr id="191" name="Rectangle 190">
            <a:hlinkClick r:id="rId3" action="ppaction://hlinksldjump"/>
            <a:extLst>
              <a:ext uri="{FF2B5EF4-FFF2-40B4-BE49-F238E27FC236}">
                <a16:creationId xmlns:a16="http://schemas.microsoft.com/office/drawing/2014/main" id="{3F9B18A7-7D4B-4357-B878-091550D6EF53}"/>
              </a:ext>
            </a:extLst>
          </p:cNvPr>
          <p:cNvSpPr/>
          <p:nvPr/>
        </p:nvSpPr>
        <p:spPr bwMode="auto">
          <a:xfrm>
            <a:off x="393107" y="1375873"/>
            <a:ext cx="1085315" cy="649480"/>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1000" b="0" i="0" u="none" strike="noStrike" cap="none" normalizeH="0" baseline="0">
              <a:ln>
                <a:noFill/>
              </a:ln>
              <a:solidFill>
                <a:srgbClr val="000000"/>
              </a:solidFill>
              <a:effectLst/>
              <a:latin typeface="Tahoma" pitchFamily="34" charset="0"/>
            </a:endParaRPr>
          </a:p>
        </p:txBody>
      </p:sp>
      <p:sp>
        <p:nvSpPr>
          <p:cNvPr id="192" name="Rectangle 191">
            <a:hlinkClick r:id="rId4" action="ppaction://hlinksldjump"/>
            <a:extLst>
              <a:ext uri="{FF2B5EF4-FFF2-40B4-BE49-F238E27FC236}">
                <a16:creationId xmlns:a16="http://schemas.microsoft.com/office/drawing/2014/main" id="{021CD1D5-D2D5-46ED-9105-76564FC474B8}"/>
              </a:ext>
            </a:extLst>
          </p:cNvPr>
          <p:cNvSpPr/>
          <p:nvPr/>
        </p:nvSpPr>
        <p:spPr bwMode="auto">
          <a:xfrm>
            <a:off x="8392025" y="1375873"/>
            <a:ext cx="837433" cy="649480"/>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1000" b="0" i="0" u="none" strike="noStrike" cap="none" normalizeH="0" baseline="0">
              <a:ln>
                <a:noFill/>
              </a:ln>
              <a:solidFill>
                <a:srgbClr val="000000"/>
              </a:solidFill>
              <a:effectLst/>
              <a:latin typeface="Tahoma" pitchFamily="34" charset="0"/>
            </a:endParaRPr>
          </a:p>
        </p:txBody>
      </p:sp>
    </p:spTree>
    <p:extLst>
      <p:ext uri="{BB962C8B-B14F-4D97-AF65-F5344CB8AC3E}">
        <p14:creationId xmlns:p14="http://schemas.microsoft.com/office/powerpoint/2010/main" val="3384050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53254B-DA53-4C28-B5CC-FA884E5AD99D}"/>
              </a:ext>
            </a:extLst>
          </p:cNvPr>
          <p:cNvSpPr>
            <a:spLocks noGrp="1"/>
          </p:cNvSpPr>
          <p:nvPr>
            <p:ph type="dt" sz="half" idx="10"/>
          </p:nvPr>
        </p:nvSpPr>
        <p:spPr/>
        <p:txBody>
          <a:bodyPr/>
          <a:lstStyle/>
          <a:p>
            <a:pPr>
              <a:defRPr/>
            </a:pPr>
            <a:fld id="{0E6F55F5-27DF-40F9-B791-2AFA778FBFA6}" type="datetime1">
              <a:rPr lang="de-DE" smtClean="0"/>
              <a:t>11.03.2022</a:t>
            </a:fld>
            <a:endParaRPr lang="de-DE"/>
          </a:p>
        </p:txBody>
      </p:sp>
      <p:sp>
        <p:nvSpPr>
          <p:cNvPr id="3" name="Slide Number Placeholder 2">
            <a:extLst>
              <a:ext uri="{FF2B5EF4-FFF2-40B4-BE49-F238E27FC236}">
                <a16:creationId xmlns:a16="http://schemas.microsoft.com/office/drawing/2014/main" id="{EBD8FD6B-4AC0-4C87-AB0D-926769C926F7}"/>
              </a:ext>
            </a:extLst>
          </p:cNvPr>
          <p:cNvSpPr>
            <a:spLocks noGrp="1"/>
          </p:cNvSpPr>
          <p:nvPr>
            <p:ph type="sldNum" sz="quarter" idx="12"/>
          </p:nvPr>
        </p:nvSpPr>
        <p:spPr/>
        <p:txBody>
          <a:bodyPr/>
          <a:lstStyle/>
          <a:p>
            <a:pPr>
              <a:defRPr/>
            </a:pPr>
            <a:fld id="{9937EF64-33A1-4399-A534-1E8FD49F42BC}" type="slidenum">
              <a:rPr lang="de-DE" smtClean="0"/>
              <a:pPr>
                <a:defRPr/>
              </a:pPr>
              <a:t>9</a:t>
            </a:fld>
            <a:endParaRPr lang="de-DE"/>
          </a:p>
        </p:txBody>
      </p:sp>
      <p:sp>
        <p:nvSpPr>
          <p:cNvPr id="4" name="Title 4">
            <a:extLst>
              <a:ext uri="{FF2B5EF4-FFF2-40B4-BE49-F238E27FC236}">
                <a16:creationId xmlns:a16="http://schemas.microsoft.com/office/drawing/2014/main" id="{555F51BF-1D43-4124-83DA-710B24ED15A8}"/>
              </a:ext>
            </a:extLst>
          </p:cNvPr>
          <p:cNvSpPr txBox="1">
            <a:spLocks/>
          </p:cNvSpPr>
          <p:nvPr/>
        </p:nvSpPr>
        <p:spPr>
          <a:xfrm>
            <a:off x="250825" y="252254"/>
            <a:ext cx="7031038" cy="627968"/>
          </a:xfrm>
          <a:prstGeom prst="rect">
            <a:avLst/>
          </a:prstGeom>
        </p:spPr>
        <p:txBody>
          <a:bodyPr anchor="ctr"/>
          <a:lstStyle>
            <a:lvl1pPr algn="l" rtl="0" eaLnBrk="1" fontAlgn="base" hangingPunct="1">
              <a:lnSpc>
                <a:spcPts val="2500"/>
              </a:lnSpc>
              <a:spcBef>
                <a:spcPct val="0"/>
              </a:spcBef>
              <a:spcAft>
                <a:spcPct val="0"/>
              </a:spcAft>
              <a:defRPr sz="3600" b="0">
                <a:solidFill>
                  <a:srgbClr val="005288"/>
                </a:solidFill>
                <a:latin typeface="Calibri" panose="020F0502020204030204" pitchFamily="34" charset="0"/>
                <a:ea typeface="+mj-ea"/>
                <a:cs typeface="Calibri" panose="020F0502020204030204" pitchFamily="34" charset="0"/>
              </a:defRPr>
            </a:lvl1pPr>
            <a:lvl2pPr algn="l" rtl="0" eaLnBrk="1" fontAlgn="base" hangingPunct="1">
              <a:lnSpc>
                <a:spcPts val="2500"/>
              </a:lnSpc>
              <a:spcBef>
                <a:spcPct val="0"/>
              </a:spcBef>
              <a:spcAft>
                <a:spcPct val="0"/>
              </a:spcAft>
              <a:defRPr sz="2400" b="1">
                <a:solidFill>
                  <a:srgbClr val="004F95"/>
                </a:solidFill>
                <a:latin typeface="Arial" charset="0"/>
              </a:defRPr>
            </a:lvl2pPr>
            <a:lvl3pPr algn="l" rtl="0" eaLnBrk="1" fontAlgn="base" hangingPunct="1">
              <a:lnSpc>
                <a:spcPts val="2500"/>
              </a:lnSpc>
              <a:spcBef>
                <a:spcPct val="0"/>
              </a:spcBef>
              <a:spcAft>
                <a:spcPct val="0"/>
              </a:spcAft>
              <a:defRPr sz="2400" b="1">
                <a:solidFill>
                  <a:srgbClr val="004F95"/>
                </a:solidFill>
                <a:latin typeface="Arial" charset="0"/>
              </a:defRPr>
            </a:lvl3pPr>
            <a:lvl4pPr algn="l" rtl="0" eaLnBrk="1" fontAlgn="base" hangingPunct="1">
              <a:lnSpc>
                <a:spcPts val="2500"/>
              </a:lnSpc>
              <a:spcBef>
                <a:spcPct val="0"/>
              </a:spcBef>
              <a:spcAft>
                <a:spcPct val="0"/>
              </a:spcAft>
              <a:defRPr sz="2400" b="1">
                <a:solidFill>
                  <a:srgbClr val="004F95"/>
                </a:solidFill>
                <a:latin typeface="Arial" charset="0"/>
              </a:defRPr>
            </a:lvl4pPr>
            <a:lvl5pPr algn="l" rtl="0" eaLnBrk="1" fontAlgn="base" hangingPunct="1">
              <a:lnSpc>
                <a:spcPts val="2500"/>
              </a:lnSpc>
              <a:spcBef>
                <a:spcPct val="0"/>
              </a:spcBef>
              <a:spcAft>
                <a:spcPct val="0"/>
              </a:spcAft>
              <a:defRPr sz="2400" b="1">
                <a:solidFill>
                  <a:srgbClr val="004F95"/>
                </a:solidFill>
                <a:latin typeface="Arial" charset="0"/>
              </a:defRPr>
            </a:lvl5pPr>
            <a:lvl6pPr marL="457200" algn="r" rtl="0" eaLnBrk="1" fontAlgn="base" hangingPunct="1">
              <a:spcBef>
                <a:spcPct val="0"/>
              </a:spcBef>
              <a:spcAft>
                <a:spcPct val="0"/>
              </a:spcAft>
              <a:defRPr sz="2800" b="1">
                <a:solidFill>
                  <a:schemeClr val="tx1"/>
                </a:solidFill>
                <a:latin typeface="Arial" charset="0"/>
              </a:defRPr>
            </a:lvl6pPr>
            <a:lvl7pPr marL="914400" algn="r" rtl="0" eaLnBrk="1" fontAlgn="base" hangingPunct="1">
              <a:spcBef>
                <a:spcPct val="0"/>
              </a:spcBef>
              <a:spcAft>
                <a:spcPct val="0"/>
              </a:spcAft>
              <a:defRPr sz="2800" b="1">
                <a:solidFill>
                  <a:schemeClr val="tx1"/>
                </a:solidFill>
                <a:latin typeface="Arial" charset="0"/>
              </a:defRPr>
            </a:lvl7pPr>
            <a:lvl8pPr marL="1371600" algn="r" rtl="0" eaLnBrk="1" fontAlgn="base" hangingPunct="1">
              <a:spcBef>
                <a:spcPct val="0"/>
              </a:spcBef>
              <a:spcAft>
                <a:spcPct val="0"/>
              </a:spcAft>
              <a:defRPr sz="2800" b="1">
                <a:solidFill>
                  <a:schemeClr val="tx1"/>
                </a:solidFill>
                <a:latin typeface="Arial" charset="0"/>
              </a:defRPr>
            </a:lvl8pPr>
            <a:lvl9pPr marL="1828800" algn="r" rtl="0" eaLnBrk="1" fontAlgn="base" hangingPunct="1">
              <a:spcBef>
                <a:spcPct val="0"/>
              </a:spcBef>
              <a:spcAft>
                <a:spcPct val="0"/>
              </a:spcAft>
              <a:defRPr sz="2800" b="1">
                <a:solidFill>
                  <a:schemeClr val="tx1"/>
                </a:solidFill>
                <a:latin typeface="Arial" charset="0"/>
              </a:defRPr>
            </a:lvl9pPr>
          </a:lstStyle>
          <a:p>
            <a:r>
              <a:rPr kumimoji="0" lang="en-US" kern="0" dirty="0"/>
              <a:t>PCES Broker Architecture</a:t>
            </a:r>
          </a:p>
        </p:txBody>
      </p:sp>
      <p:pic>
        <p:nvPicPr>
          <p:cNvPr id="198" name="Picture 197">
            <a:extLst>
              <a:ext uri="{FF2B5EF4-FFF2-40B4-BE49-F238E27FC236}">
                <a16:creationId xmlns:a16="http://schemas.microsoft.com/office/drawing/2014/main" id="{1945E8CF-6C9F-4A26-841F-D79B7E9FEBDE}"/>
              </a:ext>
            </a:extLst>
          </p:cNvPr>
          <p:cNvPicPr>
            <a:picLocks noChangeAspect="1"/>
          </p:cNvPicPr>
          <p:nvPr/>
        </p:nvPicPr>
        <p:blipFill>
          <a:blip r:embed="rId2"/>
          <a:stretch>
            <a:fillRect/>
          </a:stretch>
        </p:blipFill>
        <p:spPr>
          <a:xfrm>
            <a:off x="538383" y="955340"/>
            <a:ext cx="8632677" cy="5342185"/>
          </a:xfrm>
          <a:prstGeom prst="rect">
            <a:avLst/>
          </a:prstGeom>
        </p:spPr>
      </p:pic>
    </p:spTree>
    <p:extLst>
      <p:ext uri="{BB962C8B-B14F-4D97-AF65-F5344CB8AC3E}">
        <p14:creationId xmlns:p14="http://schemas.microsoft.com/office/powerpoint/2010/main" val="3022234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1F05009-887E-4C6B-A19F-B9027613DFBE}"/>
              </a:ext>
            </a:extLst>
          </p:cNvPr>
          <p:cNvSpPr>
            <a:spLocks noGrp="1"/>
          </p:cNvSpPr>
          <p:nvPr>
            <p:ph type="dt" sz="half" idx="10"/>
          </p:nvPr>
        </p:nvSpPr>
        <p:spPr/>
        <p:txBody>
          <a:bodyPr/>
          <a:lstStyle/>
          <a:p>
            <a:pPr>
              <a:defRPr/>
            </a:pPr>
            <a:fld id="{AE2D8C7A-B26C-456B-B072-779E71D9FB77}" type="datetime1">
              <a:rPr lang="de-DE" smtClean="0"/>
              <a:t>11.03.2022</a:t>
            </a:fld>
            <a:endParaRPr lang="de-DE"/>
          </a:p>
        </p:txBody>
      </p:sp>
      <p:sp>
        <p:nvSpPr>
          <p:cNvPr id="4" name="Slide Number Placeholder 3">
            <a:extLst>
              <a:ext uri="{FF2B5EF4-FFF2-40B4-BE49-F238E27FC236}">
                <a16:creationId xmlns:a16="http://schemas.microsoft.com/office/drawing/2014/main" id="{6F800E81-FDCE-425A-B943-E4828CCF4C13}"/>
              </a:ext>
            </a:extLst>
          </p:cNvPr>
          <p:cNvSpPr>
            <a:spLocks noGrp="1"/>
          </p:cNvSpPr>
          <p:nvPr>
            <p:ph type="sldNum" sz="quarter" idx="12"/>
          </p:nvPr>
        </p:nvSpPr>
        <p:spPr/>
        <p:txBody>
          <a:bodyPr/>
          <a:lstStyle/>
          <a:p>
            <a:pPr>
              <a:defRPr/>
            </a:pPr>
            <a:fld id="{37D027DF-C0E3-4994-A075-E1CBABD834E8}" type="slidenum">
              <a:rPr lang="de-DE" smtClean="0"/>
              <a:pPr>
                <a:defRPr/>
              </a:pPr>
              <a:t>10</a:t>
            </a:fld>
            <a:endParaRPr lang="de-DE"/>
          </a:p>
        </p:txBody>
      </p:sp>
      <p:sp>
        <p:nvSpPr>
          <p:cNvPr id="5" name="Title 4">
            <a:extLst>
              <a:ext uri="{FF2B5EF4-FFF2-40B4-BE49-F238E27FC236}">
                <a16:creationId xmlns:a16="http://schemas.microsoft.com/office/drawing/2014/main" id="{85317805-D0EA-4B87-817E-1943B361156B}"/>
              </a:ext>
            </a:extLst>
          </p:cNvPr>
          <p:cNvSpPr>
            <a:spLocks noGrp="1"/>
          </p:cNvSpPr>
          <p:nvPr>
            <p:ph type="title"/>
          </p:nvPr>
        </p:nvSpPr>
        <p:spPr/>
        <p:txBody>
          <a:bodyPr/>
          <a:lstStyle/>
          <a:p>
            <a:r>
              <a:rPr lang="en-US"/>
              <a:t>Broker </a:t>
            </a:r>
            <a:r>
              <a:rPr lang="en-US" dirty="0"/>
              <a:t>Admin Dashboard</a:t>
            </a:r>
          </a:p>
        </p:txBody>
      </p:sp>
      <p:pic>
        <p:nvPicPr>
          <p:cNvPr id="8" name="Content Placeholder 7">
            <a:extLst>
              <a:ext uri="{FF2B5EF4-FFF2-40B4-BE49-F238E27FC236}">
                <a16:creationId xmlns:a16="http://schemas.microsoft.com/office/drawing/2014/main" id="{3F82799C-DCDB-41FD-910A-73C491798DF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0973" y="1179320"/>
            <a:ext cx="9621691" cy="4906059"/>
          </a:xfrm>
        </p:spPr>
      </p:pic>
    </p:spTree>
    <p:extLst>
      <p:ext uri="{BB962C8B-B14F-4D97-AF65-F5344CB8AC3E}">
        <p14:creationId xmlns:p14="http://schemas.microsoft.com/office/powerpoint/2010/main" val="39513770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53254B-DA53-4C28-B5CC-FA884E5AD99D}"/>
              </a:ext>
            </a:extLst>
          </p:cNvPr>
          <p:cNvSpPr>
            <a:spLocks noGrp="1"/>
          </p:cNvSpPr>
          <p:nvPr>
            <p:ph type="dt" sz="half" idx="10"/>
          </p:nvPr>
        </p:nvSpPr>
        <p:spPr/>
        <p:txBody>
          <a:bodyPr/>
          <a:lstStyle/>
          <a:p>
            <a:pPr>
              <a:defRPr/>
            </a:pPr>
            <a:fld id="{0E6F55F5-27DF-40F9-B791-2AFA778FBFA6}" type="datetime1">
              <a:rPr lang="de-DE" smtClean="0"/>
              <a:t>11.03.2022</a:t>
            </a:fld>
            <a:endParaRPr lang="de-DE"/>
          </a:p>
        </p:txBody>
      </p:sp>
      <p:sp>
        <p:nvSpPr>
          <p:cNvPr id="3" name="Slide Number Placeholder 2">
            <a:extLst>
              <a:ext uri="{FF2B5EF4-FFF2-40B4-BE49-F238E27FC236}">
                <a16:creationId xmlns:a16="http://schemas.microsoft.com/office/drawing/2014/main" id="{EBD8FD6B-4AC0-4C87-AB0D-926769C926F7}"/>
              </a:ext>
            </a:extLst>
          </p:cNvPr>
          <p:cNvSpPr>
            <a:spLocks noGrp="1"/>
          </p:cNvSpPr>
          <p:nvPr>
            <p:ph type="sldNum" sz="quarter" idx="12"/>
          </p:nvPr>
        </p:nvSpPr>
        <p:spPr/>
        <p:txBody>
          <a:bodyPr/>
          <a:lstStyle/>
          <a:p>
            <a:pPr>
              <a:defRPr/>
            </a:pPr>
            <a:fld id="{9937EF64-33A1-4399-A534-1E8FD49F42BC}" type="slidenum">
              <a:rPr lang="de-DE" smtClean="0"/>
              <a:pPr>
                <a:defRPr/>
              </a:pPr>
              <a:t>11</a:t>
            </a:fld>
            <a:endParaRPr lang="de-DE"/>
          </a:p>
        </p:txBody>
      </p:sp>
      <p:sp>
        <p:nvSpPr>
          <p:cNvPr id="4" name="Title 4">
            <a:extLst>
              <a:ext uri="{FF2B5EF4-FFF2-40B4-BE49-F238E27FC236}">
                <a16:creationId xmlns:a16="http://schemas.microsoft.com/office/drawing/2014/main" id="{555F51BF-1D43-4124-83DA-710B24ED15A8}"/>
              </a:ext>
            </a:extLst>
          </p:cNvPr>
          <p:cNvSpPr txBox="1">
            <a:spLocks/>
          </p:cNvSpPr>
          <p:nvPr/>
        </p:nvSpPr>
        <p:spPr>
          <a:xfrm>
            <a:off x="250825" y="252254"/>
            <a:ext cx="7031038" cy="627968"/>
          </a:xfrm>
          <a:prstGeom prst="rect">
            <a:avLst/>
          </a:prstGeom>
        </p:spPr>
        <p:txBody>
          <a:bodyPr anchor="ctr"/>
          <a:lstStyle>
            <a:lvl1pPr algn="l" rtl="0" eaLnBrk="1" fontAlgn="base" hangingPunct="1">
              <a:lnSpc>
                <a:spcPts val="2500"/>
              </a:lnSpc>
              <a:spcBef>
                <a:spcPct val="0"/>
              </a:spcBef>
              <a:spcAft>
                <a:spcPct val="0"/>
              </a:spcAft>
              <a:defRPr sz="3600" b="0">
                <a:solidFill>
                  <a:srgbClr val="005288"/>
                </a:solidFill>
                <a:latin typeface="Calibri" panose="020F0502020204030204" pitchFamily="34" charset="0"/>
                <a:ea typeface="+mj-ea"/>
                <a:cs typeface="Calibri" panose="020F0502020204030204" pitchFamily="34" charset="0"/>
              </a:defRPr>
            </a:lvl1pPr>
            <a:lvl2pPr algn="l" rtl="0" eaLnBrk="1" fontAlgn="base" hangingPunct="1">
              <a:lnSpc>
                <a:spcPts val="2500"/>
              </a:lnSpc>
              <a:spcBef>
                <a:spcPct val="0"/>
              </a:spcBef>
              <a:spcAft>
                <a:spcPct val="0"/>
              </a:spcAft>
              <a:defRPr sz="2400" b="1">
                <a:solidFill>
                  <a:srgbClr val="004F95"/>
                </a:solidFill>
                <a:latin typeface="Arial" charset="0"/>
              </a:defRPr>
            </a:lvl2pPr>
            <a:lvl3pPr algn="l" rtl="0" eaLnBrk="1" fontAlgn="base" hangingPunct="1">
              <a:lnSpc>
                <a:spcPts val="2500"/>
              </a:lnSpc>
              <a:spcBef>
                <a:spcPct val="0"/>
              </a:spcBef>
              <a:spcAft>
                <a:spcPct val="0"/>
              </a:spcAft>
              <a:defRPr sz="2400" b="1">
                <a:solidFill>
                  <a:srgbClr val="004F95"/>
                </a:solidFill>
                <a:latin typeface="Arial" charset="0"/>
              </a:defRPr>
            </a:lvl3pPr>
            <a:lvl4pPr algn="l" rtl="0" eaLnBrk="1" fontAlgn="base" hangingPunct="1">
              <a:lnSpc>
                <a:spcPts val="2500"/>
              </a:lnSpc>
              <a:spcBef>
                <a:spcPct val="0"/>
              </a:spcBef>
              <a:spcAft>
                <a:spcPct val="0"/>
              </a:spcAft>
              <a:defRPr sz="2400" b="1">
                <a:solidFill>
                  <a:srgbClr val="004F95"/>
                </a:solidFill>
                <a:latin typeface="Arial" charset="0"/>
              </a:defRPr>
            </a:lvl4pPr>
            <a:lvl5pPr algn="l" rtl="0" eaLnBrk="1" fontAlgn="base" hangingPunct="1">
              <a:lnSpc>
                <a:spcPts val="2500"/>
              </a:lnSpc>
              <a:spcBef>
                <a:spcPct val="0"/>
              </a:spcBef>
              <a:spcAft>
                <a:spcPct val="0"/>
              </a:spcAft>
              <a:defRPr sz="2400" b="1">
                <a:solidFill>
                  <a:srgbClr val="004F95"/>
                </a:solidFill>
                <a:latin typeface="Arial" charset="0"/>
              </a:defRPr>
            </a:lvl5pPr>
            <a:lvl6pPr marL="457200" algn="r" rtl="0" eaLnBrk="1" fontAlgn="base" hangingPunct="1">
              <a:spcBef>
                <a:spcPct val="0"/>
              </a:spcBef>
              <a:spcAft>
                <a:spcPct val="0"/>
              </a:spcAft>
              <a:defRPr sz="2800" b="1">
                <a:solidFill>
                  <a:schemeClr val="tx1"/>
                </a:solidFill>
                <a:latin typeface="Arial" charset="0"/>
              </a:defRPr>
            </a:lvl6pPr>
            <a:lvl7pPr marL="914400" algn="r" rtl="0" eaLnBrk="1" fontAlgn="base" hangingPunct="1">
              <a:spcBef>
                <a:spcPct val="0"/>
              </a:spcBef>
              <a:spcAft>
                <a:spcPct val="0"/>
              </a:spcAft>
              <a:defRPr sz="2800" b="1">
                <a:solidFill>
                  <a:schemeClr val="tx1"/>
                </a:solidFill>
                <a:latin typeface="Arial" charset="0"/>
              </a:defRPr>
            </a:lvl7pPr>
            <a:lvl8pPr marL="1371600" algn="r" rtl="0" eaLnBrk="1" fontAlgn="base" hangingPunct="1">
              <a:spcBef>
                <a:spcPct val="0"/>
              </a:spcBef>
              <a:spcAft>
                <a:spcPct val="0"/>
              </a:spcAft>
              <a:defRPr sz="2800" b="1">
                <a:solidFill>
                  <a:schemeClr val="tx1"/>
                </a:solidFill>
                <a:latin typeface="Arial" charset="0"/>
              </a:defRPr>
            </a:lvl8pPr>
            <a:lvl9pPr marL="1828800" algn="r" rtl="0" eaLnBrk="1" fontAlgn="base" hangingPunct="1">
              <a:spcBef>
                <a:spcPct val="0"/>
              </a:spcBef>
              <a:spcAft>
                <a:spcPct val="0"/>
              </a:spcAft>
              <a:defRPr sz="2800" b="1">
                <a:solidFill>
                  <a:schemeClr val="tx1"/>
                </a:solidFill>
                <a:latin typeface="Arial" charset="0"/>
              </a:defRPr>
            </a:lvl9pPr>
          </a:lstStyle>
          <a:p>
            <a:r>
              <a:rPr kumimoji="0" lang="en-US" kern="0" dirty="0"/>
              <a:t>PCES Broker Architecture</a:t>
            </a:r>
          </a:p>
        </p:txBody>
      </p:sp>
      <p:pic>
        <p:nvPicPr>
          <p:cNvPr id="46" name="Picture 45">
            <a:extLst>
              <a:ext uri="{FF2B5EF4-FFF2-40B4-BE49-F238E27FC236}">
                <a16:creationId xmlns:a16="http://schemas.microsoft.com/office/drawing/2014/main" id="{409DF09F-CFA0-4211-8703-4839F092511B}"/>
              </a:ext>
            </a:extLst>
          </p:cNvPr>
          <p:cNvPicPr>
            <a:picLocks noChangeAspect="1"/>
          </p:cNvPicPr>
          <p:nvPr/>
        </p:nvPicPr>
        <p:blipFill>
          <a:blip r:embed="rId2"/>
          <a:stretch>
            <a:fillRect/>
          </a:stretch>
        </p:blipFill>
        <p:spPr>
          <a:xfrm>
            <a:off x="717846" y="954474"/>
            <a:ext cx="8319516" cy="5189952"/>
          </a:xfrm>
          <a:prstGeom prst="rect">
            <a:avLst/>
          </a:prstGeom>
        </p:spPr>
      </p:pic>
      <p:sp>
        <p:nvSpPr>
          <p:cNvPr id="45" name="Rectangle 44">
            <a:hlinkClick r:id="rId3" action="ppaction://hlinksldjump"/>
            <a:extLst>
              <a:ext uri="{FF2B5EF4-FFF2-40B4-BE49-F238E27FC236}">
                <a16:creationId xmlns:a16="http://schemas.microsoft.com/office/drawing/2014/main" id="{9E8D052C-270D-47A7-BC30-6D77811F0391}"/>
              </a:ext>
            </a:extLst>
          </p:cNvPr>
          <p:cNvSpPr/>
          <p:nvPr/>
        </p:nvSpPr>
        <p:spPr bwMode="auto">
          <a:xfrm>
            <a:off x="3529412" y="1005750"/>
            <a:ext cx="2683379" cy="627968"/>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1000" b="0" i="0" u="none" strike="noStrike" cap="none" normalizeH="0" baseline="0">
              <a:ln>
                <a:noFill/>
              </a:ln>
              <a:solidFill>
                <a:srgbClr val="000000"/>
              </a:solidFill>
              <a:effectLst/>
              <a:latin typeface="Tahoma" pitchFamily="34" charset="0"/>
            </a:endParaRPr>
          </a:p>
        </p:txBody>
      </p:sp>
    </p:spTree>
    <p:extLst>
      <p:ext uri="{BB962C8B-B14F-4D97-AF65-F5344CB8AC3E}">
        <p14:creationId xmlns:p14="http://schemas.microsoft.com/office/powerpoint/2010/main" val="3689788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804EBBD-7808-49F8-B11F-AA9B143CAC1C}"/>
              </a:ext>
            </a:extLst>
          </p:cNvPr>
          <p:cNvSpPr>
            <a:spLocks noGrp="1"/>
          </p:cNvSpPr>
          <p:nvPr>
            <p:ph type="dt" sz="half" idx="10"/>
          </p:nvPr>
        </p:nvSpPr>
        <p:spPr/>
        <p:txBody>
          <a:bodyPr/>
          <a:lstStyle/>
          <a:p>
            <a:pPr>
              <a:defRPr/>
            </a:pPr>
            <a:fld id="{AE2D8C7A-B26C-456B-B072-779E71D9FB77}" type="datetime1">
              <a:rPr lang="de-DE" smtClean="0"/>
              <a:t>11.03.2022</a:t>
            </a:fld>
            <a:endParaRPr lang="de-DE"/>
          </a:p>
        </p:txBody>
      </p:sp>
      <p:sp>
        <p:nvSpPr>
          <p:cNvPr id="4" name="Slide Number Placeholder 3">
            <a:extLst>
              <a:ext uri="{FF2B5EF4-FFF2-40B4-BE49-F238E27FC236}">
                <a16:creationId xmlns:a16="http://schemas.microsoft.com/office/drawing/2014/main" id="{47BABFB6-A9DE-41AC-9914-0A6BA3EBAB26}"/>
              </a:ext>
            </a:extLst>
          </p:cNvPr>
          <p:cNvSpPr>
            <a:spLocks noGrp="1"/>
          </p:cNvSpPr>
          <p:nvPr>
            <p:ph type="sldNum" sz="quarter" idx="12"/>
          </p:nvPr>
        </p:nvSpPr>
        <p:spPr/>
        <p:txBody>
          <a:bodyPr/>
          <a:lstStyle/>
          <a:p>
            <a:pPr>
              <a:defRPr/>
            </a:pPr>
            <a:fld id="{37D027DF-C0E3-4994-A075-E1CBABD834E8}" type="slidenum">
              <a:rPr lang="de-DE" smtClean="0"/>
              <a:pPr>
                <a:defRPr/>
              </a:pPr>
              <a:t>12</a:t>
            </a:fld>
            <a:endParaRPr lang="de-DE"/>
          </a:p>
        </p:txBody>
      </p:sp>
      <p:sp>
        <p:nvSpPr>
          <p:cNvPr id="5" name="Title 4">
            <a:extLst>
              <a:ext uri="{FF2B5EF4-FFF2-40B4-BE49-F238E27FC236}">
                <a16:creationId xmlns:a16="http://schemas.microsoft.com/office/drawing/2014/main" id="{B350AEE7-35AA-43A2-A821-46B0AE81D7B6}"/>
              </a:ext>
            </a:extLst>
          </p:cNvPr>
          <p:cNvSpPr>
            <a:spLocks noGrp="1"/>
          </p:cNvSpPr>
          <p:nvPr>
            <p:ph type="title"/>
          </p:nvPr>
        </p:nvSpPr>
        <p:spPr/>
        <p:txBody>
          <a:bodyPr/>
          <a:lstStyle/>
          <a:p>
            <a:r>
              <a:rPr lang="en-US" dirty="0"/>
              <a:t>Payment Hub</a:t>
            </a:r>
          </a:p>
        </p:txBody>
      </p:sp>
      <p:sp>
        <p:nvSpPr>
          <p:cNvPr id="10" name="Content Placeholder 9">
            <a:extLst>
              <a:ext uri="{FF2B5EF4-FFF2-40B4-BE49-F238E27FC236}">
                <a16:creationId xmlns:a16="http://schemas.microsoft.com/office/drawing/2014/main" id="{0658245A-3CC5-4AE1-ACAA-D6FBDDCEE938}"/>
              </a:ext>
            </a:extLst>
          </p:cNvPr>
          <p:cNvSpPr>
            <a:spLocks noGrp="1"/>
          </p:cNvSpPr>
          <p:nvPr>
            <p:ph idx="1"/>
          </p:nvPr>
        </p:nvSpPr>
        <p:spPr/>
        <p:txBody>
          <a:bodyPr/>
          <a:lstStyle/>
          <a:p>
            <a:r>
              <a:rPr lang="en-US" dirty="0"/>
              <a:t>Payment Hub is an extension module of broker to provides multifaceted and secure connection options between the core banking system, third party service providers and partners. </a:t>
            </a:r>
          </a:p>
          <a:p>
            <a:r>
              <a:rPr lang="en-US" dirty="0"/>
              <a:t>This module exposes core banking integrations to third party integrators as well as bringing useful third party services to the core banking ecosystem.</a:t>
            </a:r>
          </a:p>
          <a:p>
            <a:r>
              <a:rPr lang="en-US" dirty="0"/>
              <a:t>Because of the flexibility and wide range of connectivity/</a:t>
            </a:r>
            <a:r>
              <a:rPr lang="en-US" dirty="0" err="1"/>
              <a:t>api</a:t>
            </a:r>
            <a:r>
              <a:rPr lang="en-US" dirty="0"/>
              <a:t> consumption options offered in the payment hub, it also provides a single point of entry for service providers to  communicate with the core banking system with modern industry standard integration options.</a:t>
            </a:r>
          </a:p>
          <a:p>
            <a:endParaRPr lang="en-US" dirty="0"/>
          </a:p>
        </p:txBody>
      </p:sp>
    </p:spTree>
    <p:extLst>
      <p:ext uri="{BB962C8B-B14F-4D97-AF65-F5344CB8AC3E}">
        <p14:creationId xmlns:p14="http://schemas.microsoft.com/office/powerpoint/2010/main" val="12516342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 name="Content Placeholder 168">
            <a:extLst>
              <a:ext uri="{FF2B5EF4-FFF2-40B4-BE49-F238E27FC236}">
                <a16:creationId xmlns:a16="http://schemas.microsoft.com/office/drawing/2014/main" id="{1E21E997-A7AD-4BB0-8DAF-9F137418A192}"/>
              </a:ext>
            </a:extLst>
          </p:cNvPr>
          <p:cNvPicPr>
            <a:picLocks noGrp="1" noChangeAspect="1"/>
          </p:cNvPicPr>
          <p:nvPr>
            <p:ph idx="1"/>
          </p:nvPr>
        </p:nvPicPr>
        <p:blipFill>
          <a:blip r:embed="rId2"/>
          <a:stretch>
            <a:fillRect/>
          </a:stretch>
        </p:blipFill>
        <p:spPr>
          <a:xfrm>
            <a:off x="530652" y="1343025"/>
            <a:ext cx="8843108" cy="4894263"/>
          </a:xfrm>
          <a:prstGeom prst="rect">
            <a:avLst/>
          </a:prstGeom>
        </p:spPr>
      </p:pic>
      <p:sp>
        <p:nvSpPr>
          <p:cNvPr id="3" name="Date Placeholder 2">
            <a:extLst>
              <a:ext uri="{FF2B5EF4-FFF2-40B4-BE49-F238E27FC236}">
                <a16:creationId xmlns:a16="http://schemas.microsoft.com/office/drawing/2014/main" id="{3D8776C8-FF37-45FC-AA9C-F924F70F7D22}"/>
              </a:ext>
            </a:extLst>
          </p:cNvPr>
          <p:cNvSpPr>
            <a:spLocks noGrp="1"/>
          </p:cNvSpPr>
          <p:nvPr>
            <p:ph type="dt" sz="half" idx="10"/>
          </p:nvPr>
        </p:nvSpPr>
        <p:spPr/>
        <p:txBody>
          <a:bodyPr/>
          <a:lstStyle/>
          <a:p>
            <a:pPr>
              <a:defRPr/>
            </a:pPr>
            <a:fld id="{AE2D8C7A-B26C-456B-B072-779E71D9FB77}" type="datetime1">
              <a:rPr lang="de-DE" smtClean="0"/>
              <a:t>11.03.2022</a:t>
            </a:fld>
            <a:endParaRPr lang="de-DE"/>
          </a:p>
        </p:txBody>
      </p:sp>
      <p:sp>
        <p:nvSpPr>
          <p:cNvPr id="4" name="Slide Number Placeholder 3">
            <a:extLst>
              <a:ext uri="{FF2B5EF4-FFF2-40B4-BE49-F238E27FC236}">
                <a16:creationId xmlns:a16="http://schemas.microsoft.com/office/drawing/2014/main" id="{17459775-62AE-49B7-B6A2-180AF2C6C06D}"/>
              </a:ext>
            </a:extLst>
          </p:cNvPr>
          <p:cNvSpPr>
            <a:spLocks noGrp="1"/>
          </p:cNvSpPr>
          <p:nvPr>
            <p:ph type="sldNum" sz="quarter" idx="12"/>
          </p:nvPr>
        </p:nvSpPr>
        <p:spPr/>
        <p:txBody>
          <a:bodyPr/>
          <a:lstStyle/>
          <a:p>
            <a:pPr>
              <a:defRPr/>
            </a:pPr>
            <a:fld id="{37D027DF-C0E3-4994-A075-E1CBABD834E8}" type="slidenum">
              <a:rPr lang="de-DE" smtClean="0"/>
              <a:pPr>
                <a:defRPr/>
              </a:pPr>
              <a:t>13</a:t>
            </a:fld>
            <a:endParaRPr lang="de-DE"/>
          </a:p>
        </p:txBody>
      </p:sp>
      <p:sp>
        <p:nvSpPr>
          <p:cNvPr id="5" name="Title 4">
            <a:extLst>
              <a:ext uri="{FF2B5EF4-FFF2-40B4-BE49-F238E27FC236}">
                <a16:creationId xmlns:a16="http://schemas.microsoft.com/office/drawing/2014/main" id="{956EDE61-21E3-4A26-8D8A-50012EF9401D}"/>
              </a:ext>
            </a:extLst>
          </p:cNvPr>
          <p:cNvSpPr>
            <a:spLocks noGrp="1"/>
          </p:cNvSpPr>
          <p:nvPr>
            <p:ph type="title"/>
          </p:nvPr>
        </p:nvSpPr>
        <p:spPr/>
        <p:txBody>
          <a:bodyPr/>
          <a:lstStyle/>
          <a:p>
            <a:r>
              <a:rPr lang="en-US" dirty="0"/>
              <a:t>Payment Hub High Level Architecture</a:t>
            </a:r>
          </a:p>
        </p:txBody>
      </p:sp>
    </p:spTree>
    <p:extLst>
      <p:ext uri="{BB962C8B-B14F-4D97-AF65-F5344CB8AC3E}">
        <p14:creationId xmlns:p14="http://schemas.microsoft.com/office/powerpoint/2010/main" val="24103111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68899F-E483-4A23-A2C9-B915161E6F61}"/>
              </a:ext>
            </a:extLst>
          </p:cNvPr>
          <p:cNvSpPr>
            <a:spLocks noGrp="1"/>
          </p:cNvSpPr>
          <p:nvPr>
            <p:ph idx="1"/>
          </p:nvPr>
        </p:nvSpPr>
        <p:spPr/>
        <p:txBody>
          <a:bodyPr/>
          <a:lstStyle/>
          <a:p>
            <a:r>
              <a:rPr lang="en-US" dirty="0"/>
              <a:t>Withdrawal by Code (Equity, MPESA, Airtel)</a:t>
            </a:r>
          </a:p>
          <a:p>
            <a:r>
              <a:rPr lang="en-US" dirty="0"/>
              <a:t>Airtime Purchase</a:t>
            </a:r>
          </a:p>
          <a:p>
            <a:r>
              <a:rPr lang="en-US" dirty="0"/>
              <a:t>USSD Implementation (MPESA, Airtel, Vodacom)</a:t>
            </a:r>
          </a:p>
          <a:p>
            <a:r>
              <a:rPr lang="en-US" dirty="0"/>
              <a:t>Bill Payment DSTV &amp; Canal Plus</a:t>
            </a:r>
          </a:p>
          <a:p>
            <a:r>
              <a:rPr lang="en-US" dirty="0"/>
              <a:t>Remittances (</a:t>
            </a:r>
            <a:r>
              <a:rPr lang="en-US" dirty="0" err="1"/>
              <a:t>Thunes</a:t>
            </a:r>
            <a:r>
              <a:rPr lang="en-US" dirty="0"/>
              <a:t>, MasterCard Send, </a:t>
            </a:r>
            <a:r>
              <a:rPr lang="en-US" dirty="0" err="1"/>
              <a:t>Maxicash</a:t>
            </a:r>
            <a:r>
              <a:rPr lang="en-US" dirty="0"/>
              <a:t>)</a:t>
            </a:r>
          </a:p>
        </p:txBody>
      </p:sp>
      <p:sp>
        <p:nvSpPr>
          <p:cNvPr id="3" name="Date Placeholder 2">
            <a:extLst>
              <a:ext uri="{FF2B5EF4-FFF2-40B4-BE49-F238E27FC236}">
                <a16:creationId xmlns:a16="http://schemas.microsoft.com/office/drawing/2014/main" id="{D70DD357-2FE9-4720-94D1-09776B90FA9E}"/>
              </a:ext>
            </a:extLst>
          </p:cNvPr>
          <p:cNvSpPr>
            <a:spLocks noGrp="1"/>
          </p:cNvSpPr>
          <p:nvPr>
            <p:ph type="dt" sz="half" idx="10"/>
          </p:nvPr>
        </p:nvSpPr>
        <p:spPr/>
        <p:txBody>
          <a:bodyPr/>
          <a:lstStyle/>
          <a:p>
            <a:pPr>
              <a:defRPr/>
            </a:pPr>
            <a:fld id="{AE2D8C7A-B26C-456B-B072-779E71D9FB77}" type="datetime1">
              <a:rPr lang="de-DE" smtClean="0"/>
              <a:t>11.03.2022</a:t>
            </a:fld>
            <a:endParaRPr lang="de-DE"/>
          </a:p>
        </p:txBody>
      </p:sp>
      <p:sp>
        <p:nvSpPr>
          <p:cNvPr id="4" name="Slide Number Placeholder 3">
            <a:extLst>
              <a:ext uri="{FF2B5EF4-FFF2-40B4-BE49-F238E27FC236}">
                <a16:creationId xmlns:a16="http://schemas.microsoft.com/office/drawing/2014/main" id="{ADE33D26-6BF4-4F4F-939D-473AFBA5192F}"/>
              </a:ext>
            </a:extLst>
          </p:cNvPr>
          <p:cNvSpPr>
            <a:spLocks noGrp="1"/>
          </p:cNvSpPr>
          <p:nvPr>
            <p:ph type="sldNum" sz="quarter" idx="12"/>
          </p:nvPr>
        </p:nvSpPr>
        <p:spPr/>
        <p:txBody>
          <a:bodyPr/>
          <a:lstStyle/>
          <a:p>
            <a:pPr>
              <a:defRPr/>
            </a:pPr>
            <a:fld id="{37D027DF-C0E3-4994-A075-E1CBABD834E8}" type="slidenum">
              <a:rPr lang="de-DE" smtClean="0"/>
              <a:pPr>
                <a:defRPr/>
              </a:pPr>
              <a:t>14</a:t>
            </a:fld>
            <a:endParaRPr lang="de-DE"/>
          </a:p>
        </p:txBody>
      </p:sp>
      <p:sp>
        <p:nvSpPr>
          <p:cNvPr id="5" name="Title 4">
            <a:extLst>
              <a:ext uri="{FF2B5EF4-FFF2-40B4-BE49-F238E27FC236}">
                <a16:creationId xmlns:a16="http://schemas.microsoft.com/office/drawing/2014/main" id="{7A37707D-18AC-4E7E-B873-CFC111571839}"/>
              </a:ext>
            </a:extLst>
          </p:cNvPr>
          <p:cNvSpPr>
            <a:spLocks noGrp="1"/>
          </p:cNvSpPr>
          <p:nvPr>
            <p:ph type="title"/>
          </p:nvPr>
        </p:nvSpPr>
        <p:spPr/>
        <p:txBody>
          <a:bodyPr/>
          <a:lstStyle/>
          <a:p>
            <a:r>
              <a:rPr lang="en-US" dirty="0"/>
              <a:t>Sample Implementations</a:t>
            </a:r>
          </a:p>
        </p:txBody>
      </p:sp>
    </p:spTree>
    <p:extLst>
      <p:ext uri="{BB962C8B-B14F-4D97-AF65-F5344CB8AC3E}">
        <p14:creationId xmlns:p14="http://schemas.microsoft.com/office/powerpoint/2010/main" val="1700592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C03176-5181-4A8F-8CB2-766C363562AD}"/>
              </a:ext>
            </a:extLst>
          </p:cNvPr>
          <p:cNvSpPr>
            <a:spLocks noGrp="1"/>
          </p:cNvSpPr>
          <p:nvPr>
            <p:ph idx="1"/>
          </p:nvPr>
        </p:nvSpPr>
        <p:spPr/>
        <p:txBody>
          <a:bodyPr/>
          <a:lstStyle/>
          <a:p>
            <a:r>
              <a:rPr lang="en-US" dirty="0"/>
              <a:t>Questions</a:t>
            </a:r>
          </a:p>
        </p:txBody>
      </p:sp>
      <p:sp>
        <p:nvSpPr>
          <p:cNvPr id="3" name="Date Placeholder 2">
            <a:extLst>
              <a:ext uri="{FF2B5EF4-FFF2-40B4-BE49-F238E27FC236}">
                <a16:creationId xmlns:a16="http://schemas.microsoft.com/office/drawing/2014/main" id="{2DB95D60-B585-4835-8AFE-DE1A899B8E13}"/>
              </a:ext>
            </a:extLst>
          </p:cNvPr>
          <p:cNvSpPr>
            <a:spLocks noGrp="1"/>
          </p:cNvSpPr>
          <p:nvPr>
            <p:ph type="dt" sz="half" idx="10"/>
          </p:nvPr>
        </p:nvSpPr>
        <p:spPr/>
        <p:txBody>
          <a:bodyPr/>
          <a:lstStyle/>
          <a:p>
            <a:pPr>
              <a:defRPr/>
            </a:pPr>
            <a:fld id="{AE2D8C7A-B26C-456B-B072-779E71D9FB77}" type="datetime1">
              <a:rPr lang="de-DE" smtClean="0"/>
              <a:t>11.03.2022</a:t>
            </a:fld>
            <a:endParaRPr lang="de-DE"/>
          </a:p>
        </p:txBody>
      </p:sp>
      <p:sp>
        <p:nvSpPr>
          <p:cNvPr id="4" name="Slide Number Placeholder 3">
            <a:extLst>
              <a:ext uri="{FF2B5EF4-FFF2-40B4-BE49-F238E27FC236}">
                <a16:creationId xmlns:a16="http://schemas.microsoft.com/office/drawing/2014/main" id="{E66F0A21-ECF8-4DEF-9889-9786C08F06E3}"/>
              </a:ext>
            </a:extLst>
          </p:cNvPr>
          <p:cNvSpPr>
            <a:spLocks noGrp="1"/>
          </p:cNvSpPr>
          <p:nvPr>
            <p:ph type="sldNum" sz="quarter" idx="12"/>
          </p:nvPr>
        </p:nvSpPr>
        <p:spPr/>
        <p:txBody>
          <a:bodyPr/>
          <a:lstStyle/>
          <a:p>
            <a:pPr>
              <a:defRPr/>
            </a:pPr>
            <a:fld id="{37D027DF-C0E3-4994-A075-E1CBABD834E8}" type="slidenum">
              <a:rPr lang="de-DE" smtClean="0"/>
              <a:pPr>
                <a:defRPr/>
              </a:pPr>
              <a:t>15</a:t>
            </a:fld>
            <a:endParaRPr lang="de-DE"/>
          </a:p>
        </p:txBody>
      </p:sp>
      <p:sp>
        <p:nvSpPr>
          <p:cNvPr id="5" name="Title 4">
            <a:extLst>
              <a:ext uri="{FF2B5EF4-FFF2-40B4-BE49-F238E27FC236}">
                <a16:creationId xmlns:a16="http://schemas.microsoft.com/office/drawing/2014/main" id="{9C216103-C2FB-42CA-BD7C-43DDA0436537}"/>
              </a:ext>
            </a:extLst>
          </p:cNvPr>
          <p:cNvSpPr>
            <a:spLocks noGrp="1"/>
          </p:cNvSpPr>
          <p:nvPr>
            <p:ph type="title"/>
          </p:nvPr>
        </p:nvSpPr>
        <p:spPr/>
        <p:txBody>
          <a:bodyPr/>
          <a:lstStyle/>
          <a:p>
            <a:r>
              <a:rPr lang="en-US" dirty="0"/>
              <a:t>Conclusion</a:t>
            </a:r>
          </a:p>
        </p:txBody>
      </p:sp>
    </p:spTree>
    <p:extLst>
      <p:ext uri="{BB962C8B-B14F-4D97-AF65-F5344CB8AC3E}">
        <p14:creationId xmlns:p14="http://schemas.microsoft.com/office/powerpoint/2010/main" val="1436730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Standarddesign">
  <a:themeElements>
    <a:clrScheme name="Custom 4">
      <a:dk1>
        <a:srgbClr val="000000"/>
      </a:dk1>
      <a:lt1>
        <a:srgbClr val="FFFFFF"/>
      </a:lt1>
      <a:dk2>
        <a:srgbClr val="878889"/>
      </a:dk2>
      <a:lt2>
        <a:srgbClr val="FFFFFF"/>
      </a:lt2>
      <a:accent1>
        <a:srgbClr val="D4021D"/>
      </a:accent1>
      <a:accent2>
        <a:srgbClr val="FFE100"/>
      </a:accent2>
      <a:accent3>
        <a:srgbClr val="D76E23"/>
      </a:accent3>
      <a:accent4>
        <a:srgbClr val="007D5A"/>
      </a:accent4>
      <a:accent5>
        <a:srgbClr val="A51E7D"/>
      </a:accent5>
      <a:accent6>
        <a:srgbClr val="005193"/>
      </a:accent6>
      <a:hlink>
        <a:srgbClr val="005296"/>
      </a:hlink>
      <a:folHlink>
        <a:srgbClr val="005296"/>
      </a:folHlink>
    </a:clrScheme>
    <a:fontScheme name="Standarddesign">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0" tIns="0" rIns="0" bIns="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1" lang="de-DE" sz="1000" b="0" i="0" u="none" strike="noStrike" cap="none" normalizeH="0" baseline="0" smtClean="0">
            <a:ln>
              <a:noFill/>
            </a:ln>
            <a:solidFill>
              <a:srgbClr val="000000"/>
            </a:solidFill>
            <a:effectLst/>
            <a:latin typeface="Tahoma"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0" tIns="0" rIns="0" bIns="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1" lang="de-DE" sz="1000" b="0" i="0" u="none" strike="noStrike" cap="none" normalizeH="0" baseline="0" smtClean="0">
            <a:ln>
              <a:noFill/>
            </a:ln>
            <a:solidFill>
              <a:srgbClr val="000000"/>
            </a:solidFill>
            <a:effectLst/>
            <a:latin typeface="Tahoma" pitchFamily="34" charset="0"/>
          </a:defRPr>
        </a:defPPr>
      </a:lstStyle>
    </a:lnDef>
  </a:objectDefaults>
  <a:extraClrSchemeLst>
    <a:extraClrScheme>
      <a:clrScheme name="Standard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tandard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tandard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tandard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tandard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tandard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tandard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tandard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Quipu Presentation Template.potx" id="{A5FCB074-EB77-44FD-A1E3-23C80B7A6B7E}" vid="{EB2F4F71-7259-4EB4-A6EE-9EBF184955CD}"/>
    </a:ext>
  </a:extLst>
</a:theme>
</file>

<file path=ppt/theme/theme2.xml><?xml version="1.0" encoding="utf-8"?>
<a:theme xmlns:a="http://schemas.openxmlformats.org/drawingml/2006/main" name="Larissa-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ustom 4">
    <a:dk1>
      <a:srgbClr val="000000"/>
    </a:dk1>
    <a:lt1>
      <a:srgbClr val="FFFFFF"/>
    </a:lt1>
    <a:dk2>
      <a:srgbClr val="878889"/>
    </a:dk2>
    <a:lt2>
      <a:srgbClr val="FFFFFF"/>
    </a:lt2>
    <a:accent1>
      <a:srgbClr val="D4021D"/>
    </a:accent1>
    <a:accent2>
      <a:srgbClr val="FFE100"/>
    </a:accent2>
    <a:accent3>
      <a:srgbClr val="D76E23"/>
    </a:accent3>
    <a:accent4>
      <a:srgbClr val="007D5A"/>
    </a:accent4>
    <a:accent5>
      <a:srgbClr val="A51E7D"/>
    </a:accent5>
    <a:accent6>
      <a:srgbClr val="005193"/>
    </a:accent6>
    <a:hlink>
      <a:srgbClr val="005296"/>
    </a:hlink>
    <a:folHlink>
      <a:srgbClr val="005296"/>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Related_x0020_to_x003a_ xmlns="22186a69-8c7a-4a8e-9d20-280d715edd4f">Power Point Presentation Template</Related_x0020_to_x003a_>
    <_dlc_DocId xmlns="a7f3fe2a-7fb5-487e-becf-2e814237b0e6">QFXZ56KYDVK6-6-74</_dlc_DocId>
    <_dlc_DocIdUrl xmlns="a7f3fe2a-7fb5-487e-becf-2e814237b0e6">
      <Url>https://library.quipugmbh.com/_layouts/DocIdRedir.aspx?ID=QFXZ56KYDVK6-6-74</Url>
      <Description>QFXZ56KYDVK6-6-74</Description>
    </_dlc_DocIdUrl>
    <SortNo xmlns="22186a69-8c7a-4a8e-9d20-280d715edd4f">8</SortNo>
  </documentManagement>
</p:properties>
</file>

<file path=customXml/item3.xml><?xml version="1.0" encoding="utf-8"?>
<LongProperties xmlns="http://schemas.microsoft.com/office/2006/metadata/longProperties"/>
</file>

<file path=customXml/item4.xml><?xml version="1.0" encoding="utf-8"?>
<ct:contentTypeSchema xmlns:ct="http://schemas.microsoft.com/office/2006/metadata/contentType" xmlns:ma="http://schemas.microsoft.com/office/2006/metadata/properties/metaAttributes" ct:_="" ma:_="" ma:contentTypeName="Document" ma:contentTypeID="0x0101001CD2B80BC810344DB291F4586A8EADB3" ma:contentTypeVersion="12" ma:contentTypeDescription="Create a new document." ma:contentTypeScope="" ma:versionID="aaa6ee1da7a6045fde6a6e16a0f8eaeb">
  <xsd:schema xmlns:xsd="http://www.w3.org/2001/XMLSchema" xmlns:xs="http://www.w3.org/2001/XMLSchema" xmlns:p="http://schemas.microsoft.com/office/2006/metadata/properties" xmlns:ns2="a7f3fe2a-7fb5-487e-becf-2e814237b0e6" xmlns:ns3="22186a69-8c7a-4a8e-9d20-280d715edd4f" targetNamespace="http://schemas.microsoft.com/office/2006/metadata/properties" ma:root="true" ma:fieldsID="43fa74f21dd0fec0f58abb3d576debe1" ns2:_="" ns3:_="">
    <xsd:import namespace="a7f3fe2a-7fb5-487e-becf-2e814237b0e6"/>
    <xsd:import namespace="22186a69-8c7a-4a8e-9d20-280d715edd4f"/>
    <xsd:element name="properties">
      <xsd:complexType>
        <xsd:sequence>
          <xsd:element name="documentManagement">
            <xsd:complexType>
              <xsd:all>
                <xsd:element ref="ns2:_dlc_DocId" minOccurs="0"/>
                <xsd:element ref="ns2:_dlc_DocIdUrl" minOccurs="0"/>
                <xsd:element ref="ns2:_dlc_DocIdPersistId" minOccurs="0"/>
                <xsd:element ref="ns3:Related_x0020_to_x003a_" minOccurs="0"/>
                <xsd:element ref="ns3:SortN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f3fe2a-7fb5-487e-becf-2e814237b0e6"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22186a69-8c7a-4a8e-9d20-280d715edd4f" elementFormDefault="qualified">
    <xsd:import namespace="http://schemas.microsoft.com/office/2006/documentManagement/types"/>
    <xsd:import namespace="http://schemas.microsoft.com/office/infopath/2007/PartnerControls"/>
    <xsd:element name="Related_x0020_to_x003a_" ma:index="11" nillable="true" ma:displayName="Related to:" ma:format="Dropdown" ma:internalName="Related_x0020_to_x003a_">
      <xsd:simpleType>
        <xsd:restriction base="dms:Choice">
          <xsd:enumeration value="Power Point Presentation Template"/>
          <xsd:enumeration value="Project Management Documents Kit"/>
          <xsd:enumeration value="Project Kick-Off Documents Kit"/>
          <xsd:enumeration value="Stationary"/>
          <xsd:enumeration value="Procurement"/>
          <xsd:enumeration value="Logo"/>
          <xsd:enumeration value="Maps &amp; Diagrams"/>
          <xsd:enumeration value="Orga Chart"/>
          <xsd:enumeration value="Manuals (H&amp;M)"/>
          <xsd:enumeration value="Other Documentation Templates"/>
          <xsd:enumeration value="New Office Signs"/>
          <xsd:enumeration value="Outdated"/>
        </xsd:restriction>
      </xsd:simpleType>
    </xsd:element>
    <xsd:element name="SortNo" ma:index="12" nillable="true" ma:displayName="Template Type" ma:list="{180035c3-f063-47c2-8e97-6f68ebcb9b72}" ma:internalName="SortNo" ma:readOnly="false" ma:showField="Title">
      <xsd:simpleType>
        <xsd:restriction base="dms:Lookup"/>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6DC8E26-2A58-44A1-BD17-8FCFB3F18E67}">
  <ds:schemaRefs>
    <ds:schemaRef ds:uri="http://schemas.microsoft.com/sharepoint/events"/>
  </ds:schemaRefs>
</ds:datastoreItem>
</file>

<file path=customXml/itemProps2.xml><?xml version="1.0" encoding="utf-8"?>
<ds:datastoreItem xmlns:ds="http://schemas.openxmlformats.org/officeDocument/2006/customXml" ds:itemID="{FA211C00-ACD7-4293-B06D-58F413967B43}">
  <ds:schemaRefs>
    <ds:schemaRef ds:uri="http://purl.org/dc/terms/"/>
    <ds:schemaRef ds:uri="http://www.w3.org/XML/1998/namespace"/>
    <ds:schemaRef ds:uri="22186a69-8c7a-4a8e-9d20-280d715edd4f"/>
    <ds:schemaRef ds:uri="a7f3fe2a-7fb5-487e-becf-2e814237b0e6"/>
    <ds:schemaRef ds:uri="http://schemas.microsoft.com/office/2006/documentManagement/types"/>
    <ds:schemaRef ds:uri="http://purl.org/dc/dcmitype/"/>
    <ds:schemaRef ds:uri="http://schemas.openxmlformats.org/package/2006/metadata/core-properties"/>
    <ds:schemaRef ds:uri="http://purl.org/dc/elements/1.1/"/>
    <ds:schemaRef ds:uri="http://schemas.microsoft.com/office/infopath/2007/PartnerControls"/>
    <ds:schemaRef ds:uri="http://schemas.microsoft.com/office/2006/metadata/properties"/>
  </ds:schemaRefs>
</ds:datastoreItem>
</file>

<file path=customXml/itemProps3.xml><?xml version="1.0" encoding="utf-8"?>
<ds:datastoreItem xmlns:ds="http://schemas.openxmlformats.org/officeDocument/2006/customXml" ds:itemID="{1092DE48-DA03-4632-8D82-440F2E61BD33}">
  <ds:schemaRefs>
    <ds:schemaRef ds:uri="http://schemas.microsoft.com/office/2006/metadata/longProperties"/>
  </ds:schemaRefs>
</ds:datastoreItem>
</file>

<file path=customXml/itemProps4.xml><?xml version="1.0" encoding="utf-8"?>
<ds:datastoreItem xmlns:ds="http://schemas.openxmlformats.org/officeDocument/2006/customXml" ds:itemID="{0BD97FB6-CE84-41F9-9203-75C2CEF5F5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7f3fe2a-7fb5-487e-becf-2e814237b0e6"/>
    <ds:schemaRef ds:uri="22186a69-8c7a-4a8e-9d20-280d715edd4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203500A8-05D2-425E-BC80-86A3BDD2FB8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2208</TotalTime>
  <Words>565</Words>
  <Application>Microsoft Office PowerPoint</Application>
  <PresentationFormat>A4 Paper (210x297 mm)</PresentationFormat>
  <Paragraphs>101</Paragraphs>
  <Slides>16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Calibri Light</vt:lpstr>
      <vt:lpstr>Geogrotesque Lg</vt:lpstr>
      <vt:lpstr>Geogrotesque Rg</vt:lpstr>
      <vt:lpstr>Tahoma</vt:lpstr>
      <vt:lpstr>Wingdings</vt:lpstr>
      <vt:lpstr>Standarddesign</vt:lpstr>
      <vt:lpstr>PCES Broker</vt:lpstr>
      <vt:lpstr>PowerPoint Presentation</vt:lpstr>
      <vt:lpstr>PowerPoint Presentation</vt:lpstr>
      <vt:lpstr>Broker architecture and design</vt:lpstr>
      <vt:lpstr>PowerPoint Presentation</vt:lpstr>
      <vt:lpstr>PowerPoint Presentation</vt:lpstr>
      <vt:lpstr>The Solution</vt:lpstr>
      <vt:lpstr>PowerPoint Presentation</vt:lpstr>
      <vt:lpstr>PowerPoint Presentation</vt:lpstr>
      <vt:lpstr>Broker Admin Dashboard</vt:lpstr>
      <vt:lpstr>PowerPoint Presentation</vt:lpstr>
      <vt:lpstr>Payment Hub</vt:lpstr>
      <vt:lpstr>Payment Hub High Level Architecture</vt:lpstr>
      <vt:lpstr>Sample Implementations</vt:lpstr>
      <vt:lpstr>Conclusion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Tim</dc:creator>
  <cp:lastModifiedBy>Kwabena Adu</cp:lastModifiedBy>
  <cp:revision>251</cp:revision>
  <dcterms:created xsi:type="dcterms:W3CDTF">2014-05-27T09:58:35Z</dcterms:created>
  <dcterms:modified xsi:type="dcterms:W3CDTF">2022-03-11T04:44:45Z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DocId">
    <vt:lpwstr>QFXZ56KYDVK6-6-29</vt:lpwstr>
  </property>
  <property fmtid="{D5CDD505-2E9C-101B-9397-08002B2CF9AE}" pid="3" name="_dlc_DocIdItemGuid">
    <vt:lpwstr>e08c69cf-a4ec-45bf-a589-adedcfc06d1b</vt:lpwstr>
  </property>
  <property fmtid="{D5CDD505-2E9C-101B-9397-08002B2CF9AE}" pid="4" name="_dlc_DocIdUrl">
    <vt:lpwstr>https://library.quipugmbh.com/_layouts/DocIdRedir.aspx?ID=QFXZ56KYDVK6-6-29, QFXZ56KYDVK6-6-29</vt:lpwstr>
  </property>
  <property fmtid="{D5CDD505-2E9C-101B-9397-08002B2CF9AE}" pid="5" name="ContentTypeId">
    <vt:lpwstr>0x0101001CD2B80BC810344DB291F4586A8EADB3</vt:lpwstr>
  </property>
  <property fmtid="{D5CDD505-2E9C-101B-9397-08002B2CF9AE}" pid="6" name="Order">
    <vt:r8>7400</vt:r8>
  </property>
</Properties>
</file>