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1"/>
  </p:sldMasterIdLst>
  <p:sldIdLst>
    <p:sldId id="256" r:id="rId2"/>
    <p:sldId id="268" r:id="rId3"/>
    <p:sldId id="269" r:id="rId4"/>
    <p:sldId id="267" r:id="rId5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937E"/>
    <a:srgbClr val="A32A29"/>
    <a:srgbClr val="B0B1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BB6537-1382-DA4E-A690-45372C8F5B35}" v="1" dt="2023-11-08T09:39:34.9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76" autoAdjust="0"/>
    <p:restoredTop sz="94670"/>
  </p:normalViewPr>
  <p:slideViewPr>
    <p:cSldViewPr snapToGrid="0" snapToObjects="1">
      <p:cViewPr varScale="1">
        <p:scale>
          <a:sx n="122" d="100"/>
          <a:sy n="122" d="100"/>
        </p:scale>
        <p:origin x="22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emf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>
            <a:extLst>
              <a:ext uri="{FF2B5EF4-FFF2-40B4-BE49-F238E27FC236}">
                <a16:creationId xmlns:a16="http://schemas.microsoft.com/office/drawing/2014/main" id="{CFB6CA7C-6734-EE43-B554-8309CE393AB8}"/>
              </a:ext>
            </a:extLst>
          </p:cNvPr>
          <p:cNvSpPr/>
          <p:nvPr userDrawn="1"/>
        </p:nvSpPr>
        <p:spPr>
          <a:xfrm>
            <a:off x="0" y="0"/>
            <a:ext cx="9906279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783539" y="2397911"/>
            <a:ext cx="6338923" cy="489739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3200" b="1" i="0" spc="0">
                <a:solidFill>
                  <a:schemeClr val="bg1"/>
                </a:solidFill>
                <a:latin typeface="DIN" pitchFamily="2" charset="77"/>
              </a:defRPr>
            </a:lvl1pPr>
          </a:lstStyle>
          <a:p>
            <a:r>
              <a:rPr lang="en-US" dirty="0"/>
              <a:t>YOUR HEADLINE WILL SIT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285337" y="2909878"/>
            <a:ext cx="3195964" cy="356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50" b="0" i="0">
                <a:solidFill>
                  <a:schemeClr val="bg1"/>
                </a:solidFill>
                <a:latin typeface="DIN Medium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YOUR SUBHEAD GOES HERE</a:t>
            </a: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E1AF54BB-897E-B34A-92A6-D5F5758BBCA7}"/>
              </a:ext>
            </a:extLst>
          </p:cNvPr>
          <p:cNvSpPr/>
          <p:nvPr userDrawn="1"/>
        </p:nvSpPr>
        <p:spPr>
          <a:xfrm>
            <a:off x="0" y="5663975"/>
            <a:ext cx="9906279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FE381B8E-77FC-D047-84DA-A9212F9AD495}"/>
              </a:ext>
            </a:extLst>
          </p:cNvPr>
          <p:cNvSpPr/>
          <p:nvPr userDrawn="1"/>
        </p:nvSpPr>
        <p:spPr>
          <a:xfrm>
            <a:off x="7417850" y="5065772"/>
            <a:ext cx="1921511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68A366-A561-B648-B070-1EE7C47AD6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56592" y="5446857"/>
            <a:ext cx="1453215" cy="94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55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90D81D56-A43C-8440-821B-9DB91984D7DD}"/>
              </a:ext>
            </a:extLst>
          </p:cNvPr>
          <p:cNvSpPr txBox="1">
            <a:spLocks/>
          </p:cNvSpPr>
          <p:nvPr userDrawn="1"/>
        </p:nvSpPr>
        <p:spPr>
          <a:xfrm>
            <a:off x="982850" y="6356352"/>
            <a:ext cx="384631" cy="365125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DIN-Regular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EF5EDB-5532-9D4A-8748-6257A1DB12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object 89">
            <a:extLst>
              <a:ext uri="{FF2B5EF4-FFF2-40B4-BE49-F238E27FC236}">
                <a16:creationId xmlns:a16="http://schemas.microsoft.com/office/drawing/2014/main" id="{BD689748-A9EC-444A-9DD7-1B4389B74CCF}"/>
              </a:ext>
            </a:extLst>
          </p:cNvPr>
          <p:cNvSpPr txBox="1"/>
          <p:nvPr userDrawn="1"/>
        </p:nvSpPr>
        <p:spPr>
          <a:xfrm>
            <a:off x="0" y="0"/>
            <a:ext cx="8280325" cy="1114924"/>
          </a:xfrm>
          <a:prstGeom prst="rect">
            <a:avLst/>
          </a:prstGeom>
          <a:solidFill>
            <a:srgbClr val="A22929"/>
          </a:solidFill>
        </p:spPr>
        <p:txBody>
          <a:bodyPr vert="horz" wrap="square" lIns="0" tIns="110489" rIns="0" bIns="0" rtlCol="0" anchor="ctr">
            <a:noAutofit/>
          </a:bodyPr>
          <a:lstStyle/>
          <a:p>
            <a:pPr marL="793115">
              <a:lnSpc>
                <a:spcPct val="100000"/>
              </a:lnSpc>
              <a:spcBef>
                <a:spcPts val="869"/>
              </a:spcBef>
              <a:tabLst>
                <a:tab pos="1698625" algn="l"/>
                <a:tab pos="3335654" algn="l"/>
                <a:tab pos="4228465" algn="l"/>
              </a:tabLst>
            </a:pPr>
            <a:endParaRPr sz="1000" dirty="0">
              <a:latin typeface="DIN-Medium"/>
              <a:cs typeface="DIN-Medium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74221F2-7E6E-8641-8DE7-74722EFC35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18667" y="147153"/>
            <a:ext cx="1146543" cy="748457"/>
          </a:xfrm>
          <a:prstGeom prst="rect">
            <a:avLst/>
          </a:prstGeom>
        </p:spPr>
      </p:pic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3868B8FB-867C-D84E-B511-2DE83823E5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87434" y="256900"/>
            <a:ext cx="7075488" cy="4143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DIN" pitchFamily="2" charset="77"/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 sz="2000">
                <a:solidFill>
                  <a:schemeClr val="bg1"/>
                </a:solidFill>
              </a:defRPr>
            </a:lvl3pPr>
            <a:lvl4pPr marL="1371600" indent="0">
              <a:buNone/>
              <a:defRPr sz="2000">
                <a:solidFill>
                  <a:schemeClr val="bg1"/>
                </a:solidFill>
              </a:defRPr>
            </a:lvl4pPr>
            <a:lvl5pPr marL="1828800" indent="0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YOUR HEADLINE GOES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C2E2C2C-BB6A-184B-8150-CCC05D36908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7826" y="702518"/>
            <a:ext cx="7074704" cy="2164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 b="0" i="0">
                <a:solidFill>
                  <a:schemeClr val="bg1"/>
                </a:solidFill>
                <a:latin typeface="DIN Medium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YOUR LONGER SUBHEAD GOES HERE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958749A-3024-A544-BECB-2327F74B0649}"/>
              </a:ext>
            </a:extLst>
          </p:cNvPr>
          <p:cNvCxnSpPr/>
          <p:nvPr userDrawn="1"/>
        </p:nvCxnSpPr>
        <p:spPr>
          <a:xfrm>
            <a:off x="1375719" y="6343135"/>
            <a:ext cx="0" cy="387179"/>
          </a:xfrm>
          <a:prstGeom prst="line">
            <a:avLst/>
          </a:prstGeom>
          <a:ln>
            <a:solidFill>
              <a:srgbClr val="A32A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BED66158-39A8-ED4F-BFAD-83F66EA5BED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7434" y="1681200"/>
            <a:ext cx="4102738" cy="3906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Lorem 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ipsum dolor sit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amet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,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consectetuer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adipisc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- 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ing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elit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,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sed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diam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nonummy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nibh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euismod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tincidunt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ut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laoreet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dolore magna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aliquam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erat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volutpat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. 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Ut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wisi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enim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ad minim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veniam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,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quis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nostrud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exerci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tation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ullamcorper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suscipit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lobortis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nisl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ut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aliquip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ex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ea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commodo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consequat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. 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Duis 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autem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vel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eum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iriure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dolor in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hendrerit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in 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vulputate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velit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esse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molestie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consequat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,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vel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illum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 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dolore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eu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feugiat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nulla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facilisis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at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vero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eros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et 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accumsan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et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iusto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odio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dignissim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qui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blandit</a:t>
            </a:r>
            <a:r>
              <a:rPr lang="en-US" sz="1000" spc="2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prae</a:t>
            </a:r>
            <a:endParaRPr lang="en-US" sz="1000" dirty="0">
              <a:latin typeface="Myriad Pro"/>
              <a:cs typeface="Myriad Pr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lang="en-US" sz="10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Lorem 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ipsum dolor sit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amet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,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consectetuer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adipisc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- 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ing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elit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,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sed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diam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nonummy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nibh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euismod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tincidunt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ut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laoreet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dolore magna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aliquam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erat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volutpat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. 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Ut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wisi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enim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ad minim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veniam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,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quis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nostrud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exerci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tation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ullamcorper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suscipit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lobortis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nisl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ut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aliquip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ex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ea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commodo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consequat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. 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Duis 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autem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vel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eum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iriure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dolor in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hendrerit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in 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vulputate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velit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esse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molestie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consequat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,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vel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illum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 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dolore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eu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feugiat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nulla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facilisis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at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vero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eros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et 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accumsan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et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iusto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odio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dignissim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qui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blandit</a:t>
            </a:r>
            <a:r>
              <a:rPr lang="en-US" sz="1000" spc="2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prae</a:t>
            </a:r>
            <a:endParaRPr lang="en-US" sz="1000" dirty="0">
              <a:latin typeface="Myriad Pro"/>
              <a:cs typeface="Myriad Pro"/>
            </a:endParaRPr>
          </a:p>
        </p:txBody>
      </p:sp>
      <p:sp>
        <p:nvSpPr>
          <p:cNvPr id="19" name="Content Placeholder 16">
            <a:extLst>
              <a:ext uri="{FF2B5EF4-FFF2-40B4-BE49-F238E27FC236}">
                <a16:creationId xmlns:a16="http://schemas.microsoft.com/office/drawing/2014/main" id="{E6589753-713A-BC4A-B134-00C31E8AE67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32552" y="1681200"/>
            <a:ext cx="4102738" cy="3906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Lorem 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ipsum dolor sit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amet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,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consectetuer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adipisc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- 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ing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elit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,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sed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diam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nonummy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nibh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euismod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tincidunt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ut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laoreet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dolore magna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aliquam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erat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volutpat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. 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Ut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wisi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enim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ad minim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veniam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,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quis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nostrud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exerci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tation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ullamcorper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suscipit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lobortis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nisl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ut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aliquip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ex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ea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commodo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consequat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. 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Duis 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autem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vel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eum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iriure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dolor in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hendrerit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in 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vulputate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velit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esse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molestie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consequat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,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vel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illum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 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dolore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eu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feugiat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nulla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facilisis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at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vero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eros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et 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accumsan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et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iusto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odio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dignissim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qui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blandit</a:t>
            </a:r>
            <a:r>
              <a:rPr lang="en-US" sz="1000" spc="2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prae</a:t>
            </a:r>
            <a:endParaRPr lang="en-US" sz="1000" dirty="0">
              <a:latin typeface="Myriad Pro"/>
              <a:cs typeface="Myriad Pr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lang="en-US" sz="10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Lorem 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ipsum dolor sit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amet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,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consectetuer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adipisc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- 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ing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elit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,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sed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diam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nonummy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nibh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euismod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tincidunt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ut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laoreet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dolore magna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aliquam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erat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volutpat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. 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Ut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wisi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enim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ad minim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veniam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,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quis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nostrud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exerci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tation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ullamcorper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suscipit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lobortis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nisl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ut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aliquip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ex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ea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commodo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consequat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. 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Duis 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autem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vel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eum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iriure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dolor in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hendrerit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in 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vulputate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velit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esse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molestie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consequat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,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vel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illum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 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dolore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eu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feugiat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nulla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facilisis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at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vero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eros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et 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accumsan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et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iusto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odio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dignissim</a:t>
            </a:r>
            <a:r>
              <a:rPr lang="en-US" sz="1000" spc="-5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dirty="0">
                <a:solidFill>
                  <a:srgbClr val="79776F"/>
                </a:solidFill>
                <a:latin typeface="Myriad Pro"/>
                <a:cs typeface="Myriad Pro"/>
              </a:rPr>
              <a:t>qui </a:t>
            </a:r>
            <a:r>
              <a:rPr lang="en-US" sz="1000" dirty="0" err="1">
                <a:solidFill>
                  <a:srgbClr val="79776F"/>
                </a:solidFill>
                <a:latin typeface="Myriad Pro"/>
                <a:cs typeface="Myriad Pro"/>
              </a:rPr>
              <a:t>blandit</a:t>
            </a:r>
            <a:r>
              <a:rPr lang="en-US" sz="1000" spc="20" dirty="0">
                <a:solidFill>
                  <a:srgbClr val="79776F"/>
                </a:solidFill>
                <a:latin typeface="Myriad Pro"/>
                <a:cs typeface="Myriad Pro"/>
              </a:rPr>
              <a:t> </a:t>
            </a:r>
            <a:r>
              <a:rPr lang="en-US" sz="1000" spc="-5" dirty="0" err="1">
                <a:solidFill>
                  <a:srgbClr val="79776F"/>
                </a:solidFill>
                <a:latin typeface="Myriad Pro"/>
                <a:cs typeface="Myriad Pro"/>
              </a:rPr>
              <a:t>prae</a:t>
            </a:r>
            <a:endParaRPr lang="en-US" sz="1000" dirty="0">
              <a:latin typeface="Myriad Pro"/>
              <a:cs typeface="Myriad Pro"/>
            </a:endParaRPr>
          </a:p>
        </p:txBody>
      </p:sp>
    </p:spTree>
    <p:extLst>
      <p:ext uri="{BB962C8B-B14F-4D97-AF65-F5344CB8AC3E}">
        <p14:creationId xmlns:p14="http://schemas.microsoft.com/office/powerpoint/2010/main" val="34064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4">
            <a:extLst>
              <a:ext uri="{FF2B5EF4-FFF2-40B4-BE49-F238E27FC236}">
                <a16:creationId xmlns:a16="http://schemas.microsoft.com/office/drawing/2014/main" id="{872EBDA4-39F7-6E4A-8E95-6958569CA38B}"/>
              </a:ext>
            </a:extLst>
          </p:cNvPr>
          <p:cNvSpPr/>
          <p:nvPr userDrawn="1"/>
        </p:nvSpPr>
        <p:spPr>
          <a:xfrm>
            <a:off x="0" y="0"/>
            <a:ext cx="5564221" cy="6870621"/>
          </a:xfrm>
          <a:custGeom>
            <a:avLst/>
            <a:gdLst/>
            <a:ahLst/>
            <a:cxnLst/>
            <a:rect l="l" t="t" r="r" b="b"/>
            <a:pathLst>
              <a:path w="3599815" h="4445000">
                <a:moveTo>
                  <a:pt x="0" y="4444542"/>
                </a:moveTo>
                <a:lnTo>
                  <a:pt x="3599700" y="4444542"/>
                </a:lnTo>
                <a:lnTo>
                  <a:pt x="3599700" y="0"/>
                </a:lnTo>
                <a:lnTo>
                  <a:pt x="0" y="0"/>
                </a:lnTo>
                <a:lnTo>
                  <a:pt x="0" y="4444542"/>
                </a:lnTo>
                <a:close/>
              </a:path>
            </a:pathLst>
          </a:custGeom>
          <a:solidFill>
            <a:srgbClr val="A22929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23133" y="2594116"/>
            <a:ext cx="3517954" cy="102804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1" i="0">
                <a:solidFill>
                  <a:schemeClr val="bg1"/>
                </a:solidFill>
                <a:latin typeface="DIN" pitchFamily="2" charset="77"/>
              </a:defRPr>
            </a:lvl1pPr>
          </a:lstStyle>
          <a:p>
            <a:r>
              <a:rPr lang="en-US" dirty="0"/>
              <a:t>YOUR HEADLINE</a:t>
            </a:r>
            <a:br>
              <a:rPr lang="en-US" dirty="0"/>
            </a:br>
            <a:r>
              <a:rPr lang="en-US" dirty="0"/>
              <a:t>WILL GO HERE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4C99CE0D-6B03-274F-B193-643C96C53D9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64221" y="0"/>
            <a:ext cx="4341778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000" b="0" i="0" spc="0">
                <a:solidFill>
                  <a:schemeClr val="bg1"/>
                </a:solidFill>
                <a:latin typeface="DIN Medium" pitchFamily="2" charset="77"/>
              </a:defRPr>
            </a:lvl1pPr>
          </a:lstStyle>
          <a:p>
            <a:r>
              <a:rPr lang="en-US" dirty="0"/>
              <a:t>CLICK TO PLACE IMAGE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C83E21C7-1201-DC4D-BED4-03E4F2B188D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023133" y="3622158"/>
            <a:ext cx="3517954" cy="2879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850" b="0" i="0">
                <a:solidFill>
                  <a:schemeClr val="bg1"/>
                </a:solidFill>
                <a:latin typeface="DIN Medium" pitchFamily="2" charset="77"/>
              </a:defRPr>
            </a:lvl1pPr>
          </a:lstStyle>
          <a:p>
            <a:pPr lvl="0"/>
            <a:r>
              <a:rPr lang="en-US" dirty="0"/>
              <a:t>YOUR SUBHEAD GOES HERE</a:t>
            </a:r>
          </a:p>
        </p:txBody>
      </p:sp>
    </p:spTree>
    <p:extLst>
      <p:ext uri="{BB962C8B-B14F-4D97-AF65-F5344CB8AC3E}">
        <p14:creationId xmlns:p14="http://schemas.microsoft.com/office/powerpoint/2010/main" val="281064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9">
            <a:extLst>
              <a:ext uri="{FF2B5EF4-FFF2-40B4-BE49-F238E27FC236}">
                <a16:creationId xmlns:a16="http://schemas.microsoft.com/office/drawing/2014/main" id="{E49743BE-A113-3042-B84C-FF8599DF6133}"/>
              </a:ext>
            </a:extLst>
          </p:cNvPr>
          <p:cNvSpPr txBox="1"/>
          <p:nvPr userDrawn="1"/>
        </p:nvSpPr>
        <p:spPr>
          <a:xfrm>
            <a:off x="0" y="-10160"/>
            <a:ext cx="8280325" cy="1114924"/>
          </a:xfrm>
          <a:prstGeom prst="rect">
            <a:avLst/>
          </a:prstGeom>
          <a:solidFill>
            <a:srgbClr val="A22929"/>
          </a:solidFill>
        </p:spPr>
        <p:txBody>
          <a:bodyPr vert="horz" wrap="square" lIns="0" tIns="110489" rIns="0" bIns="0" rtlCol="0" anchor="ctr">
            <a:noAutofit/>
          </a:bodyPr>
          <a:lstStyle/>
          <a:p>
            <a:pPr marL="793115">
              <a:lnSpc>
                <a:spcPct val="100000"/>
              </a:lnSpc>
              <a:spcBef>
                <a:spcPts val="869"/>
              </a:spcBef>
              <a:tabLst>
                <a:tab pos="1698625" algn="l"/>
                <a:tab pos="3335654" algn="l"/>
                <a:tab pos="4228465" algn="l"/>
              </a:tabLst>
            </a:pPr>
            <a:endParaRPr sz="1000" dirty="0">
              <a:latin typeface="DIN-Medium"/>
              <a:cs typeface="DIN-Medium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8C22F3-534D-0B46-B856-2BBD660CA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18667" y="147153"/>
            <a:ext cx="1146543" cy="748457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D45B8977-B9D3-8647-9187-59A98BA7E3D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7827" y="2076561"/>
            <a:ext cx="2368550" cy="161648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 algn="l">
              <a:buFont typeface="Arial" panose="020B0604020202020204" pitchFamily="34" charset="0"/>
              <a:buNone/>
              <a:defRPr sz="1400">
                <a:solidFill>
                  <a:srgbClr val="B0B1B3"/>
                </a:solidFill>
              </a:defRPr>
            </a:lvl2pPr>
            <a:lvl3pPr marL="914400" indent="0">
              <a:buNone/>
              <a:defRPr sz="1050">
                <a:solidFill>
                  <a:srgbClr val="B0B1B3"/>
                </a:solidFill>
              </a:defRPr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0E38A5FA-71C7-264D-980D-48EE1CA2FB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7827" y="4025863"/>
            <a:ext cx="2368550" cy="161648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 algn="l">
              <a:buFont typeface="Arial" panose="020B0604020202020204" pitchFamily="34" charset="0"/>
              <a:buNone/>
              <a:defRPr sz="1400">
                <a:solidFill>
                  <a:srgbClr val="B0B1B3"/>
                </a:solidFill>
              </a:defRPr>
            </a:lvl2pPr>
            <a:lvl3pPr marL="914400" indent="0">
              <a:buNone/>
              <a:defRPr sz="1050">
                <a:solidFill>
                  <a:srgbClr val="B0B1B3"/>
                </a:solidFill>
              </a:defRPr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E0DB5D21-453F-9F47-AD89-D6FF2EF3AA4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27186" y="2076561"/>
            <a:ext cx="2368550" cy="161648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 algn="l">
              <a:buFont typeface="Arial" panose="020B0604020202020204" pitchFamily="34" charset="0"/>
              <a:buNone/>
              <a:defRPr sz="1400">
                <a:solidFill>
                  <a:srgbClr val="B0B1B3"/>
                </a:solidFill>
              </a:defRPr>
            </a:lvl2pPr>
            <a:lvl3pPr marL="914400" indent="0">
              <a:buNone/>
              <a:defRPr sz="1050">
                <a:solidFill>
                  <a:srgbClr val="B0B1B3"/>
                </a:solidFill>
              </a:defRPr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7283B15-5003-5844-9608-4077116341A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27186" y="4025863"/>
            <a:ext cx="2368550" cy="161648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 algn="l">
              <a:buFont typeface="Arial" panose="020B0604020202020204" pitchFamily="34" charset="0"/>
              <a:buNone/>
              <a:defRPr sz="1400">
                <a:solidFill>
                  <a:srgbClr val="B0B1B3"/>
                </a:solidFill>
              </a:defRPr>
            </a:lvl2pPr>
            <a:lvl3pPr marL="914400" indent="0">
              <a:buNone/>
              <a:defRPr sz="1050">
                <a:solidFill>
                  <a:srgbClr val="B0B1B3"/>
                </a:solidFill>
              </a:defRPr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object 32">
            <a:extLst>
              <a:ext uri="{FF2B5EF4-FFF2-40B4-BE49-F238E27FC236}">
                <a16:creationId xmlns:a16="http://schemas.microsoft.com/office/drawing/2014/main" id="{CB4BF31C-A4AD-E848-A217-B684DAA8321F}"/>
              </a:ext>
            </a:extLst>
          </p:cNvPr>
          <p:cNvSpPr/>
          <p:nvPr userDrawn="1"/>
        </p:nvSpPr>
        <p:spPr>
          <a:xfrm>
            <a:off x="3211537" y="1583307"/>
            <a:ext cx="3160489" cy="46442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C92B5B09-DEFD-FF48-8D38-C003634BC89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813005" y="1582738"/>
            <a:ext cx="1559220" cy="2917825"/>
          </a:xfrm>
          <a:prstGeom prst="rect">
            <a:avLst/>
          </a:prstGeom>
          <a:solidFill>
            <a:srgbClr val="A2937E">
              <a:alpha val="70000"/>
            </a:srgb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PLACE IMAGE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9D315AFE-5AFB-F143-8EA7-6D4319089E6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211033" y="3730514"/>
            <a:ext cx="1559220" cy="2497049"/>
          </a:xfrm>
          <a:prstGeom prst="rect">
            <a:avLst/>
          </a:prstGeom>
          <a:solidFill>
            <a:schemeClr val="tx1">
              <a:alpha val="20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PLACE IMAGE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3D612A-0C53-7748-A884-F690E78CA4F9}"/>
              </a:ext>
            </a:extLst>
          </p:cNvPr>
          <p:cNvSpPr/>
          <p:nvPr userDrawn="1"/>
        </p:nvSpPr>
        <p:spPr>
          <a:xfrm>
            <a:off x="4813005" y="4547777"/>
            <a:ext cx="1559021" cy="1679786"/>
          </a:xfrm>
          <a:prstGeom prst="rect">
            <a:avLst/>
          </a:prstGeom>
          <a:solidFill>
            <a:srgbClr val="A2937E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460BEB-6B0F-9846-97D9-202F8B5EA384}"/>
              </a:ext>
            </a:extLst>
          </p:cNvPr>
          <p:cNvSpPr/>
          <p:nvPr userDrawn="1"/>
        </p:nvSpPr>
        <p:spPr>
          <a:xfrm>
            <a:off x="3208263" y="3142871"/>
            <a:ext cx="1559021" cy="550171"/>
          </a:xfrm>
          <a:prstGeom prst="rect">
            <a:avLst/>
          </a:prstGeom>
          <a:solidFill>
            <a:srgbClr val="A2937E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A1DE7D6-904E-464B-AD4F-95DC3E0BBDF7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87826" y="702518"/>
            <a:ext cx="7074704" cy="2164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 b="0" i="0">
                <a:solidFill>
                  <a:schemeClr val="bg1"/>
                </a:solidFill>
                <a:latin typeface="DIN Medium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YOUR LONGER SUBHEAD GOES HERE</a:t>
            </a:r>
          </a:p>
        </p:txBody>
      </p:sp>
      <p:sp>
        <p:nvSpPr>
          <p:cNvPr id="26" name="Content Placeholder 13">
            <a:extLst>
              <a:ext uri="{FF2B5EF4-FFF2-40B4-BE49-F238E27FC236}">
                <a16:creationId xmlns:a16="http://schemas.microsoft.com/office/drawing/2014/main" id="{53FA0D7F-9888-744F-B2BA-6D8957314F1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87434" y="256900"/>
            <a:ext cx="7075488" cy="4143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DIN" pitchFamily="2" charset="77"/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 sz="2000">
                <a:solidFill>
                  <a:schemeClr val="bg1"/>
                </a:solidFill>
              </a:defRPr>
            </a:lvl3pPr>
            <a:lvl4pPr marL="1371600" indent="0">
              <a:buNone/>
              <a:defRPr sz="2000">
                <a:solidFill>
                  <a:schemeClr val="bg1"/>
                </a:solidFill>
              </a:defRPr>
            </a:lvl4pPr>
            <a:lvl5pPr marL="1828800" indent="0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YOUR HEADLINE GOES HERE</a:t>
            </a:r>
          </a:p>
        </p:txBody>
      </p:sp>
    </p:spTree>
    <p:extLst>
      <p:ext uri="{BB962C8B-B14F-4D97-AF65-F5344CB8AC3E}">
        <p14:creationId xmlns:p14="http://schemas.microsoft.com/office/powerpoint/2010/main" val="1104456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9">
            <a:extLst>
              <a:ext uri="{FF2B5EF4-FFF2-40B4-BE49-F238E27FC236}">
                <a16:creationId xmlns:a16="http://schemas.microsoft.com/office/drawing/2014/main" id="{BFD67D7E-4DE5-EB4E-80B9-2E89114C2518}"/>
              </a:ext>
            </a:extLst>
          </p:cNvPr>
          <p:cNvSpPr txBox="1"/>
          <p:nvPr userDrawn="1"/>
        </p:nvSpPr>
        <p:spPr>
          <a:xfrm>
            <a:off x="0" y="-10160"/>
            <a:ext cx="8280325" cy="1114924"/>
          </a:xfrm>
          <a:prstGeom prst="rect">
            <a:avLst/>
          </a:prstGeom>
          <a:solidFill>
            <a:srgbClr val="A22929"/>
          </a:solidFill>
        </p:spPr>
        <p:txBody>
          <a:bodyPr vert="horz" wrap="square" lIns="0" tIns="110489" rIns="0" bIns="0" rtlCol="0" anchor="ctr">
            <a:noAutofit/>
          </a:bodyPr>
          <a:lstStyle/>
          <a:p>
            <a:pPr marL="793115">
              <a:lnSpc>
                <a:spcPct val="100000"/>
              </a:lnSpc>
              <a:spcBef>
                <a:spcPts val="869"/>
              </a:spcBef>
              <a:tabLst>
                <a:tab pos="1698625" algn="l"/>
                <a:tab pos="3335654" algn="l"/>
                <a:tab pos="4228465" algn="l"/>
              </a:tabLst>
            </a:pPr>
            <a:endParaRPr sz="1000" dirty="0">
              <a:latin typeface="DIN-Medium"/>
              <a:cs typeface="DIN-Medium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3478FA-C34F-1141-B1BE-445A3755F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18667" y="147153"/>
            <a:ext cx="1146543" cy="748457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45C5A77-14E4-6C43-8375-19A8A1723DB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7826" y="702518"/>
            <a:ext cx="7074704" cy="2164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 b="0" i="0">
                <a:solidFill>
                  <a:schemeClr val="bg1"/>
                </a:solidFill>
                <a:latin typeface="DIN Medium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YOUR LONGER SUBHEAD GOES HERE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A44BA01-68D9-5B43-8F76-219F2CD310A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87434" y="256900"/>
            <a:ext cx="7075488" cy="4143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DIN" pitchFamily="2" charset="77"/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 sz="2000">
                <a:solidFill>
                  <a:schemeClr val="bg1"/>
                </a:solidFill>
              </a:defRPr>
            </a:lvl3pPr>
            <a:lvl4pPr marL="1371600" indent="0">
              <a:buNone/>
              <a:defRPr sz="2000">
                <a:solidFill>
                  <a:schemeClr val="bg1"/>
                </a:solidFill>
              </a:defRPr>
            </a:lvl4pPr>
            <a:lvl5pPr marL="1828800" indent="0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YOUR HEADLINE GOES HERE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652F517D-B29A-B34C-9045-7CBDEC623A6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7434" y="1609163"/>
            <a:ext cx="4808538" cy="448945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txBody>
          <a:bodyPr anchor="ctr" anchorCtr="0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PLACE YOUR IMAGE HERE</a:t>
            </a:r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486DCBD8-36EA-AE43-A054-0DD0C5158C9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32860" y="1609163"/>
            <a:ext cx="3268435" cy="22306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 algn="l">
              <a:buFont typeface="Arial" panose="020B0604020202020204" pitchFamily="34" charset="0"/>
              <a:buNone/>
              <a:defRPr sz="1400">
                <a:solidFill>
                  <a:srgbClr val="B0B1B3"/>
                </a:solidFill>
              </a:defRPr>
            </a:lvl2pPr>
            <a:lvl3pPr marL="914400" indent="0">
              <a:buNone/>
              <a:defRPr sz="1050">
                <a:solidFill>
                  <a:srgbClr val="B0B1B3"/>
                </a:solidFill>
              </a:defRPr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F1D3F88B-2584-EE4A-B638-A32C716A03B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632860" y="3867981"/>
            <a:ext cx="3268435" cy="22306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 algn="l">
              <a:buFont typeface="Arial" panose="020B0604020202020204" pitchFamily="34" charset="0"/>
              <a:buNone/>
              <a:defRPr sz="1400">
                <a:solidFill>
                  <a:srgbClr val="B0B1B3"/>
                </a:solidFill>
              </a:defRPr>
            </a:lvl2pPr>
            <a:lvl3pPr marL="914400" indent="0">
              <a:buNone/>
              <a:defRPr sz="1050">
                <a:solidFill>
                  <a:srgbClr val="B0B1B3"/>
                </a:solidFill>
              </a:defRPr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2876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59067C4F-FE86-A248-A9E6-D06A3BF82848}"/>
              </a:ext>
            </a:extLst>
          </p:cNvPr>
          <p:cNvSpPr txBox="1">
            <a:spLocks/>
          </p:cNvSpPr>
          <p:nvPr userDrawn="1"/>
        </p:nvSpPr>
        <p:spPr>
          <a:xfrm>
            <a:off x="587434" y="6356352"/>
            <a:ext cx="384631" cy="365125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DIN-Regular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EF5EDB-5532-9D4A-8748-6257A1DB125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B8B0A2-7418-9A48-9804-78F52FB7518D}"/>
              </a:ext>
            </a:extLst>
          </p:cNvPr>
          <p:cNvCxnSpPr/>
          <p:nvPr userDrawn="1"/>
        </p:nvCxnSpPr>
        <p:spPr>
          <a:xfrm>
            <a:off x="988541" y="6343135"/>
            <a:ext cx="0" cy="387179"/>
          </a:xfrm>
          <a:prstGeom prst="line">
            <a:avLst/>
          </a:prstGeom>
          <a:ln>
            <a:solidFill>
              <a:srgbClr val="A32A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bject 89">
            <a:extLst>
              <a:ext uri="{FF2B5EF4-FFF2-40B4-BE49-F238E27FC236}">
                <a16:creationId xmlns:a16="http://schemas.microsoft.com/office/drawing/2014/main" id="{106173EE-A4EF-1343-8AA2-9FBED28417FE}"/>
              </a:ext>
            </a:extLst>
          </p:cNvPr>
          <p:cNvSpPr txBox="1"/>
          <p:nvPr userDrawn="1"/>
        </p:nvSpPr>
        <p:spPr>
          <a:xfrm>
            <a:off x="0" y="0"/>
            <a:ext cx="8280325" cy="1114924"/>
          </a:xfrm>
          <a:prstGeom prst="rect">
            <a:avLst/>
          </a:prstGeom>
          <a:solidFill>
            <a:srgbClr val="A22929"/>
          </a:solidFill>
        </p:spPr>
        <p:txBody>
          <a:bodyPr vert="horz" wrap="square" lIns="0" tIns="110489" rIns="0" bIns="0" rtlCol="0" anchor="ctr">
            <a:noAutofit/>
          </a:bodyPr>
          <a:lstStyle/>
          <a:p>
            <a:pPr marL="793115">
              <a:lnSpc>
                <a:spcPct val="100000"/>
              </a:lnSpc>
              <a:spcBef>
                <a:spcPts val="869"/>
              </a:spcBef>
              <a:tabLst>
                <a:tab pos="1698625" algn="l"/>
                <a:tab pos="3335654" algn="l"/>
                <a:tab pos="4228465" algn="l"/>
              </a:tabLst>
            </a:pPr>
            <a:endParaRPr sz="1000" dirty="0">
              <a:latin typeface="DIN-Medium"/>
              <a:cs typeface="DIN-Medium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21F39D9-7DDD-2D42-991B-B9584B7FCE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18667" y="147153"/>
            <a:ext cx="1146543" cy="748457"/>
          </a:xfrm>
          <a:prstGeom prst="rect">
            <a:avLst/>
          </a:prstGeom>
        </p:spPr>
      </p:pic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C3FA989-A078-2547-AC0F-EBBCE1DBDC2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87434" y="256900"/>
            <a:ext cx="7075488" cy="4143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DIN" pitchFamily="2" charset="77"/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 sz="2000">
                <a:solidFill>
                  <a:schemeClr val="bg1"/>
                </a:solidFill>
              </a:defRPr>
            </a:lvl3pPr>
            <a:lvl4pPr marL="1371600" indent="0">
              <a:buNone/>
              <a:defRPr sz="2000">
                <a:solidFill>
                  <a:schemeClr val="bg1"/>
                </a:solidFill>
              </a:defRPr>
            </a:lvl4pPr>
            <a:lvl5pPr marL="1828800" indent="0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YOUR HEADLINE GOES HERE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5FD96FD-E0FD-C949-BD7B-B26B9F2C0B4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7826" y="702518"/>
            <a:ext cx="7074704" cy="2164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 b="0" i="0">
                <a:solidFill>
                  <a:schemeClr val="bg1"/>
                </a:solidFill>
                <a:latin typeface="DIN Medium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YOUR LONGER SUBHEAD GOES HERE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A11D470-BBEC-7E4E-A138-8755AADFA37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72065" y="1778400"/>
            <a:ext cx="2458800" cy="43056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txBody>
          <a:bodyPr anchor="ctr" anchorCtr="0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CLICK TO INSERT IMAGE</a:t>
            </a:r>
          </a:p>
        </p:txBody>
      </p:sp>
      <p:sp>
        <p:nvSpPr>
          <p:cNvPr id="21" name="Picture Placeholder 19">
            <a:extLst>
              <a:ext uri="{FF2B5EF4-FFF2-40B4-BE49-F238E27FC236}">
                <a16:creationId xmlns:a16="http://schemas.microsoft.com/office/drawing/2014/main" id="{495C582E-FD4B-3142-BE71-9925345E8F7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57600" y="1778400"/>
            <a:ext cx="2458800" cy="430560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txBody>
          <a:bodyPr anchor="ctr" anchorCtr="0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CLICK TO INSERT IMAGE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AF5B1289-2265-A240-A783-396C66A3CB5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30959" y="1778400"/>
            <a:ext cx="2652825" cy="4305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 algn="l">
              <a:buFont typeface="Arial" panose="020B0604020202020204" pitchFamily="34" charset="0"/>
              <a:buNone/>
              <a:defRPr sz="1400">
                <a:solidFill>
                  <a:srgbClr val="B0B1B3"/>
                </a:solidFill>
              </a:defRPr>
            </a:lvl2pPr>
            <a:lvl3pPr marL="914400" indent="0">
              <a:buNone/>
              <a:defRPr sz="1050">
                <a:solidFill>
                  <a:srgbClr val="B0B1B3"/>
                </a:solidFill>
              </a:defRPr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9789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33F62DAB-76D4-144E-BB06-273ED6D8484C}"/>
              </a:ext>
            </a:extLst>
          </p:cNvPr>
          <p:cNvSpPr txBox="1">
            <a:spLocks/>
          </p:cNvSpPr>
          <p:nvPr userDrawn="1"/>
        </p:nvSpPr>
        <p:spPr>
          <a:xfrm>
            <a:off x="982850" y="6356352"/>
            <a:ext cx="384631" cy="365125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DIN-Regular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EF5EDB-5532-9D4A-8748-6257A1DB125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205EE4-F6E7-8740-9AD4-8A4A5D25D8D4}"/>
              </a:ext>
            </a:extLst>
          </p:cNvPr>
          <p:cNvCxnSpPr/>
          <p:nvPr userDrawn="1"/>
        </p:nvCxnSpPr>
        <p:spPr>
          <a:xfrm>
            <a:off x="1375719" y="6343135"/>
            <a:ext cx="0" cy="387179"/>
          </a:xfrm>
          <a:prstGeom prst="line">
            <a:avLst/>
          </a:prstGeom>
          <a:ln>
            <a:solidFill>
              <a:srgbClr val="A32A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bject 89">
            <a:extLst>
              <a:ext uri="{FF2B5EF4-FFF2-40B4-BE49-F238E27FC236}">
                <a16:creationId xmlns:a16="http://schemas.microsoft.com/office/drawing/2014/main" id="{77720A7A-3000-4E4F-BD6C-B3F0E736F8AE}"/>
              </a:ext>
            </a:extLst>
          </p:cNvPr>
          <p:cNvSpPr txBox="1"/>
          <p:nvPr userDrawn="1"/>
        </p:nvSpPr>
        <p:spPr>
          <a:xfrm>
            <a:off x="0" y="0"/>
            <a:ext cx="8280325" cy="1114924"/>
          </a:xfrm>
          <a:prstGeom prst="rect">
            <a:avLst/>
          </a:prstGeom>
          <a:solidFill>
            <a:srgbClr val="A22929"/>
          </a:solidFill>
        </p:spPr>
        <p:txBody>
          <a:bodyPr vert="horz" wrap="square" lIns="0" tIns="110489" rIns="0" bIns="0" rtlCol="0" anchor="ctr">
            <a:noAutofit/>
          </a:bodyPr>
          <a:lstStyle/>
          <a:p>
            <a:pPr marL="793115">
              <a:lnSpc>
                <a:spcPct val="100000"/>
              </a:lnSpc>
              <a:spcBef>
                <a:spcPts val="869"/>
              </a:spcBef>
              <a:tabLst>
                <a:tab pos="1698625" algn="l"/>
                <a:tab pos="3335654" algn="l"/>
                <a:tab pos="4228465" algn="l"/>
              </a:tabLst>
            </a:pPr>
            <a:endParaRPr sz="1000" dirty="0">
              <a:latin typeface="DIN-Medium"/>
              <a:cs typeface="DIN-Medium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CECB0D-07ED-2B4F-B566-3C8E76EEAD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18667" y="147153"/>
            <a:ext cx="1146543" cy="748457"/>
          </a:xfrm>
          <a:prstGeom prst="rect">
            <a:avLst/>
          </a:prstGeom>
        </p:spPr>
      </p:pic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64A41C5A-A62B-FF4B-BE7A-448F4E67916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87434" y="256900"/>
            <a:ext cx="7075488" cy="4143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DIN" pitchFamily="2" charset="77"/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 sz="2000">
                <a:solidFill>
                  <a:schemeClr val="bg1"/>
                </a:solidFill>
              </a:defRPr>
            </a:lvl3pPr>
            <a:lvl4pPr marL="1371600" indent="0">
              <a:buNone/>
              <a:defRPr sz="2000">
                <a:solidFill>
                  <a:schemeClr val="bg1"/>
                </a:solidFill>
              </a:defRPr>
            </a:lvl4pPr>
            <a:lvl5pPr marL="1828800" indent="0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YOUR HEADLINE GOES HERE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E576E46-B6A7-DD4E-AA04-9F04A0E66BF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7826" y="702518"/>
            <a:ext cx="7074704" cy="2164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 b="0" i="0">
                <a:solidFill>
                  <a:schemeClr val="bg1"/>
                </a:solidFill>
                <a:latin typeface="DIN Medium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YOUR LONGER SUBHEAD GOES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B494D70-468E-7E48-925C-54F2FDEB53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70000" y="1915200"/>
            <a:ext cx="7563600" cy="41796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anchor="ctr" anchorCtr="0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CLICK TO PLACE YOUR IMAGE</a:t>
            </a:r>
          </a:p>
        </p:txBody>
      </p:sp>
    </p:spTree>
    <p:extLst>
      <p:ext uri="{BB962C8B-B14F-4D97-AF65-F5344CB8AC3E}">
        <p14:creationId xmlns:p14="http://schemas.microsoft.com/office/powerpoint/2010/main" val="890171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CB30C3D-3668-D547-9032-9A97D6F673F1}"/>
              </a:ext>
            </a:extLst>
          </p:cNvPr>
          <p:cNvSpPr/>
          <p:nvPr userDrawn="1"/>
        </p:nvSpPr>
        <p:spPr>
          <a:xfrm>
            <a:off x="0" y="0"/>
            <a:ext cx="9906279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6B91E90-D840-D94E-B413-E85FDD7CDCAD}"/>
              </a:ext>
            </a:extLst>
          </p:cNvPr>
          <p:cNvSpPr/>
          <p:nvPr userDrawn="1"/>
        </p:nvSpPr>
        <p:spPr>
          <a:xfrm>
            <a:off x="0" y="5663975"/>
            <a:ext cx="9906279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18D2FE6-78D6-394B-8E03-A2CBE4722755}"/>
              </a:ext>
            </a:extLst>
          </p:cNvPr>
          <p:cNvSpPr/>
          <p:nvPr userDrawn="1"/>
        </p:nvSpPr>
        <p:spPr>
          <a:xfrm>
            <a:off x="7417850" y="5065772"/>
            <a:ext cx="1921511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7E3A3A-AE22-3D44-96D5-1DC8A1467F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56592" y="5446857"/>
            <a:ext cx="1453215" cy="9486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242570E-E11B-924C-A283-E5F51CC82C13}"/>
              </a:ext>
            </a:extLst>
          </p:cNvPr>
          <p:cNvSpPr txBox="1"/>
          <p:nvPr userDrawn="1"/>
        </p:nvSpPr>
        <p:spPr>
          <a:xfrm>
            <a:off x="2833853" y="1509382"/>
            <a:ext cx="4496373" cy="2645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</a:rPr>
              <a:t>EQUITY CENTRE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DIN-Regular" pitchFamily="2" charset="77"/>
              </a:rPr>
              <a:t>9th Floor, Hospital Road, Upper Hill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DIN-Regular" pitchFamily="2" charset="77"/>
              </a:rPr>
              <a:t>P.O. Box 75104 - Nairobi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DIN-Regular" pitchFamily="2" charset="77"/>
              </a:rPr>
              <a:t> Tel: 0763 063 000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DIN-Regular" pitchFamily="2" charset="77"/>
              </a:rPr>
              <a:t>Fax: +254 020 273 7276 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DIN-Regular" pitchFamily="2" charset="77"/>
              </a:rPr>
              <a:t>Email: </a:t>
            </a:r>
            <a:r>
              <a:rPr lang="en-US" sz="1400" dirty="0" err="1">
                <a:solidFill>
                  <a:schemeClr val="bg1"/>
                </a:solidFill>
                <a:latin typeface="DIN-Regular" pitchFamily="2" charset="77"/>
              </a:rPr>
              <a:t>Info@equitygroupholdings.com</a:t>
            </a:r>
            <a:r>
              <a:rPr lang="en-US" sz="1400" dirty="0">
                <a:solidFill>
                  <a:schemeClr val="bg1"/>
                </a:solidFill>
                <a:latin typeface="DIN-Regular" pitchFamily="2" charset="77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DIN-Regular" pitchFamily="2" charset="77"/>
              </a:rPr>
              <a:t>Web: </a:t>
            </a:r>
            <a:r>
              <a:rPr lang="en-US" sz="1400" dirty="0" err="1">
                <a:solidFill>
                  <a:schemeClr val="bg1"/>
                </a:solidFill>
                <a:latin typeface="DIN-Regular" pitchFamily="2" charset="77"/>
              </a:rPr>
              <a:t>ke.equitybankgroup.com</a:t>
            </a:r>
            <a:endParaRPr lang="en-US" sz="1400" dirty="0">
              <a:solidFill>
                <a:schemeClr val="bg1"/>
              </a:solidFill>
              <a:latin typeface="DIN-Regular" pitchFamily="2" charset="77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DIN-Regular" pitchFamily="2" charset="77"/>
              </a:rPr>
              <a:t>@</a:t>
            </a:r>
            <a:r>
              <a:rPr lang="en-US" sz="1400" dirty="0" err="1">
                <a:solidFill>
                  <a:schemeClr val="bg1"/>
                </a:solidFill>
                <a:latin typeface="DIN-Regular" pitchFamily="2" charset="77"/>
              </a:rPr>
              <a:t>KeEquitybank</a:t>
            </a:r>
            <a:r>
              <a:rPr lang="en-US" sz="1400" dirty="0">
                <a:solidFill>
                  <a:schemeClr val="bg1"/>
                </a:solidFill>
                <a:latin typeface="DIN-Regular" pitchFamily="2" charset="77"/>
              </a:rPr>
              <a:t>         @</a:t>
            </a:r>
            <a:r>
              <a:rPr lang="en-US" sz="1400" dirty="0" err="1">
                <a:solidFill>
                  <a:schemeClr val="bg1"/>
                </a:solidFill>
                <a:latin typeface="DIN-Regular" pitchFamily="2" charset="77"/>
              </a:rPr>
              <a:t>KeEquitybank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FB21FF-9F1B-BD49-BB7A-5C3C7238F05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08003" y="3907027"/>
            <a:ext cx="131230" cy="1265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105A49-2B14-CD4F-B801-27AC0116672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07073" y="3907027"/>
            <a:ext cx="131230" cy="12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167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CB30C3D-3668-D547-9032-9A97D6F673F1}"/>
              </a:ext>
            </a:extLst>
          </p:cNvPr>
          <p:cNvSpPr/>
          <p:nvPr userDrawn="1"/>
        </p:nvSpPr>
        <p:spPr>
          <a:xfrm>
            <a:off x="0" y="0"/>
            <a:ext cx="9906279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6B91E90-D840-D94E-B413-E85FDD7CDCAD}"/>
              </a:ext>
            </a:extLst>
          </p:cNvPr>
          <p:cNvSpPr/>
          <p:nvPr userDrawn="1"/>
        </p:nvSpPr>
        <p:spPr>
          <a:xfrm>
            <a:off x="0" y="5663975"/>
            <a:ext cx="9906279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18D2FE6-78D6-394B-8E03-A2CBE4722755}"/>
              </a:ext>
            </a:extLst>
          </p:cNvPr>
          <p:cNvSpPr/>
          <p:nvPr userDrawn="1"/>
        </p:nvSpPr>
        <p:spPr>
          <a:xfrm>
            <a:off x="7417850" y="5065772"/>
            <a:ext cx="1921511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7E3A3A-AE22-3D44-96D5-1DC8A1467F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56592" y="5446857"/>
            <a:ext cx="1453215" cy="9486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E3B060-FC77-7A4B-9A52-EB4225DA3D0C}"/>
              </a:ext>
            </a:extLst>
          </p:cNvPr>
          <p:cNvSpPr txBox="1"/>
          <p:nvPr userDrawn="1"/>
        </p:nvSpPr>
        <p:spPr>
          <a:xfrm>
            <a:off x="3749842" y="2539838"/>
            <a:ext cx="2406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DIN-Regular" pitchFamily="2" charset="77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34584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ERT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4642F88C-D0BC-F94B-89E7-8687D29B1F9D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1045542" y="1554270"/>
            <a:ext cx="7589837" cy="43307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000"/>
            </a:lvl1pPr>
          </a:lstStyle>
          <a:p>
            <a:r>
              <a:rPr lang="en-US" dirty="0"/>
              <a:t>CLICK TO INSERT GRAPH</a:t>
            </a:r>
          </a:p>
        </p:txBody>
      </p:sp>
    </p:spTree>
    <p:extLst>
      <p:ext uri="{BB962C8B-B14F-4D97-AF65-F5344CB8AC3E}">
        <p14:creationId xmlns:p14="http://schemas.microsoft.com/office/powerpoint/2010/main" val="1734254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A5C0D3-D561-6225-BD57-295BD72ED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543302-74E1-C0D4-1A8F-36EF94F2B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52FAD-8C73-D761-69EB-4FBE29F1DD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fld id="{5DF1F5F5-F0F1-412F-82C9-B362A0C2CA98}" type="datetimeFigureOut">
              <a:rPr lang="en-US" smtClean="0"/>
              <a:pPr/>
              <a:t>11/8/23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17550-FCBA-0F40-50EA-2A266F6ACF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455AF-DC9A-4456-C923-F98DB571F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fld id="{BAFA7451-721F-4B09-8ED1-43A90FFA0D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515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9" r:id="rId8"/>
    <p:sldLayoutId id="2147483670" r:id="rId9"/>
    <p:sldLayoutId id="2147483668" r:id="rId10"/>
  </p:sldLayoutIdLst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Arial Nova Cond" panose="020B0506020202020204" pitchFamily="34" charset="0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Arial Nova Cond" panose="020B0506020202020204" pitchFamily="34" charset="0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Arial Nova Cond" panose="020B0506020202020204" pitchFamily="34" charset="0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Arial Nova Cond" panose="020B0506020202020204" pitchFamily="34" charset="0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Arial Nova Cond" panose="020B0506020202020204" pitchFamily="34" charset="0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B4DBBB3-4B99-F24F-8383-7BB63A290E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5452" y="3077521"/>
            <a:ext cx="6915096" cy="1123559"/>
          </a:xfrm>
        </p:spPr>
        <p:txBody>
          <a:bodyPr>
            <a:normAutofit fontScale="90000"/>
          </a:bodyPr>
          <a:lstStyle/>
          <a:p>
            <a:br>
              <a:rPr lang="en-US" sz="2800" dirty="0">
                <a:latin typeface="+mn-lt"/>
              </a:rPr>
            </a:br>
            <a:br>
              <a:rPr lang="en-US" sz="2800" b="0" dirty="0">
                <a:latin typeface="+mn-lt"/>
              </a:rPr>
            </a:br>
            <a:br>
              <a:rPr lang="en-US" sz="2800" b="0" dirty="0">
                <a:latin typeface="+mn-lt"/>
              </a:rPr>
            </a:br>
            <a:br>
              <a:rPr lang="en-US" sz="2800" b="0" dirty="0">
                <a:latin typeface="+mn-lt"/>
              </a:rPr>
            </a:br>
            <a:endParaRPr lang="en-US" sz="2000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9C0F87-C93A-B5C4-E164-47C0759133C1}"/>
              </a:ext>
            </a:extLst>
          </p:cNvPr>
          <p:cNvSpPr txBox="1"/>
          <p:nvPr/>
        </p:nvSpPr>
        <p:spPr>
          <a:xfrm>
            <a:off x="1713630" y="1630971"/>
            <a:ext cx="6696918" cy="212365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KE" sz="4400" dirty="0"/>
              <a:t>Finacle </a:t>
            </a:r>
          </a:p>
          <a:p>
            <a:r>
              <a:rPr lang="en-KE" sz="4400" dirty="0"/>
              <a:t>C++ Server</a:t>
            </a:r>
          </a:p>
          <a:p>
            <a:r>
              <a:rPr lang="en-KE" sz="4400" dirty="0"/>
              <a:t>CI/CD Deployments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1FA417-C5D6-A6E0-FF54-37A60614F9C5}"/>
              </a:ext>
            </a:extLst>
          </p:cNvPr>
          <p:cNvSpPr txBox="1"/>
          <p:nvPr/>
        </p:nvSpPr>
        <p:spPr>
          <a:xfrm>
            <a:off x="1713630" y="4016414"/>
            <a:ext cx="669691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KE" sz="1800" dirty="0"/>
              <a:t>Git Summary</a:t>
            </a:r>
          </a:p>
        </p:txBody>
      </p:sp>
    </p:spTree>
    <p:extLst>
      <p:ext uri="{BB962C8B-B14F-4D97-AF65-F5344CB8AC3E}">
        <p14:creationId xmlns:p14="http://schemas.microsoft.com/office/powerpoint/2010/main" val="2404951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96"/>
          <p:cNvSpPr>
            <a:spLocks noChangeArrowheads="1"/>
          </p:cNvSpPr>
          <p:nvPr/>
        </p:nvSpPr>
        <p:spPr bwMode="gray">
          <a:xfrm>
            <a:off x="1145777" y="3169567"/>
            <a:ext cx="779653" cy="460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noAutofit/>
          </a:bodyPr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charset="0"/>
              </a:defRPr>
            </a:lvl1pPr>
            <a:lvl2pPr marL="147638" indent="-146050" defTabSz="895350">
              <a:buClr>
                <a:schemeClr val="tx2"/>
              </a:buClr>
              <a:buSzPct val="125000"/>
              <a:buFont typeface="Arial" charset="0"/>
              <a:buChar char="▪"/>
              <a:defRPr sz="1600">
                <a:solidFill>
                  <a:schemeClr val="tx1"/>
                </a:solidFill>
                <a:latin typeface="Arial" charset="0"/>
              </a:defRPr>
            </a:lvl2pPr>
            <a:lvl3pPr marL="431800" indent="-203200" defTabSz="895350">
              <a:buClr>
                <a:schemeClr val="tx2"/>
              </a:buClr>
              <a:buSzPct val="120000"/>
              <a:buFont typeface="Arial" charset="0"/>
              <a:buChar char="–"/>
              <a:defRPr sz="1600">
                <a:solidFill>
                  <a:schemeClr val="tx1"/>
                </a:solidFill>
                <a:latin typeface="Arial" charset="0"/>
              </a:defRPr>
            </a:lvl3pPr>
            <a:lvl4pPr marL="604838" indent="-171450" defTabSz="895350">
              <a:buClr>
                <a:schemeClr val="tx2"/>
              </a:buClr>
              <a:buSzPct val="120000"/>
              <a:buFont typeface="Arial" charset="0"/>
              <a:buChar char="▫"/>
              <a:defRPr sz="1600">
                <a:solidFill>
                  <a:schemeClr val="tx1"/>
                </a:solidFill>
                <a:latin typeface="Arial" charset="0"/>
              </a:defRPr>
            </a:lvl4pPr>
            <a:lvl5pPr marL="1143000" indent="-146050" defTabSz="895350"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5pPr>
            <a:lvl6pPr marL="1600200" indent="-146050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057400" indent="-146050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7pPr>
            <a:lvl8pPr marL="2514600" indent="-146050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8pPr>
            <a:lvl9pPr marL="2971800" indent="-146050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90000"/>
              </a:lnSpc>
              <a:buClr>
                <a:srgbClr val="002960"/>
              </a:buClr>
              <a:buSzPct val="125000"/>
            </a:pPr>
            <a:r>
              <a:rPr lang="en-US" sz="1266" b="1" dirty="0">
                <a:solidFill>
                  <a:srgbClr val="FFFFFF"/>
                </a:solidFill>
              </a:rPr>
              <a:t>Purpose driven culture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5742E0-A28F-8940-81A8-658F8A0253A0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sz="2800" dirty="0">
                <a:latin typeface="+mn-lt"/>
              </a:rPr>
              <a:t>Introduction</a:t>
            </a:r>
          </a:p>
        </p:txBody>
      </p:sp>
      <p:sp useBgFill="1">
        <p:nvSpPr>
          <p:cNvPr id="3" name="TextBox 2">
            <a:extLst>
              <a:ext uri="{FF2B5EF4-FFF2-40B4-BE49-F238E27FC236}">
                <a16:creationId xmlns:a16="http://schemas.microsoft.com/office/drawing/2014/main" id="{8A11A0B8-CE60-DB42-2F03-FA44E5C5F359}"/>
              </a:ext>
            </a:extLst>
          </p:cNvPr>
          <p:cNvSpPr txBox="1"/>
          <p:nvPr/>
        </p:nvSpPr>
        <p:spPr>
          <a:xfrm>
            <a:off x="587435" y="1809309"/>
            <a:ext cx="7075487" cy="369332"/>
          </a:xfrm>
          <a:prstGeom prst="rect">
            <a:avLst/>
          </a:prstGeo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 wrap="square" rtlCol="0">
            <a:spAutoFit/>
          </a:bodyPr>
          <a:lstStyle/>
          <a:p>
            <a:r>
              <a:rPr lang="en-KE" dirty="0"/>
              <a:t>Git Operations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A3F54C-A6BA-13E4-7D68-8B9FC30FF8D0}"/>
              </a:ext>
            </a:extLst>
          </p:cNvPr>
          <p:cNvSpPr txBox="1"/>
          <p:nvPr/>
        </p:nvSpPr>
        <p:spPr>
          <a:xfrm>
            <a:off x="597944" y="2588963"/>
            <a:ext cx="7075487" cy="2585323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Clone git project</a:t>
            </a: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Git branching</a:t>
            </a:r>
          </a:p>
          <a:p>
            <a:pPr lvl="1"/>
            <a:r>
              <a:rPr lang="en-GB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a. Branch creation</a:t>
            </a:r>
            <a:endParaRPr lang="en-GB" dirty="0"/>
          </a:p>
          <a:p>
            <a:pPr lvl="1"/>
            <a:r>
              <a:rPr lang="en-GB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b. Branch checkout</a:t>
            </a: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File operations</a:t>
            </a:r>
          </a:p>
          <a:p>
            <a:pPr lvl="1"/>
            <a:r>
              <a:rPr lang="en-GB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a. Add new file. </a:t>
            </a:r>
            <a:endParaRPr lang="en-GB" dirty="0"/>
          </a:p>
          <a:p>
            <a:pPr lvl="1"/>
            <a:r>
              <a:rPr lang="en-GB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b. Modify existing file. </a:t>
            </a:r>
            <a:endParaRPr lang="en-GB" dirty="0"/>
          </a:p>
          <a:p>
            <a:pPr lvl="1"/>
            <a:r>
              <a:rPr lang="en-GB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c. Delete existing file. </a:t>
            </a:r>
            <a:endParaRPr lang="en-GB" dirty="0"/>
          </a:p>
          <a:p>
            <a:pPr marL="800100" lvl="1" indent="-342900">
              <a:buFont typeface="+mj-lt"/>
              <a:buAutoNum type="arabicPeriod"/>
            </a:pP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093832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62BBCA-54B9-8A00-2AC0-700BD405C04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KE" dirty="0"/>
              <a:t>Repository Cloning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DDA13C-D081-4B22-21BB-0D5817B91F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7434" y="1681200"/>
            <a:ext cx="7074704" cy="3906000"/>
          </a:xfr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/>
          <a:lstStyle/>
          <a:p>
            <a:endParaRPr lang="en-K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201F95-7A8B-E5F5-C3F8-B9F31E1EC9D2}"/>
              </a:ext>
            </a:extLst>
          </p:cNvPr>
          <p:cNvSpPr txBox="1"/>
          <p:nvPr/>
        </p:nvSpPr>
        <p:spPr>
          <a:xfrm>
            <a:off x="1660634" y="20600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81181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656198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886ab1d-51ff-47ab-9e3e-b20b22f1c1b7}" enabled="1" method="Privileged" siteId="{2d65fea0-8478-44f2-ac0f-1a58b1382aa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5654</TotalTime>
  <Words>56</Words>
  <Application>Microsoft Macintosh PowerPoint</Application>
  <PresentationFormat>A4 Paper (210x297 mm)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5" baseType="lpstr">
      <vt:lpstr>Arial</vt:lpstr>
      <vt:lpstr>Arial Nova Cond</vt:lpstr>
      <vt:lpstr>Calibri</vt:lpstr>
      <vt:lpstr>Calibri Light</vt:lpstr>
      <vt:lpstr>DIN</vt:lpstr>
      <vt:lpstr>DIN Medium</vt:lpstr>
      <vt:lpstr>DIN-Medium</vt:lpstr>
      <vt:lpstr>DIN-Regular</vt:lpstr>
      <vt:lpstr>Myriad Pro</vt:lpstr>
      <vt:lpstr>Times New Roman</vt:lpstr>
      <vt:lpstr>1_Office Theme</vt:lpstr>
      <vt:lpstr>   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HEADLINE  WILL SIT HERE</dc:title>
  <dc:creator>Microsoft Office User</dc:creator>
  <cp:lastModifiedBy>Kennedy Gatimu</cp:lastModifiedBy>
  <cp:revision>144</cp:revision>
  <dcterms:created xsi:type="dcterms:W3CDTF">2019-10-04T12:17:51Z</dcterms:created>
  <dcterms:modified xsi:type="dcterms:W3CDTF">2023-11-10T11:18:15Z</dcterms:modified>
</cp:coreProperties>
</file>