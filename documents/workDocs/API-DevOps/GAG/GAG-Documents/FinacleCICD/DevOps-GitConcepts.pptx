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376229" r:id="rId2"/>
    <p:sldId id="2147376235" r:id="rId3"/>
    <p:sldId id="2147376252" r:id="rId4"/>
    <p:sldId id="2147376231" r:id="rId5"/>
    <p:sldId id="2147376245" r:id="rId6"/>
    <p:sldId id="2147376232" r:id="rId7"/>
    <p:sldId id="2147376234" r:id="rId8"/>
    <p:sldId id="2147376246" r:id="rId9"/>
    <p:sldId id="2147376253" r:id="rId10"/>
    <p:sldId id="2147376254" r:id="rId11"/>
    <p:sldId id="2147376236" r:id="rId12"/>
    <p:sldId id="2147376237" r:id="rId13"/>
    <p:sldId id="2147376249" r:id="rId14"/>
    <p:sldId id="2147376248" r:id="rId15"/>
    <p:sldId id="2147376239" r:id="rId16"/>
    <p:sldId id="2147376247" r:id="rId17"/>
    <p:sldId id="2147376240" r:id="rId18"/>
    <p:sldId id="2147376241" r:id="rId19"/>
    <p:sldId id="2147376242" r:id="rId20"/>
    <p:sldId id="2147376243" r:id="rId21"/>
    <p:sldId id="2147376250" r:id="rId22"/>
    <p:sldId id="214737625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2A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D81B97-0291-DF49-9FD0-D6A9DAC19707}" v="68" dt="2023-10-04T13:53:56.902"/>
    <p1510:client id="{9490C938-0C8D-05B6-2DD6-F8F5E74383AF}" v="921" dt="2023-10-02T09:20:07.374"/>
    <p1510:client id="{C2FBE1BE-0A73-D416-801A-1B2AB5DA4A8E}" v="1522" dt="2023-10-04T12:30:52.902"/>
    <p1510:client id="{F399F16F-5A2C-8FEB-5A8E-75747B14AB96}" v="1867" dt="2023-09-21T15:08:48.0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5" autoAdjust="0"/>
    <p:restoredTop sz="94660"/>
  </p:normalViewPr>
  <p:slideViewPr>
    <p:cSldViewPr snapToGrid="0">
      <p:cViewPr varScale="1">
        <p:scale>
          <a:sx n="105" d="100"/>
          <a:sy n="105" d="100"/>
        </p:scale>
        <p:origin x="216" y="6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uli" userId="S::john.muli@equitybank.co.ke::e441eda9-a230-4867-a0b4-dea78a27aedb" providerId="AD" clId="Web-{C2FBE1BE-0A73-D416-801A-1B2AB5DA4A8E}"/>
    <pc:docChg chg="addSld delSld modSld">
      <pc:chgData name="John Muli" userId="S::john.muli@equitybank.co.ke::e441eda9-a230-4867-a0b4-dea78a27aedb" providerId="AD" clId="Web-{C2FBE1BE-0A73-D416-801A-1B2AB5DA4A8E}" dt="2023-10-04T12:30:50.089" v="1375"/>
      <pc:docMkLst>
        <pc:docMk/>
      </pc:docMkLst>
      <pc:sldChg chg="modSp">
        <pc:chgData name="John Muli" userId="S::john.muli@equitybank.co.ke::e441eda9-a230-4867-a0b4-dea78a27aedb" providerId="AD" clId="Web-{C2FBE1BE-0A73-D416-801A-1B2AB5DA4A8E}" dt="2023-10-03T07:05:52.859" v="169" actId="14100"/>
        <pc:sldMkLst>
          <pc:docMk/>
          <pc:sldMk cId="2098706223" sldId="2147376231"/>
        </pc:sldMkLst>
        <pc:spChg chg="mod">
          <ac:chgData name="John Muli" userId="S::john.muli@equitybank.co.ke::e441eda9-a230-4867-a0b4-dea78a27aedb" providerId="AD" clId="Web-{C2FBE1BE-0A73-D416-801A-1B2AB5DA4A8E}" dt="2023-10-03T07:05:52.859" v="169" actId="14100"/>
          <ac:spMkLst>
            <pc:docMk/>
            <pc:sldMk cId="2098706223" sldId="2147376231"/>
            <ac:spMk id="3" creationId="{7C03AB8E-5EDE-D5D8-DF87-8D7C717EEF93}"/>
          </ac:spMkLst>
        </pc:spChg>
      </pc:sldChg>
      <pc:sldChg chg="modSp">
        <pc:chgData name="John Muli" userId="S::john.muli@equitybank.co.ke::e441eda9-a230-4867-a0b4-dea78a27aedb" providerId="AD" clId="Web-{C2FBE1BE-0A73-D416-801A-1B2AB5DA4A8E}" dt="2023-10-03T07:15:53.218" v="223" actId="20577"/>
        <pc:sldMkLst>
          <pc:docMk/>
          <pc:sldMk cId="1197961915" sldId="2147376232"/>
        </pc:sldMkLst>
        <pc:spChg chg="mod">
          <ac:chgData name="John Muli" userId="S::john.muli@equitybank.co.ke::e441eda9-a230-4867-a0b4-dea78a27aedb" providerId="AD" clId="Web-{C2FBE1BE-0A73-D416-801A-1B2AB5DA4A8E}" dt="2023-10-03T07:15:53.218" v="223" actId="20577"/>
          <ac:spMkLst>
            <pc:docMk/>
            <pc:sldMk cId="1197961915" sldId="2147376232"/>
            <ac:spMk id="3" creationId="{C58FE39A-2F9C-200A-6744-6DFF1795FEB4}"/>
          </ac:spMkLst>
        </pc:spChg>
      </pc:sldChg>
      <pc:sldChg chg="modSp">
        <pc:chgData name="John Muli" userId="S::john.muli@equitybank.co.ke::e441eda9-a230-4867-a0b4-dea78a27aedb" providerId="AD" clId="Web-{C2FBE1BE-0A73-D416-801A-1B2AB5DA4A8E}" dt="2023-10-04T11:59:44.563" v="1370" actId="20577"/>
        <pc:sldMkLst>
          <pc:docMk/>
          <pc:sldMk cId="3519842965" sldId="2147376235"/>
        </pc:sldMkLst>
        <pc:spChg chg="mod">
          <ac:chgData name="John Muli" userId="S::john.muli@equitybank.co.ke::e441eda9-a230-4867-a0b4-dea78a27aedb" providerId="AD" clId="Web-{C2FBE1BE-0A73-D416-801A-1B2AB5DA4A8E}" dt="2023-10-04T11:59:44.563" v="1370" actId="20577"/>
          <ac:spMkLst>
            <pc:docMk/>
            <pc:sldMk cId="3519842965" sldId="2147376235"/>
            <ac:spMk id="3" creationId="{C5934D29-D283-A1AB-4ECA-1B1232DE2E1E}"/>
          </ac:spMkLst>
        </pc:spChg>
      </pc:sldChg>
      <pc:sldChg chg="del">
        <pc:chgData name="John Muli" userId="S::john.muli@equitybank.co.ke::e441eda9-a230-4867-a0b4-dea78a27aedb" providerId="AD" clId="Web-{C2FBE1BE-0A73-D416-801A-1B2AB5DA4A8E}" dt="2023-10-03T08:54:44.423" v="425"/>
        <pc:sldMkLst>
          <pc:docMk/>
          <pc:sldMk cId="3060957943" sldId="2147376238"/>
        </pc:sldMkLst>
      </pc:sldChg>
      <pc:sldChg chg="addSp delSp modSp">
        <pc:chgData name="John Muli" userId="S::john.muli@equitybank.co.ke::e441eda9-a230-4867-a0b4-dea78a27aedb" providerId="AD" clId="Web-{C2FBE1BE-0A73-D416-801A-1B2AB5DA4A8E}" dt="2023-10-03T11:56:17.173" v="824" actId="20577"/>
        <pc:sldMkLst>
          <pc:docMk/>
          <pc:sldMk cId="992980185" sldId="2147376239"/>
        </pc:sldMkLst>
        <pc:spChg chg="mod">
          <ac:chgData name="John Muli" userId="S::john.muli@equitybank.co.ke::e441eda9-a230-4867-a0b4-dea78a27aedb" providerId="AD" clId="Web-{C2FBE1BE-0A73-D416-801A-1B2AB5DA4A8E}" dt="2023-10-03T08:53:31.031" v="402" actId="14100"/>
          <ac:spMkLst>
            <pc:docMk/>
            <pc:sldMk cId="992980185" sldId="2147376239"/>
            <ac:spMk id="2" creationId="{6F84475D-16E4-FF0F-B962-5CA2D4E54FED}"/>
          </ac:spMkLst>
        </pc:spChg>
        <pc:spChg chg="mod">
          <ac:chgData name="John Muli" userId="S::john.muli@equitybank.co.ke::e441eda9-a230-4867-a0b4-dea78a27aedb" providerId="AD" clId="Web-{C2FBE1BE-0A73-D416-801A-1B2AB5DA4A8E}" dt="2023-10-03T11:56:17.173" v="824" actId="20577"/>
          <ac:spMkLst>
            <pc:docMk/>
            <pc:sldMk cId="992980185" sldId="2147376239"/>
            <ac:spMk id="3" creationId="{1194C17C-144F-6573-B8AF-61AB0D8F7438}"/>
          </ac:spMkLst>
        </pc:spChg>
        <pc:spChg chg="add mod">
          <ac:chgData name="John Muli" userId="S::john.muli@equitybank.co.ke::e441eda9-a230-4867-a0b4-dea78a27aedb" providerId="AD" clId="Web-{C2FBE1BE-0A73-D416-801A-1B2AB5DA4A8E}" dt="2023-10-03T09:44:40.420" v="608" actId="1076"/>
          <ac:spMkLst>
            <pc:docMk/>
            <pc:sldMk cId="992980185" sldId="2147376239"/>
            <ac:spMk id="10" creationId="{C95ECBA1-8EFB-D8E6-6BC3-59E14E96837D}"/>
          </ac:spMkLst>
        </pc:spChg>
        <pc:picChg chg="add del mod modCrop">
          <ac:chgData name="John Muli" userId="S::john.muli@equitybank.co.ke::e441eda9-a230-4867-a0b4-dea78a27aedb" providerId="AD" clId="Web-{C2FBE1BE-0A73-D416-801A-1B2AB5DA4A8E}" dt="2023-10-03T09:37:32.527" v="448"/>
          <ac:picMkLst>
            <pc:docMk/>
            <pc:sldMk cId="992980185" sldId="2147376239"/>
            <ac:picMk id="4" creationId="{FC0FF228-6529-FFA4-7DB7-1F3FE747FAA1}"/>
          </ac:picMkLst>
        </pc:picChg>
        <pc:picChg chg="add mod">
          <ac:chgData name="John Muli" userId="S::john.muli@equitybank.co.ke::e441eda9-a230-4867-a0b4-dea78a27aedb" providerId="AD" clId="Web-{C2FBE1BE-0A73-D416-801A-1B2AB5DA4A8E}" dt="2023-10-03T09:43:52.715" v="589" actId="1076"/>
          <ac:picMkLst>
            <pc:docMk/>
            <pc:sldMk cId="992980185" sldId="2147376239"/>
            <ac:picMk id="5" creationId="{C032D023-5390-3FE4-BB6F-001C98B2A357}"/>
          </ac:picMkLst>
        </pc:picChg>
        <pc:picChg chg="add mod">
          <ac:chgData name="John Muli" userId="S::john.muli@equitybank.co.ke::e441eda9-a230-4867-a0b4-dea78a27aedb" providerId="AD" clId="Web-{C2FBE1BE-0A73-D416-801A-1B2AB5DA4A8E}" dt="2023-10-03T09:43:49.449" v="588" actId="1076"/>
          <ac:picMkLst>
            <pc:docMk/>
            <pc:sldMk cId="992980185" sldId="2147376239"/>
            <ac:picMk id="6" creationId="{FE99150D-F32A-969B-219A-20336B4A826D}"/>
          </ac:picMkLst>
        </pc:picChg>
        <pc:inkChg chg="add del">
          <ac:chgData name="John Muli" userId="S::john.muli@equitybank.co.ke::e441eda9-a230-4867-a0b4-dea78a27aedb" providerId="AD" clId="Web-{C2FBE1BE-0A73-D416-801A-1B2AB5DA4A8E}" dt="2023-10-03T09:43:42.027" v="585"/>
          <ac:inkMkLst>
            <pc:docMk/>
            <pc:sldMk cId="992980185" sldId="2147376239"/>
            <ac:inkMk id="7" creationId="{0EA6C3E7-99BF-2C5B-44E5-FAE91BA7BFA4}"/>
          </ac:inkMkLst>
        </pc:inkChg>
        <pc:inkChg chg="add del">
          <ac:chgData name="John Muli" userId="S::john.muli@equitybank.co.ke::e441eda9-a230-4867-a0b4-dea78a27aedb" providerId="AD" clId="Web-{C2FBE1BE-0A73-D416-801A-1B2AB5DA4A8E}" dt="2023-10-03T09:43:45.527" v="587"/>
          <ac:inkMkLst>
            <pc:docMk/>
            <pc:sldMk cId="992980185" sldId="2147376239"/>
            <ac:inkMk id="8" creationId="{D411663E-8B48-0546-AC9C-931A7BBBC152}"/>
          </ac:inkMkLst>
        </pc:inkChg>
        <pc:inkChg chg="add">
          <ac:chgData name="John Muli" userId="S::john.muli@equitybank.co.ke::e441eda9-a230-4867-a0b4-dea78a27aedb" providerId="AD" clId="Web-{C2FBE1BE-0A73-D416-801A-1B2AB5DA4A8E}" dt="2023-10-03T09:44:03.606" v="590"/>
          <ac:inkMkLst>
            <pc:docMk/>
            <pc:sldMk cId="992980185" sldId="2147376239"/>
            <ac:inkMk id="9" creationId="{BFD095F6-7739-E532-0378-32D3972C13B2}"/>
          </ac:inkMkLst>
        </pc:inkChg>
        <pc:inkChg chg="add del">
          <ac:chgData name="John Muli" userId="S::john.muli@equitybank.co.ke::e441eda9-a230-4867-a0b4-dea78a27aedb" providerId="AD" clId="Web-{C2FBE1BE-0A73-D416-801A-1B2AB5DA4A8E}" dt="2023-10-03T09:44:43.952" v="609"/>
          <ac:inkMkLst>
            <pc:docMk/>
            <pc:sldMk cId="992980185" sldId="2147376239"/>
            <ac:inkMk id="11" creationId="{905CEA20-2281-7529-E2A0-320F86F254F2}"/>
          </ac:inkMkLst>
        </pc:inkChg>
        <pc:inkChg chg="add">
          <ac:chgData name="John Muli" userId="S::john.muli@equitybank.co.ke::e441eda9-a230-4867-a0b4-dea78a27aedb" providerId="AD" clId="Web-{C2FBE1BE-0A73-D416-801A-1B2AB5DA4A8E}" dt="2023-10-03T09:44:26.795" v="603"/>
          <ac:inkMkLst>
            <pc:docMk/>
            <pc:sldMk cId="992980185" sldId="2147376239"/>
            <ac:inkMk id="12" creationId="{3715FD3E-804D-26C3-1147-947A5329610D}"/>
          </ac:inkMkLst>
        </pc:inkChg>
        <pc:inkChg chg="add del">
          <ac:chgData name="John Muli" userId="S::john.muli@equitybank.co.ke::e441eda9-a230-4867-a0b4-dea78a27aedb" providerId="AD" clId="Web-{C2FBE1BE-0A73-D416-801A-1B2AB5DA4A8E}" dt="2023-10-03T09:44:31.998" v="607"/>
          <ac:inkMkLst>
            <pc:docMk/>
            <pc:sldMk cId="992980185" sldId="2147376239"/>
            <ac:inkMk id="13" creationId="{603A97DC-A689-6E47-696B-50FDCE1AEB8C}"/>
          </ac:inkMkLst>
        </pc:inkChg>
        <pc:inkChg chg="add del">
          <ac:chgData name="John Muli" userId="S::john.muli@equitybank.co.ke::e441eda9-a230-4867-a0b4-dea78a27aedb" providerId="AD" clId="Web-{C2FBE1BE-0A73-D416-801A-1B2AB5DA4A8E}" dt="2023-10-03T09:44:30.779" v="606"/>
          <ac:inkMkLst>
            <pc:docMk/>
            <pc:sldMk cId="992980185" sldId="2147376239"/>
            <ac:inkMk id="14" creationId="{7424B3BA-E9C2-49CA-ECEB-45F257FC5614}"/>
          </ac:inkMkLst>
        </pc:inkChg>
      </pc:sldChg>
      <pc:sldChg chg="addSp modSp">
        <pc:chgData name="John Muli" userId="S::john.muli@equitybank.co.ke::e441eda9-a230-4867-a0b4-dea78a27aedb" providerId="AD" clId="Web-{C2FBE1BE-0A73-D416-801A-1B2AB5DA4A8E}" dt="2023-10-03T08:59:26.195" v="438" actId="14100"/>
        <pc:sldMkLst>
          <pc:docMk/>
          <pc:sldMk cId="3615795397" sldId="2147376240"/>
        </pc:sldMkLst>
        <pc:spChg chg="mod">
          <ac:chgData name="John Muli" userId="S::john.muli@equitybank.co.ke::e441eda9-a230-4867-a0b4-dea78a27aedb" providerId="AD" clId="Web-{C2FBE1BE-0A73-D416-801A-1B2AB5DA4A8E}" dt="2023-10-03T08:59:22.007" v="436" actId="1076"/>
          <ac:spMkLst>
            <pc:docMk/>
            <pc:sldMk cId="3615795397" sldId="2147376240"/>
            <ac:spMk id="2" creationId="{6F84475D-16E4-FF0F-B962-5CA2D4E54FED}"/>
          </ac:spMkLst>
        </pc:spChg>
        <pc:spChg chg="mod">
          <ac:chgData name="John Muli" userId="S::john.muli@equitybank.co.ke::e441eda9-a230-4867-a0b4-dea78a27aedb" providerId="AD" clId="Web-{C2FBE1BE-0A73-D416-801A-1B2AB5DA4A8E}" dt="2023-10-03T08:59:26.195" v="438" actId="14100"/>
          <ac:spMkLst>
            <pc:docMk/>
            <pc:sldMk cId="3615795397" sldId="2147376240"/>
            <ac:spMk id="3" creationId="{1194C17C-144F-6573-B8AF-61AB0D8F7438}"/>
          </ac:spMkLst>
        </pc:spChg>
        <pc:picChg chg="add mod">
          <ac:chgData name="John Muli" userId="S::john.muli@equitybank.co.ke::e441eda9-a230-4867-a0b4-dea78a27aedb" providerId="AD" clId="Web-{C2FBE1BE-0A73-D416-801A-1B2AB5DA4A8E}" dt="2023-10-03T08:59:15.366" v="435" actId="1076"/>
          <ac:picMkLst>
            <pc:docMk/>
            <pc:sldMk cId="3615795397" sldId="2147376240"/>
            <ac:picMk id="4" creationId="{758B7525-1EB4-1248-DC0D-A5D030360979}"/>
          </ac:picMkLst>
        </pc:picChg>
      </pc:sldChg>
      <pc:sldChg chg="addSp modSp">
        <pc:chgData name="John Muli" userId="S::john.muli@equitybank.co.ke::e441eda9-a230-4867-a0b4-dea78a27aedb" providerId="AD" clId="Web-{C2FBE1BE-0A73-D416-801A-1B2AB5DA4A8E}" dt="2023-10-03T09:33:46.877" v="443"/>
        <pc:sldMkLst>
          <pc:docMk/>
          <pc:sldMk cId="2254295117" sldId="2147376242"/>
        </pc:sldMkLst>
        <pc:spChg chg="mod">
          <ac:chgData name="John Muli" userId="S::john.muli@equitybank.co.ke::e441eda9-a230-4867-a0b4-dea78a27aedb" providerId="AD" clId="Web-{C2FBE1BE-0A73-D416-801A-1B2AB5DA4A8E}" dt="2023-10-03T09:00:38.759" v="439" actId="14100"/>
          <ac:spMkLst>
            <pc:docMk/>
            <pc:sldMk cId="2254295117" sldId="2147376242"/>
            <ac:spMk id="3" creationId="{1194C17C-144F-6573-B8AF-61AB0D8F7438}"/>
          </ac:spMkLst>
        </pc:spChg>
        <pc:picChg chg="add mod">
          <ac:chgData name="John Muli" userId="S::john.muli@equitybank.co.ke::e441eda9-a230-4867-a0b4-dea78a27aedb" providerId="AD" clId="Web-{C2FBE1BE-0A73-D416-801A-1B2AB5DA4A8E}" dt="2023-10-03T09:33:46.877" v="443"/>
          <ac:picMkLst>
            <pc:docMk/>
            <pc:sldMk cId="2254295117" sldId="2147376242"/>
            <ac:picMk id="4" creationId="{946317B7-BEF0-0F41-9760-EF69A33B7ED0}"/>
          </ac:picMkLst>
        </pc:picChg>
      </pc:sldChg>
      <pc:sldChg chg="addSp delSp modSp new del mod setBg">
        <pc:chgData name="John Muli" userId="S::john.muli@equitybank.co.ke::e441eda9-a230-4867-a0b4-dea78a27aedb" providerId="AD" clId="Web-{C2FBE1BE-0A73-D416-801A-1B2AB5DA4A8E}" dt="2023-10-04T12:30:50.089" v="1375"/>
        <pc:sldMkLst>
          <pc:docMk/>
          <pc:sldMk cId="1739108422" sldId="2147376244"/>
        </pc:sldMkLst>
        <pc:spChg chg="mod">
          <ac:chgData name="John Muli" userId="S::john.muli@equitybank.co.ke::e441eda9-a230-4867-a0b4-dea78a27aedb" providerId="AD" clId="Web-{C2FBE1BE-0A73-D416-801A-1B2AB5DA4A8E}" dt="2023-10-03T07:06:47.235" v="177"/>
          <ac:spMkLst>
            <pc:docMk/>
            <pc:sldMk cId="1739108422" sldId="2147376244"/>
            <ac:spMk id="2" creationId="{DFD47EAB-6CF7-A6DB-CB03-0B6E63671EE7}"/>
          </ac:spMkLst>
        </pc:spChg>
        <pc:spChg chg="mod ord">
          <ac:chgData name="John Muli" userId="S::john.muli@equitybank.co.ke::e441eda9-a230-4867-a0b4-dea78a27aedb" providerId="AD" clId="Web-{C2FBE1BE-0A73-D416-801A-1B2AB5DA4A8E}" dt="2023-10-03T07:07:04.470" v="179" actId="14100"/>
          <ac:spMkLst>
            <pc:docMk/>
            <pc:sldMk cId="1739108422" sldId="2147376244"/>
            <ac:spMk id="3" creationId="{338F988B-25BC-41AF-9CBD-F4EED82E8042}"/>
          </ac:spMkLst>
        </pc:spChg>
        <pc:spChg chg="add">
          <ac:chgData name="John Muli" userId="S::john.muli@equitybank.co.ke::e441eda9-a230-4867-a0b4-dea78a27aedb" providerId="AD" clId="Web-{C2FBE1BE-0A73-D416-801A-1B2AB5DA4A8E}" dt="2023-10-03T07:06:47.235" v="177"/>
          <ac:spMkLst>
            <pc:docMk/>
            <pc:sldMk cId="1739108422" sldId="2147376244"/>
            <ac:spMk id="9" creationId="{FE1EC756-41E9-4FD6-AD48-EF46A28137B7}"/>
          </ac:spMkLst>
        </pc:spChg>
        <pc:spChg chg="add">
          <ac:chgData name="John Muli" userId="S::john.muli@equitybank.co.ke::e441eda9-a230-4867-a0b4-dea78a27aedb" providerId="AD" clId="Web-{C2FBE1BE-0A73-D416-801A-1B2AB5DA4A8E}" dt="2023-10-03T07:06:47.235" v="177"/>
          <ac:spMkLst>
            <pc:docMk/>
            <pc:sldMk cId="1739108422" sldId="2147376244"/>
            <ac:spMk id="11" creationId="{E66F6371-9EA5-9354-29DC-1D07B921F79C}"/>
          </ac:spMkLst>
        </pc:spChg>
        <pc:picChg chg="add del mod">
          <ac:chgData name="John Muli" userId="S::john.muli@equitybank.co.ke::e441eda9-a230-4867-a0b4-dea78a27aedb" providerId="AD" clId="Web-{C2FBE1BE-0A73-D416-801A-1B2AB5DA4A8E}" dt="2023-10-03T07:07:00.610" v="178"/>
          <ac:picMkLst>
            <pc:docMk/>
            <pc:sldMk cId="1739108422" sldId="2147376244"/>
            <ac:picMk id="4" creationId="{A8F0FAF2-AB4E-C253-A167-A255D697E48C}"/>
          </ac:picMkLst>
        </pc:picChg>
      </pc:sldChg>
      <pc:sldChg chg="addSp delSp modSp new">
        <pc:chgData name="John Muli" userId="S::john.muli@equitybank.co.ke::e441eda9-a230-4867-a0b4-dea78a27aedb" providerId="AD" clId="Web-{C2FBE1BE-0A73-D416-801A-1B2AB5DA4A8E}" dt="2023-10-03T13:32:58.313" v="831" actId="20577"/>
        <pc:sldMkLst>
          <pc:docMk/>
          <pc:sldMk cId="4029241436" sldId="2147376245"/>
        </pc:sldMkLst>
        <pc:spChg chg="mod">
          <ac:chgData name="John Muli" userId="S::john.muli@equitybank.co.ke::e441eda9-a230-4867-a0b4-dea78a27aedb" providerId="AD" clId="Web-{C2FBE1BE-0A73-D416-801A-1B2AB5DA4A8E}" dt="2023-10-03T13:32:58.313" v="831" actId="20577"/>
          <ac:spMkLst>
            <pc:docMk/>
            <pc:sldMk cId="4029241436" sldId="2147376245"/>
            <ac:spMk id="2" creationId="{8D56EACE-7FB5-5BD0-0D4D-AD7B6634D234}"/>
          </ac:spMkLst>
        </pc:spChg>
        <pc:spChg chg="del">
          <ac:chgData name="John Muli" userId="S::john.muli@equitybank.co.ke::e441eda9-a230-4867-a0b4-dea78a27aedb" providerId="AD" clId="Web-{C2FBE1BE-0A73-D416-801A-1B2AB5DA4A8E}" dt="2023-10-03T07:07:36.252" v="202"/>
          <ac:spMkLst>
            <pc:docMk/>
            <pc:sldMk cId="4029241436" sldId="2147376245"/>
            <ac:spMk id="3" creationId="{54759DF0-9452-E307-D638-687638A7D96C}"/>
          </ac:spMkLst>
        </pc:spChg>
        <pc:picChg chg="add mod ord">
          <ac:chgData name="John Muli" userId="S::john.muli@equitybank.co.ke::e441eda9-a230-4867-a0b4-dea78a27aedb" providerId="AD" clId="Web-{C2FBE1BE-0A73-D416-801A-1B2AB5DA4A8E}" dt="2023-10-03T07:07:41.799" v="204" actId="14100"/>
          <ac:picMkLst>
            <pc:docMk/>
            <pc:sldMk cId="4029241436" sldId="2147376245"/>
            <ac:picMk id="4" creationId="{07927952-F225-6FA1-A0EA-BCB37A0B1534}"/>
          </ac:picMkLst>
        </pc:picChg>
      </pc:sldChg>
      <pc:sldChg chg="addSp delSp modSp new">
        <pc:chgData name="John Muli" userId="S::john.muli@equitybank.co.ke::e441eda9-a230-4867-a0b4-dea78a27aedb" providerId="AD" clId="Web-{C2FBE1BE-0A73-D416-801A-1B2AB5DA4A8E}" dt="2023-10-03T08:31:59.408" v="370" actId="20577"/>
        <pc:sldMkLst>
          <pc:docMk/>
          <pc:sldMk cId="1557770084" sldId="2147376246"/>
        </pc:sldMkLst>
        <pc:spChg chg="mod">
          <ac:chgData name="John Muli" userId="S::john.muli@equitybank.co.ke::e441eda9-a230-4867-a0b4-dea78a27aedb" providerId="AD" clId="Web-{C2FBE1BE-0A73-D416-801A-1B2AB5DA4A8E}" dt="2023-10-03T08:02:54.338" v="230" actId="20577"/>
          <ac:spMkLst>
            <pc:docMk/>
            <pc:sldMk cId="1557770084" sldId="2147376246"/>
            <ac:spMk id="2" creationId="{FEB9A263-5B40-A0B7-4188-1A040658208B}"/>
          </ac:spMkLst>
        </pc:spChg>
        <pc:spChg chg="del">
          <ac:chgData name="John Muli" userId="S::john.muli@equitybank.co.ke::e441eda9-a230-4867-a0b4-dea78a27aedb" providerId="AD" clId="Web-{C2FBE1BE-0A73-D416-801A-1B2AB5DA4A8E}" dt="2023-10-03T08:12:38.335" v="231"/>
          <ac:spMkLst>
            <pc:docMk/>
            <pc:sldMk cId="1557770084" sldId="2147376246"/>
            <ac:spMk id="3" creationId="{F80E7714-907C-79EA-07AB-D29A365A9377}"/>
          </ac:spMkLst>
        </pc:spChg>
        <pc:spChg chg="add del mod">
          <ac:chgData name="John Muli" userId="S::john.muli@equitybank.co.ke::e441eda9-a230-4867-a0b4-dea78a27aedb" providerId="AD" clId="Web-{C2FBE1BE-0A73-D416-801A-1B2AB5DA4A8E}" dt="2023-10-03T08:14:08.650" v="246"/>
          <ac:spMkLst>
            <pc:docMk/>
            <pc:sldMk cId="1557770084" sldId="2147376246"/>
            <ac:spMk id="6" creationId="{FFFA2418-D3AD-047E-2940-9FC30B4A0030}"/>
          </ac:spMkLst>
        </pc:spChg>
        <pc:spChg chg="add del mod">
          <ac:chgData name="John Muli" userId="S::john.muli@equitybank.co.ke::e441eda9-a230-4867-a0b4-dea78a27aedb" providerId="AD" clId="Web-{C2FBE1BE-0A73-D416-801A-1B2AB5DA4A8E}" dt="2023-10-03T08:14:28.978" v="248"/>
          <ac:spMkLst>
            <pc:docMk/>
            <pc:sldMk cId="1557770084" sldId="2147376246"/>
            <ac:spMk id="9" creationId="{539184BD-5032-A6C9-3C4B-7477064241FC}"/>
          </ac:spMkLst>
        </pc:spChg>
        <pc:spChg chg="add mod">
          <ac:chgData name="John Muli" userId="S::john.muli@equitybank.co.ke::e441eda9-a230-4867-a0b4-dea78a27aedb" providerId="AD" clId="Web-{C2FBE1BE-0A73-D416-801A-1B2AB5DA4A8E}" dt="2023-10-03T08:24:05.116" v="285" actId="20577"/>
          <ac:spMkLst>
            <pc:docMk/>
            <pc:sldMk cId="1557770084" sldId="2147376246"/>
            <ac:spMk id="11" creationId="{CF23B677-F67D-1BF5-97D0-0216970F31B6}"/>
          </ac:spMkLst>
        </pc:spChg>
        <pc:spChg chg="add mod">
          <ac:chgData name="John Muli" userId="S::john.muli@equitybank.co.ke::e441eda9-a230-4867-a0b4-dea78a27aedb" providerId="AD" clId="Web-{C2FBE1BE-0A73-D416-801A-1B2AB5DA4A8E}" dt="2023-10-03T08:31:59.408" v="370" actId="20577"/>
          <ac:spMkLst>
            <pc:docMk/>
            <pc:sldMk cId="1557770084" sldId="2147376246"/>
            <ac:spMk id="12" creationId="{0411A0E4-A136-C3C1-CAB9-7DE7C07395F7}"/>
          </ac:spMkLst>
        </pc:spChg>
        <pc:spChg chg="add mod">
          <ac:chgData name="John Muli" userId="S::john.muli@equitybank.co.ke::e441eda9-a230-4867-a0b4-dea78a27aedb" providerId="AD" clId="Web-{C2FBE1BE-0A73-D416-801A-1B2AB5DA4A8E}" dt="2023-10-03T08:31:58.783" v="368" actId="20577"/>
          <ac:spMkLst>
            <pc:docMk/>
            <pc:sldMk cId="1557770084" sldId="2147376246"/>
            <ac:spMk id="13" creationId="{3E71A24C-717E-9EB3-EE14-B87983C9FDAC}"/>
          </ac:spMkLst>
        </pc:spChg>
        <pc:picChg chg="add del mod ord modCrop">
          <ac:chgData name="John Muli" userId="S::john.muli@equitybank.co.ke::e441eda9-a230-4867-a0b4-dea78a27aedb" providerId="AD" clId="Web-{C2FBE1BE-0A73-D416-801A-1B2AB5DA4A8E}" dt="2023-10-03T08:14:03.697" v="245"/>
          <ac:picMkLst>
            <pc:docMk/>
            <pc:sldMk cId="1557770084" sldId="2147376246"/>
            <ac:picMk id="4" creationId="{622B98DC-F294-AD87-68E5-5D48DA613B79}"/>
          </ac:picMkLst>
        </pc:picChg>
        <pc:picChg chg="add del mod ord">
          <ac:chgData name="John Muli" userId="S::john.muli@equitybank.co.ke::e441eda9-a230-4867-a0b4-dea78a27aedb" providerId="AD" clId="Web-{C2FBE1BE-0A73-D416-801A-1B2AB5DA4A8E}" dt="2023-10-03T08:14:11.447" v="247"/>
          <ac:picMkLst>
            <pc:docMk/>
            <pc:sldMk cId="1557770084" sldId="2147376246"/>
            <ac:picMk id="7" creationId="{BB73EAD0-7347-7726-6A88-B15D80AEFD79}"/>
          </ac:picMkLst>
        </pc:picChg>
        <pc:picChg chg="add mod ord modCrop">
          <ac:chgData name="John Muli" userId="S::john.muli@equitybank.co.ke::e441eda9-a230-4867-a0b4-dea78a27aedb" providerId="AD" clId="Web-{C2FBE1BE-0A73-D416-801A-1B2AB5DA4A8E}" dt="2023-10-03T08:15:59.715" v="261" actId="14100"/>
          <ac:picMkLst>
            <pc:docMk/>
            <pc:sldMk cId="1557770084" sldId="2147376246"/>
            <ac:picMk id="10" creationId="{8D2570FC-00B1-63C5-A009-B840D6BD5518}"/>
          </ac:picMkLst>
        </pc:picChg>
      </pc:sldChg>
      <pc:sldChg chg="modSp add replId">
        <pc:chgData name="John Muli" userId="S::john.muli@equitybank.co.ke::e441eda9-a230-4867-a0b4-dea78a27aedb" providerId="AD" clId="Web-{C2FBE1BE-0A73-D416-801A-1B2AB5DA4A8E}" dt="2023-10-03T13:32:44.484" v="825"/>
        <pc:sldMkLst>
          <pc:docMk/>
          <pc:sldMk cId="2560011152" sldId="2147376247"/>
        </pc:sldMkLst>
        <pc:picChg chg="mod">
          <ac:chgData name="John Muli" userId="S::john.muli@equitybank.co.ke::e441eda9-a230-4867-a0b4-dea78a27aedb" providerId="AD" clId="Web-{C2FBE1BE-0A73-D416-801A-1B2AB5DA4A8E}" dt="2023-10-03T13:32:44.484" v="825"/>
          <ac:picMkLst>
            <pc:docMk/>
            <pc:sldMk cId="2560011152" sldId="2147376247"/>
            <ac:picMk id="4" creationId="{FC0FF228-6529-FFA4-7DB7-1F3FE747FAA1}"/>
          </ac:picMkLst>
        </pc:picChg>
      </pc:sldChg>
      <pc:sldChg chg="addSp modSp add replId">
        <pc:chgData name="John Muli" userId="S::john.muli@equitybank.co.ke::e441eda9-a230-4867-a0b4-dea78a27aedb" providerId="AD" clId="Web-{C2FBE1BE-0A73-D416-801A-1B2AB5DA4A8E}" dt="2023-10-03T09:49:45.496" v="786" actId="1076"/>
        <pc:sldMkLst>
          <pc:docMk/>
          <pc:sldMk cId="2992989800" sldId="2147376248"/>
        </pc:sldMkLst>
        <pc:spChg chg="mod">
          <ac:chgData name="John Muli" userId="S::john.muli@equitybank.co.ke::e441eda9-a230-4867-a0b4-dea78a27aedb" providerId="AD" clId="Web-{C2FBE1BE-0A73-D416-801A-1B2AB5DA4A8E}" dt="2023-10-03T09:49:42.043" v="785" actId="14100"/>
          <ac:spMkLst>
            <pc:docMk/>
            <pc:sldMk cId="2992989800" sldId="2147376248"/>
            <ac:spMk id="3" creationId="{1194C17C-144F-6573-B8AF-61AB0D8F7438}"/>
          </ac:spMkLst>
        </pc:spChg>
        <pc:picChg chg="add mod">
          <ac:chgData name="John Muli" userId="S::john.muli@equitybank.co.ke::e441eda9-a230-4867-a0b4-dea78a27aedb" providerId="AD" clId="Web-{C2FBE1BE-0A73-D416-801A-1B2AB5DA4A8E}" dt="2023-10-03T09:49:45.496" v="786" actId="1076"/>
          <ac:picMkLst>
            <pc:docMk/>
            <pc:sldMk cId="2992989800" sldId="2147376248"/>
            <ac:picMk id="4" creationId="{2EA96F54-B43F-01F3-34A0-577F7300D70F}"/>
          </ac:picMkLst>
        </pc:picChg>
      </pc:sldChg>
      <pc:sldChg chg="addSp modSp add replId">
        <pc:chgData name="John Muli" userId="S::john.muli@equitybank.co.ke::e441eda9-a230-4867-a0b4-dea78a27aedb" providerId="AD" clId="Web-{C2FBE1BE-0A73-D416-801A-1B2AB5DA4A8E}" dt="2023-10-03T14:39:25.453" v="1354" actId="20577"/>
        <pc:sldMkLst>
          <pc:docMk/>
          <pc:sldMk cId="1027221006" sldId="2147376249"/>
        </pc:sldMkLst>
        <pc:spChg chg="mod">
          <ac:chgData name="John Muli" userId="S::john.muli@equitybank.co.ke::e441eda9-a230-4867-a0b4-dea78a27aedb" providerId="AD" clId="Web-{C2FBE1BE-0A73-D416-801A-1B2AB5DA4A8E}" dt="2023-10-03T14:37:54.778" v="1236" actId="20577"/>
          <ac:spMkLst>
            <pc:docMk/>
            <pc:sldMk cId="1027221006" sldId="2147376249"/>
            <ac:spMk id="3" creationId="{1194C17C-144F-6573-B8AF-61AB0D8F7438}"/>
          </ac:spMkLst>
        </pc:spChg>
        <pc:spChg chg="add mod">
          <ac:chgData name="John Muli" userId="S::john.muli@equitybank.co.ke::e441eda9-a230-4867-a0b4-dea78a27aedb" providerId="AD" clId="Web-{C2FBE1BE-0A73-D416-801A-1B2AB5DA4A8E}" dt="2023-10-03T14:39:25.453" v="1354" actId="20577"/>
          <ac:spMkLst>
            <pc:docMk/>
            <pc:sldMk cId="1027221006" sldId="2147376249"/>
            <ac:spMk id="5" creationId="{16157E26-02E9-DF53-980A-95DDB23F1B25}"/>
          </ac:spMkLst>
        </pc:spChg>
      </pc:sldChg>
      <pc:sldChg chg="modSp new">
        <pc:chgData name="John Muli" userId="S::john.muli@equitybank.co.ke::e441eda9-a230-4867-a0b4-dea78a27aedb" providerId="AD" clId="Web-{C2FBE1BE-0A73-D416-801A-1B2AB5DA4A8E}" dt="2023-10-03T14:32:49.424" v="1208" actId="20577"/>
        <pc:sldMkLst>
          <pc:docMk/>
          <pc:sldMk cId="614975376" sldId="2147376250"/>
        </pc:sldMkLst>
        <pc:spChg chg="mod">
          <ac:chgData name="John Muli" userId="S::john.muli@equitybank.co.ke::e441eda9-a230-4867-a0b4-dea78a27aedb" providerId="AD" clId="Web-{C2FBE1BE-0A73-D416-801A-1B2AB5DA4A8E}" dt="2023-10-03T14:30:32.435" v="1069" actId="20577"/>
          <ac:spMkLst>
            <pc:docMk/>
            <pc:sldMk cId="614975376" sldId="2147376250"/>
            <ac:spMk id="2" creationId="{7FCB5F22-0769-6D73-A5E6-784E77648FBC}"/>
          </ac:spMkLst>
        </pc:spChg>
        <pc:spChg chg="mod">
          <ac:chgData name="John Muli" userId="S::john.muli@equitybank.co.ke::e441eda9-a230-4867-a0b4-dea78a27aedb" providerId="AD" clId="Web-{C2FBE1BE-0A73-D416-801A-1B2AB5DA4A8E}" dt="2023-10-03T14:32:49.424" v="1208" actId="20577"/>
          <ac:spMkLst>
            <pc:docMk/>
            <pc:sldMk cId="614975376" sldId="2147376250"/>
            <ac:spMk id="3" creationId="{09673835-C847-2676-0129-7DDBCC330C6A}"/>
          </ac:spMkLst>
        </pc:spChg>
      </pc:sldChg>
      <pc:sldChg chg="modSp new">
        <pc:chgData name="John Muli" userId="S::john.muli@equitybank.co.ke::e441eda9-a230-4867-a0b4-dea78a27aedb" providerId="AD" clId="Web-{C2FBE1BE-0A73-D416-801A-1B2AB5DA4A8E}" dt="2023-10-04T07:59:58.492" v="1367" actId="20577"/>
        <pc:sldMkLst>
          <pc:docMk/>
          <pc:sldMk cId="4066996316" sldId="2147376251"/>
        </pc:sldMkLst>
        <pc:spChg chg="mod">
          <ac:chgData name="John Muli" userId="S::john.muli@equitybank.co.ke::e441eda9-a230-4867-a0b4-dea78a27aedb" providerId="AD" clId="Web-{C2FBE1BE-0A73-D416-801A-1B2AB5DA4A8E}" dt="2023-10-04T07:59:58.492" v="1367" actId="20577"/>
          <ac:spMkLst>
            <pc:docMk/>
            <pc:sldMk cId="4066996316" sldId="2147376251"/>
            <ac:spMk id="2" creationId="{3A813575-BF9A-DC44-88F5-13535C0241D9}"/>
          </ac:spMkLst>
        </pc:spChg>
        <pc:spChg chg="mod">
          <ac:chgData name="John Muli" userId="S::john.muli@equitybank.co.ke::e441eda9-a230-4867-a0b4-dea78a27aedb" providerId="AD" clId="Web-{C2FBE1BE-0A73-D416-801A-1B2AB5DA4A8E}" dt="2023-10-03T14:40:02.110" v="1366" actId="20577"/>
          <ac:spMkLst>
            <pc:docMk/>
            <pc:sldMk cId="4066996316" sldId="2147376251"/>
            <ac:spMk id="3" creationId="{757B7497-D502-24B2-D677-57BF34099B03}"/>
          </ac:spMkLst>
        </pc:spChg>
      </pc:sldChg>
      <pc:sldChg chg="modSp new">
        <pc:chgData name="John Muli" userId="S::john.muli@equitybank.co.ke::e441eda9-a230-4867-a0b4-dea78a27aedb" providerId="AD" clId="Web-{C2FBE1BE-0A73-D416-801A-1B2AB5DA4A8E}" dt="2023-10-04T12:30:45.761" v="1374" actId="20577"/>
        <pc:sldMkLst>
          <pc:docMk/>
          <pc:sldMk cId="1393452459" sldId="2147376252"/>
        </pc:sldMkLst>
        <pc:spChg chg="mod">
          <ac:chgData name="John Muli" userId="S::john.muli@equitybank.co.ke::e441eda9-a230-4867-a0b4-dea78a27aedb" providerId="AD" clId="Web-{C2FBE1BE-0A73-D416-801A-1B2AB5DA4A8E}" dt="2023-10-04T12:30:39.433" v="1373" actId="20577"/>
          <ac:spMkLst>
            <pc:docMk/>
            <pc:sldMk cId="1393452459" sldId="2147376252"/>
            <ac:spMk id="2" creationId="{CAAA4694-D557-FEFE-F031-A5D65C1BB80C}"/>
          </ac:spMkLst>
        </pc:spChg>
        <pc:spChg chg="mod">
          <ac:chgData name="John Muli" userId="S::john.muli@equitybank.co.ke::e441eda9-a230-4867-a0b4-dea78a27aedb" providerId="AD" clId="Web-{C2FBE1BE-0A73-D416-801A-1B2AB5DA4A8E}" dt="2023-10-04T12:30:45.761" v="1374" actId="20577"/>
          <ac:spMkLst>
            <pc:docMk/>
            <pc:sldMk cId="1393452459" sldId="2147376252"/>
            <ac:spMk id="3" creationId="{3182CF37-9C9B-5FAF-A218-78634BE940C6}"/>
          </ac:spMkLst>
        </pc:spChg>
      </pc:sldChg>
    </pc:docChg>
  </pc:docChgLst>
  <pc:docChgLst>
    <pc:chgData name="John Muli" userId="S::john.muli@equitybank.co.ke::e441eda9-a230-4867-a0b4-dea78a27aedb" providerId="AD" clId="Web-{71D81B97-0291-DF49-9FD0-D6A9DAC19707}"/>
    <pc:docChg chg="addSld modSld">
      <pc:chgData name="John Muli" userId="S::john.muli@equitybank.co.ke::e441eda9-a230-4867-a0b4-dea78a27aedb" providerId="AD" clId="Web-{71D81B97-0291-DF49-9FD0-D6A9DAC19707}" dt="2023-10-04T13:53:55.698" v="60" actId="20577"/>
      <pc:docMkLst>
        <pc:docMk/>
      </pc:docMkLst>
      <pc:sldChg chg="modSp">
        <pc:chgData name="John Muli" userId="S::john.muli@equitybank.co.ke::e441eda9-a230-4867-a0b4-dea78a27aedb" providerId="AD" clId="Web-{71D81B97-0291-DF49-9FD0-D6A9DAC19707}" dt="2023-10-04T13:22:09.305" v="4" actId="14100"/>
        <pc:sldMkLst>
          <pc:docMk/>
          <pc:sldMk cId="220583385" sldId="2147376234"/>
        </pc:sldMkLst>
        <pc:picChg chg="mod modCrop">
          <ac:chgData name="John Muli" userId="S::john.muli@equitybank.co.ke::e441eda9-a230-4867-a0b4-dea78a27aedb" providerId="AD" clId="Web-{71D81B97-0291-DF49-9FD0-D6A9DAC19707}" dt="2023-10-04T13:22:09.305" v="4" actId="14100"/>
          <ac:picMkLst>
            <pc:docMk/>
            <pc:sldMk cId="220583385" sldId="2147376234"/>
            <ac:picMk id="9" creationId="{71D1372A-07CD-3D66-A5A9-51A7417B298A}"/>
          </ac:picMkLst>
        </pc:picChg>
      </pc:sldChg>
      <pc:sldChg chg="modSp">
        <pc:chgData name="John Muli" userId="S::john.muli@equitybank.co.ke::e441eda9-a230-4867-a0b4-dea78a27aedb" providerId="AD" clId="Web-{71D81B97-0291-DF49-9FD0-D6A9DAC19707}" dt="2023-10-04T13:30:12.146" v="14" actId="20577"/>
        <pc:sldMkLst>
          <pc:docMk/>
          <pc:sldMk cId="2933519342" sldId="2147376236"/>
        </pc:sldMkLst>
        <pc:spChg chg="mod">
          <ac:chgData name="John Muli" userId="S::john.muli@equitybank.co.ke::e441eda9-a230-4867-a0b4-dea78a27aedb" providerId="AD" clId="Web-{71D81B97-0291-DF49-9FD0-D6A9DAC19707}" dt="2023-10-04T13:30:12.146" v="14" actId="20577"/>
          <ac:spMkLst>
            <pc:docMk/>
            <pc:sldMk cId="2933519342" sldId="2147376236"/>
            <ac:spMk id="3" creationId="{1194C17C-144F-6573-B8AF-61AB0D8F7438}"/>
          </ac:spMkLst>
        </pc:spChg>
      </pc:sldChg>
      <pc:sldChg chg="modSp">
        <pc:chgData name="John Muli" userId="S::john.muli@equitybank.co.ke::e441eda9-a230-4867-a0b4-dea78a27aedb" providerId="AD" clId="Web-{71D81B97-0291-DF49-9FD0-D6A9DAC19707}" dt="2023-10-04T13:22:51.244" v="13" actId="20577"/>
        <pc:sldMkLst>
          <pc:docMk/>
          <pc:sldMk cId="1557770084" sldId="2147376246"/>
        </pc:sldMkLst>
        <pc:spChg chg="mod">
          <ac:chgData name="John Muli" userId="S::john.muli@equitybank.co.ke::e441eda9-a230-4867-a0b4-dea78a27aedb" providerId="AD" clId="Web-{71D81B97-0291-DF49-9FD0-D6A9DAC19707}" dt="2023-10-04T13:22:51.244" v="13" actId="20577"/>
          <ac:spMkLst>
            <pc:docMk/>
            <pc:sldMk cId="1557770084" sldId="2147376246"/>
            <ac:spMk id="2" creationId="{FEB9A263-5B40-A0B7-4188-1A040658208B}"/>
          </ac:spMkLst>
        </pc:spChg>
        <pc:spChg chg="mod">
          <ac:chgData name="John Muli" userId="S::john.muli@equitybank.co.ke::e441eda9-a230-4867-a0b4-dea78a27aedb" providerId="AD" clId="Web-{71D81B97-0291-DF49-9FD0-D6A9DAC19707}" dt="2023-10-04T13:22:33.571" v="7" actId="1076"/>
          <ac:spMkLst>
            <pc:docMk/>
            <pc:sldMk cId="1557770084" sldId="2147376246"/>
            <ac:spMk id="11" creationId="{CF23B677-F67D-1BF5-97D0-0216970F31B6}"/>
          </ac:spMkLst>
        </pc:spChg>
        <pc:spChg chg="mod">
          <ac:chgData name="John Muli" userId="S::john.muli@equitybank.co.ke::e441eda9-a230-4867-a0b4-dea78a27aedb" providerId="AD" clId="Web-{71D81B97-0291-DF49-9FD0-D6A9DAC19707}" dt="2023-10-04T13:22:27.477" v="6" actId="1076"/>
          <ac:spMkLst>
            <pc:docMk/>
            <pc:sldMk cId="1557770084" sldId="2147376246"/>
            <ac:spMk id="12" creationId="{0411A0E4-A136-C3C1-CAB9-7DE7C07395F7}"/>
          </ac:spMkLst>
        </pc:spChg>
        <pc:spChg chg="mod">
          <ac:chgData name="John Muli" userId="S::john.muli@equitybank.co.ke::e441eda9-a230-4867-a0b4-dea78a27aedb" providerId="AD" clId="Web-{71D81B97-0291-DF49-9FD0-D6A9DAC19707}" dt="2023-10-04T13:22:20.680" v="5" actId="1076"/>
          <ac:spMkLst>
            <pc:docMk/>
            <pc:sldMk cId="1557770084" sldId="2147376246"/>
            <ac:spMk id="13" creationId="{3E71A24C-717E-9EB3-EE14-B87983C9FDAC}"/>
          </ac:spMkLst>
        </pc:spChg>
      </pc:sldChg>
      <pc:sldChg chg="modSp">
        <pc:chgData name="John Muli" userId="S::john.muli@equitybank.co.ke::e441eda9-a230-4867-a0b4-dea78a27aedb" providerId="AD" clId="Web-{71D81B97-0291-DF49-9FD0-D6A9DAC19707}" dt="2023-10-04T13:34:55.278" v="18" actId="20577"/>
        <pc:sldMkLst>
          <pc:docMk/>
          <pc:sldMk cId="2992989800" sldId="2147376248"/>
        </pc:sldMkLst>
        <pc:spChg chg="mod">
          <ac:chgData name="John Muli" userId="S::john.muli@equitybank.co.ke::e441eda9-a230-4867-a0b4-dea78a27aedb" providerId="AD" clId="Web-{71D81B97-0291-DF49-9FD0-D6A9DAC19707}" dt="2023-10-04T13:34:55.278" v="18" actId="20577"/>
          <ac:spMkLst>
            <pc:docMk/>
            <pc:sldMk cId="2992989800" sldId="2147376248"/>
            <ac:spMk id="3" creationId="{1194C17C-144F-6573-B8AF-61AB0D8F7438}"/>
          </ac:spMkLst>
        </pc:spChg>
      </pc:sldChg>
      <pc:sldChg chg="modSp">
        <pc:chgData name="John Muli" userId="S::john.muli@equitybank.co.ke::e441eda9-a230-4867-a0b4-dea78a27aedb" providerId="AD" clId="Web-{71D81B97-0291-DF49-9FD0-D6A9DAC19707}" dt="2023-10-04T13:31:30.320" v="16" actId="20577"/>
        <pc:sldMkLst>
          <pc:docMk/>
          <pc:sldMk cId="1027221006" sldId="2147376249"/>
        </pc:sldMkLst>
        <pc:spChg chg="mod">
          <ac:chgData name="John Muli" userId="S::john.muli@equitybank.co.ke::e441eda9-a230-4867-a0b4-dea78a27aedb" providerId="AD" clId="Web-{71D81B97-0291-DF49-9FD0-D6A9DAC19707}" dt="2023-10-04T13:31:30.320" v="16" actId="20577"/>
          <ac:spMkLst>
            <pc:docMk/>
            <pc:sldMk cId="1027221006" sldId="2147376249"/>
            <ac:spMk id="3" creationId="{1194C17C-144F-6573-B8AF-61AB0D8F7438}"/>
          </ac:spMkLst>
        </pc:spChg>
      </pc:sldChg>
      <pc:sldChg chg="addSp delSp modSp new">
        <pc:chgData name="John Muli" userId="S::john.muli@equitybank.co.ke::e441eda9-a230-4867-a0b4-dea78a27aedb" providerId="AD" clId="Web-{71D81B97-0291-DF49-9FD0-D6A9DAC19707}" dt="2023-10-04T13:51:44.492" v="43" actId="14100"/>
        <pc:sldMkLst>
          <pc:docMk/>
          <pc:sldMk cId="810058414" sldId="2147376253"/>
        </pc:sldMkLst>
        <pc:spChg chg="mod">
          <ac:chgData name="John Muli" userId="S::john.muli@equitybank.co.ke::e441eda9-a230-4867-a0b4-dea78a27aedb" providerId="AD" clId="Web-{71D81B97-0291-DF49-9FD0-D6A9DAC19707}" dt="2023-10-04T13:48:56.769" v="37" actId="20577"/>
          <ac:spMkLst>
            <pc:docMk/>
            <pc:sldMk cId="810058414" sldId="2147376253"/>
            <ac:spMk id="2" creationId="{CEB459BB-E2EB-D0DD-A2D3-29F52470EDC0}"/>
          </ac:spMkLst>
        </pc:spChg>
        <pc:spChg chg="del">
          <ac:chgData name="John Muli" userId="S::john.muli@equitybank.co.ke::e441eda9-a230-4867-a0b4-dea78a27aedb" providerId="AD" clId="Web-{71D81B97-0291-DF49-9FD0-D6A9DAC19707}" dt="2023-10-04T13:47:46.048" v="20"/>
          <ac:spMkLst>
            <pc:docMk/>
            <pc:sldMk cId="810058414" sldId="2147376253"/>
            <ac:spMk id="3" creationId="{F3085A10-5ED9-AB03-8DAE-EC3F0B0D1EBB}"/>
          </ac:spMkLst>
        </pc:spChg>
        <pc:spChg chg="add del mod">
          <ac:chgData name="John Muli" userId="S::john.muli@equitybank.co.ke::e441eda9-a230-4867-a0b4-dea78a27aedb" providerId="AD" clId="Web-{71D81B97-0291-DF49-9FD0-D6A9DAC19707}" dt="2023-10-04T13:51:20.226" v="39"/>
          <ac:spMkLst>
            <pc:docMk/>
            <pc:sldMk cId="810058414" sldId="2147376253"/>
            <ac:spMk id="6" creationId="{EE71F515-E74A-DF73-8786-2D9FC81EB254}"/>
          </ac:spMkLst>
        </pc:spChg>
        <pc:picChg chg="add del mod ord modCrop">
          <ac:chgData name="John Muli" userId="S::john.muli@equitybank.co.ke::e441eda9-a230-4867-a0b4-dea78a27aedb" providerId="AD" clId="Web-{71D81B97-0291-DF49-9FD0-D6A9DAC19707}" dt="2023-10-04T13:51:15.600" v="38"/>
          <ac:picMkLst>
            <pc:docMk/>
            <pc:sldMk cId="810058414" sldId="2147376253"/>
            <ac:picMk id="4" creationId="{5A77441F-4A51-75EB-FE6B-940717453AC4}"/>
          </ac:picMkLst>
        </pc:picChg>
        <pc:picChg chg="add mod ord modCrop">
          <ac:chgData name="John Muli" userId="S::john.muli@equitybank.co.ke::e441eda9-a230-4867-a0b4-dea78a27aedb" providerId="AD" clId="Web-{71D81B97-0291-DF49-9FD0-D6A9DAC19707}" dt="2023-10-04T13:51:44.492" v="43" actId="14100"/>
          <ac:picMkLst>
            <pc:docMk/>
            <pc:sldMk cId="810058414" sldId="2147376253"/>
            <ac:picMk id="7" creationId="{8BBD48C4-7B6E-3188-8E18-B53DB899EF7D}"/>
          </ac:picMkLst>
        </pc:picChg>
      </pc:sldChg>
      <pc:sldChg chg="modSp new mod modClrScheme chgLayout">
        <pc:chgData name="John Muli" userId="S::john.muli@equitybank.co.ke::e441eda9-a230-4867-a0b4-dea78a27aedb" providerId="AD" clId="Web-{71D81B97-0291-DF49-9FD0-D6A9DAC19707}" dt="2023-10-04T13:53:55.698" v="60" actId="20577"/>
        <pc:sldMkLst>
          <pc:docMk/>
          <pc:sldMk cId="273536153" sldId="2147376254"/>
        </pc:sldMkLst>
        <pc:spChg chg="mod ord">
          <ac:chgData name="John Muli" userId="S::john.muli@equitybank.co.ke::e441eda9-a230-4867-a0b4-dea78a27aedb" providerId="AD" clId="Web-{71D81B97-0291-DF49-9FD0-D6A9DAC19707}" dt="2023-10-04T13:53:55.698" v="60" actId="20577"/>
          <ac:spMkLst>
            <pc:docMk/>
            <pc:sldMk cId="273536153" sldId="2147376254"/>
            <ac:spMk id="2" creationId="{A528913A-D32C-C65C-2DC6-B0D312D1AC69}"/>
          </ac:spMkLst>
        </pc:spChg>
        <pc:spChg chg="mod ord">
          <ac:chgData name="John Muli" userId="S::john.muli@equitybank.co.ke::e441eda9-a230-4867-a0b4-dea78a27aedb" providerId="AD" clId="Web-{71D81B97-0291-DF49-9FD0-D6A9DAC19707}" dt="2023-10-04T13:53:45.682" v="45"/>
          <ac:spMkLst>
            <pc:docMk/>
            <pc:sldMk cId="273536153" sldId="2147376254"/>
            <ac:spMk id="3" creationId="{F2EAD702-D0C8-42D6-FED6-75B0F5505BBB}"/>
          </ac:spMkLst>
        </pc:spChg>
      </pc:sldChg>
    </pc:docChg>
  </pc:docChgLst>
  <pc:docChgLst>
    <pc:chgData name="John Muli" userId="S::john.muli@equitybank.co.ke::e441eda9-a230-4867-a0b4-dea78a27aedb" providerId="AD" clId="Web-{9490C938-0C8D-05B6-2DD6-F8F5E74383AF}"/>
    <pc:docChg chg="addSld delSld modSld sldOrd">
      <pc:chgData name="John Muli" userId="S::john.muli@equitybank.co.ke::e441eda9-a230-4867-a0b4-dea78a27aedb" providerId="AD" clId="Web-{9490C938-0C8D-05B6-2DD6-F8F5E74383AF}" dt="2023-10-02T09:20:07.374" v="810"/>
      <pc:docMkLst>
        <pc:docMk/>
      </pc:docMkLst>
      <pc:sldChg chg="addSp delSp modSp ord">
        <pc:chgData name="John Muli" userId="S::john.muli@equitybank.co.ke::e441eda9-a230-4867-a0b4-dea78a27aedb" providerId="AD" clId="Web-{9490C938-0C8D-05B6-2DD6-F8F5E74383AF}" dt="2023-10-02T07:02:22.960" v="125"/>
        <pc:sldMkLst>
          <pc:docMk/>
          <pc:sldMk cId="3091124829" sldId="2147376241"/>
        </pc:sldMkLst>
        <pc:spChg chg="add">
          <ac:chgData name="John Muli" userId="S::john.muli@equitybank.co.ke::e441eda9-a230-4867-a0b4-dea78a27aedb" providerId="AD" clId="Web-{9490C938-0C8D-05B6-2DD6-F8F5E74383AF}" dt="2023-10-02T06:58:11.685" v="5"/>
          <ac:spMkLst>
            <pc:docMk/>
            <pc:sldMk cId="3091124829" sldId="2147376241"/>
            <ac:spMk id="4" creationId="{AABDBAA5-FB0C-7C81-B1CA-C82087E494AE}"/>
          </ac:spMkLst>
        </pc:spChg>
        <pc:spChg chg="add mod">
          <ac:chgData name="John Muli" userId="S::john.muli@equitybank.co.ke::e441eda9-a230-4867-a0b4-dea78a27aedb" providerId="AD" clId="Web-{9490C938-0C8D-05B6-2DD6-F8F5E74383AF}" dt="2023-10-02T07:01:36.443" v="123" actId="14100"/>
          <ac:spMkLst>
            <pc:docMk/>
            <pc:sldMk cId="3091124829" sldId="2147376241"/>
            <ac:spMk id="5" creationId="{4FCFDF86-2DE8-2DD1-9DEB-C63DEC84F67F}"/>
          </ac:spMkLst>
        </pc:spChg>
        <pc:spChg chg="del">
          <ac:chgData name="John Muli" userId="S::john.muli@equitybank.co.ke::e441eda9-a230-4867-a0b4-dea78a27aedb" providerId="AD" clId="Web-{9490C938-0C8D-05B6-2DD6-F8F5E74383AF}" dt="2023-10-02T05:39:38.897" v="0"/>
          <ac:spMkLst>
            <pc:docMk/>
            <pc:sldMk cId="3091124829" sldId="2147376241"/>
            <ac:spMk id="5" creationId="{818CA291-2890-7F5A-F0E0-AB3DA7ADFA41}"/>
          </ac:spMkLst>
        </pc:spChg>
        <pc:picChg chg="add mod ord">
          <ac:chgData name="John Muli" userId="S::john.muli@equitybank.co.ke::e441eda9-a230-4867-a0b4-dea78a27aedb" providerId="AD" clId="Web-{9490C938-0C8D-05B6-2DD6-F8F5E74383AF}" dt="2023-10-02T05:39:51.226" v="4" actId="1076"/>
          <ac:picMkLst>
            <pc:docMk/>
            <pc:sldMk cId="3091124829" sldId="2147376241"/>
            <ac:picMk id="3" creationId="{46204417-FF37-F156-F35E-8607E45BB678}"/>
          </ac:picMkLst>
        </pc:picChg>
      </pc:sldChg>
      <pc:sldChg chg="modSp add replId">
        <pc:chgData name="John Muli" userId="S::john.muli@equitybank.co.ke::e441eda9-a230-4867-a0b4-dea78a27aedb" providerId="AD" clId="Web-{9490C938-0C8D-05B6-2DD6-F8F5E74383AF}" dt="2023-10-02T07:09:24.648" v="399" actId="20577"/>
        <pc:sldMkLst>
          <pc:docMk/>
          <pc:sldMk cId="2254295117" sldId="2147376242"/>
        </pc:sldMkLst>
        <pc:spChg chg="mod">
          <ac:chgData name="John Muli" userId="S::john.muli@equitybank.co.ke::e441eda9-a230-4867-a0b4-dea78a27aedb" providerId="AD" clId="Web-{9490C938-0C8D-05B6-2DD6-F8F5E74383AF}" dt="2023-10-02T07:09:24.648" v="399" actId="20577"/>
          <ac:spMkLst>
            <pc:docMk/>
            <pc:sldMk cId="2254295117" sldId="2147376242"/>
            <ac:spMk id="3" creationId="{1194C17C-144F-6573-B8AF-61AB0D8F7438}"/>
          </ac:spMkLst>
        </pc:spChg>
      </pc:sldChg>
      <pc:sldChg chg="addSp modSp add replId">
        <pc:chgData name="John Muli" userId="S::john.muli@equitybank.co.ke::e441eda9-a230-4867-a0b4-dea78a27aedb" providerId="AD" clId="Web-{9490C938-0C8D-05B6-2DD6-F8F5E74383AF}" dt="2023-10-02T09:20:07.374" v="810"/>
        <pc:sldMkLst>
          <pc:docMk/>
          <pc:sldMk cId="2156073082" sldId="2147376243"/>
        </pc:sldMkLst>
        <pc:spChg chg="mod">
          <ac:chgData name="John Muli" userId="S::john.muli@equitybank.co.ke::e441eda9-a230-4867-a0b4-dea78a27aedb" providerId="AD" clId="Web-{9490C938-0C8D-05B6-2DD6-F8F5E74383AF}" dt="2023-10-02T08:58:55.161" v="808" actId="20577"/>
          <ac:spMkLst>
            <pc:docMk/>
            <pc:sldMk cId="2156073082" sldId="2147376243"/>
            <ac:spMk id="3" creationId="{1194C17C-144F-6573-B8AF-61AB0D8F7438}"/>
          </ac:spMkLst>
        </pc:spChg>
        <pc:spChg chg="add">
          <ac:chgData name="John Muli" userId="S::john.muli@equitybank.co.ke::e441eda9-a230-4867-a0b4-dea78a27aedb" providerId="AD" clId="Web-{9490C938-0C8D-05B6-2DD6-F8F5E74383AF}" dt="2023-10-02T09:20:07.374" v="810"/>
          <ac:spMkLst>
            <pc:docMk/>
            <pc:sldMk cId="2156073082" sldId="2147376243"/>
            <ac:spMk id="5" creationId="{7D5573CD-B9C7-9271-E033-BFE1706943F5}"/>
          </ac:spMkLst>
        </pc:spChg>
        <pc:picChg chg="add mod">
          <ac:chgData name="John Muli" userId="S::john.muli@equitybank.co.ke::e441eda9-a230-4867-a0b4-dea78a27aedb" providerId="AD" clId="Web-{9490C938-0C8D-05B6-2DD6-F8F5E74383AF}" dt="2023-10-02T09:19:56.842" v="809" actId="1076"/>
          <ac:picMkLst>
            <pc:docMk/>
            <pc:sldMk cId="2156073082" sldId="2147376243"/>
            <ac:picMk id="4" creationId="{370B5F54-0371-B8BB-0836-CA6B975736DE}"/>
          </ac:picMkLst>
        </pc:picChg>
      </pc:sldChg>
      <pc:sldChg chg="add del replId">
        <pc:chgData name="John Muli" userId="S::john.muli@equitybank.co.ke::e441eda9-a230-4867-a0b4-dea78a27aedb" providerId="AD" clId="Web-{9490C938-0C8D-05B6-2DD6-F8F5E74383AF}" dt="2023-10-02T07:09:42.336" v="402"/>
        <pc:sldMkLst>
          <pc:docMk/>
          <pc:sldMk cId="171129118" sldId="2147376244"/>
        </pc:sldMkLst>
      </pc:sldChg>
    </pc:docChg>
  </pc:docChgLst>
  <pc:docChgLst>
    <pc:chgData name="John Muli" userId="S::john.muli@equitybank.co.ke::e441eda9-a230-4867-a0b4-dea78a27aedb" providerId="AD" clId="Web-{F399F16F-5A2C-8FEB-5A8E-75747B14AB96}"/>
    <pc:docChg chg="addSld delSld modSld">
      <pc:chgData name="John Muli" userId="S::john.muli@equitybank.co.ke::e441eda9-a230-4867-a0b4-dea78a27aedb" providerId="AD" clId="Web-{F399F16F-5A2C-8FEB-5A8E-75747B14AB96}" dt="2023-09-21T15:08:48.059" v="1831"/>
      <pc:docMkLst>
        <pc:docMk/>
      </pc:docMkLst>
      <pc:sldChg chg="addSp delSp modSp del mod modClrScheme chgLayout">
        <pc:chgData name="John Muli" userId="S::john.muli@equitybank.co.ke::e441eda9-a230-4867-a0b4-dea78a27aedb" providerId="AD" clId="Web-{F399F16F-5A2C-8FEB-5A8E-75747B14AB96}" dt="2023-09-20T11:38:50.406" v="327"/>
        <pc:sldMkLst>
          <pc:docMk/>
          <pc:sldMk cId="2904104635" sldId="2147376228"/>
        </pc:sldMkLst>
        <pc:spChg chg="del">
          <ac:chgData name="John Muli" userId="S::john.muli@equitybank.co.ke::e441eda9-a230-4867-a0b4-dea78a27aedb" providerId="AD" clId="Web-{F399F16F-5A2C-8FEB-5A8E-75747B14AB96}" dt="2023-09-20T11:37:40.842" v="312"/>
          <ac:spMkLst>
            <pc:docMk/>
            <pc:sldMk cId="2904104635" sldId="2147376228"/>
            <ac:spMk id="2" creationId="{D3D50C34-11D7-9300-96FD-0CF0E6499EEB}"/>
          </ac:spMkLst>
        </pc:spChg>
        <pc:spChg chg="add mod ord">
          <ac:chgData name="John Muli" userId="S::john.muli@equitybank.co.ke::e441eda9-a230-4867-a0b4-dea78a27aedb" providerId="AD" clId="Web-{F399F16F-5A2C-8FEB-5A8E-75747B14AB96}" dt="2023-09-20T11:37:30.623" v="311" actId="20577"/>
          <ac:spMkLst>
            <pc:docMk/>
            <pc:sldMk cId="2904104635" sldId="2147376228"/>
            <ac:spMk id="3" creationId="{F6850471-0039-CD2E-C313-FDE7A417BDD2}"/>
          </ac:spMkLst>
        </pc:spChg>
        <pc:spChg chg="add mod ord">
          <ac:chgData name="John Muli" userId="S::john.muli@equitybank.co.ke::e441eda9-a230-4867-a0b4-dea78a27aedb" providerId="AD" clId="Web-{F399F16F-5A2C-8FEB-5A8E-75747B14AB96}" dt="2023-09-20T11:37:43.998" v="314" actId="20577"/>
          <ac:spMkLst>
            <pc:docMk/>
            <pc:sldMk cId="2904104635" sldId="2147376228"/>
            <ac:spMk id="4" creationId="{9DFFC64F-B948-6029-28BD-67A144B4E4F1}"/>
          </ac:spMkLst>
        </pc:spChg>
        <pc:spChg chg="del">
          <ac:chgData name="John Muli" userId="S::john.muli@equitybank.co.ke::e441eda9-a230-4867-a0b4-dea78a27aedb" providerId="AD" clId="Web-{F399F16F-5A2C-8FEB-5A8E-75747B14AB96}" dt="2023-09-20T11:38:02.045" v="316"/>
          <ac:spMkLst>
            <pc:docMk/>
            <pc:sldMk cId="2904104635" sldId="2147376228"/>
            <ac:spMk id="6" creationId="{CC0D7785-8DC6-3782-49C6-7B10D06ADA10}"/>
          </ac:spMkLst>
        </pc:spChg>
        <pc:spChg chg="del">
          <ac:chgData name="John Muli" userId="S::john.muli@equitybank.co.ke::e441eda9-a230-4867-a0b4-dea78a27aedb" providerId="AD" clId="Web-{F399F16F-5A2C-8FEB-5A8E-75747B14AB96}" dt="2023-09-20T11:37:46.529" v="315"/>
          <ac:spMkLst>
            <pc:docMk/>
            <pc:sldMk cId="2904104635" sldId="2147376228"/>
            <ac:spMk id="10" creationId="{9A671386-2AF9-36C9-1DD3-AA250BA51D99}"/>
          </ac:spMkLst>
        </pc:spChg>
      </pc:sldChg>
      <pc:sldChg chg="modSp">
        <pc:chgData name="John Muli" userId="S::john.muli@equitybank.co.ke::e441eda9-a230-4867-a0b4-dea78a27aedb" providerId="AD" clId="Web-{F399F16F-5A2C-8FEB-5A8E-75747B14AB96}" dt="2023-09-20T11:42:27.301" v="340" actId="20577"/>
        <pc:sldMkLst>
          <pc:docMk/>
          <pc:sldMk cId="235630625" sldId="2147376229"/>
        </pc:sldMkLst>
        <pc:spChg chg="mod">
          <ac:chgData name="John Muli" userId="S::john.muli@equitybank.co.ke::e441eda9-a230-4867-a0b4-dea78a27aedb" providerId="AD" clId="Web-{F399F16F-5A2C-8FEB-5A8E-75747B14AB96}" dt="2023-09-20T11:42:27.301" v="340" actId="20577"/>
          <ac:spMkLst>
            <pc:docMk/>
            <pc:sldMk cId="235630625" sldId="2147376229"/>
            <ac:spMk id="6" creationId="{629BF195-FF36-6301-FA0E-2B1C68DE7A8F}"/>
          </ac:spMkLst>
        </pc:spChg>
      </pc:sldChg>
      <pc:sldChg chg="addSp delSp modSp mod setBg">
        <pc:chgData name="John Muli" userId="S::john.muli@equitybank.co.ke::e441eda9-a230-4867-a0b4-dea78a27aedb" providerId="AD" clId="Web-{F399F16F-5A2C-8FEB-5A8E-75747B14AB96}" dt="2023-09-19T14:14:58.210" v="173"/>
        <pc:sldMkLst>
          <pc:docMk/>
          <pc:sldMk cId="2098706223" sldId="2147376231"/>
        </pc:sldMkLst>
        <pc:spChg chg="mod">
          <ac:chgData name="John Muli" userId="S::john.muli@equitybank.co.ke::e441eda9-a230-4867-a0b4-dea78a27aedb" providerId="AD" clId="Web-{F399F16F-5A2C-8FEB-5A8E-75747B14AB96}" dt="2023-09-19T14:14:58.210" v="173"/>
          <ac:spMkLst>
            <pc:docMk/>
            <pc:sldMk cId="2098706223" sldId="2147376231"/>
            <ac:spMk id="2" creationId="{FA366E5A-E257-7D6B-A247-06052434C8EB}"/>
          </ac:spMkLst>
        </pc:spChg>
        <pc:spChg chg="mod">
          <ac:chgData name="John Muli" userId="S::john.muli@equitybank.co.ke::e441eda9-a230-4867-a0b4-dea78a27aedb" providerId="AD" clId="Web-{F399F16F-5A2C-8FEB-5A8E-75747B14AB96}" dt="2023-09-19T14:14:58.210" v="173"/>
          <ac:spMkLst>
            <pc:docMk/>
            <pc:sldMk cId="2098706223" sldId="2147376231"/>
            <ac:spMk id="3" creationId="{7C03AB8E-5EDE-D5D8-DF87-8D7C717EEF93}"/>
          </ac:spMkLst>
        </pc:spChg>
        <pc:spChg chg="add del">
          <ac:chgData name="John Muli" userId="S::john.muli@equitybank.co.ke::e441eda9-a230-4867-a0b4-dea78a27aedb" providerId="AD" clId="Web-{F399F16F-5A2C-8FEB-5A8E-75747B14AB96}" dt="2023-09-19T14:14:58.210" v="173"/>
          <ac:spMkLst>
            <pc:docMk/>
            <pc:sldMk cId="2098706223" sldId="2147376231"/>
            <ac:spMk id="8" creationId="{1BB867FF-FC45-48F7-8104-F89BE54909F1}"/>
          </ac:spMkLst>
        </pc:spChg>
        <pc:spChg chg="add del">
          <ac:chgData name="John Muli" userId="S::john.muli@equitybank.co.ke::e441eda9-a230-4867-a0b4-dea78a27aedb" providerId="AD" clId="Web-{F399F16F-5A2C-8FEB-5A8E-75747B14AB96}" dt="2023-09-19T14:14:58.210" v="173"/>
          <ac:spMkLst>
            <pc:docMk/>
            <pc:sldMk cId="2098706223" sldId="2147376231"/>
            <ac:spMk id="10" creationId="{8BB56887-D0D5-4F0C-9E19-7247EB83C8B7}"/>
          </ac:spMkLst>
        </pc:spChg>
        <pc:spChg chg="add del">
          <ac:chgData name="John Muli" userId="S::john.muli@equitybank.co.ke::e441eda9-a230-4867-a0b4-dea78a27aedb" providerId="AD" clId="Web-{F399F16F-5A2C-8FEB-5A8E-75747B14AB96}" dt="2023-09-19T14:14:58.210" v="173"/>
          <ac:spMkLst>
            <pc:docMk/>
            <pc:sldMk cId="2098706223" sldId="2147376231"/>
            <ac:spMk id="12" creationId="{081E4A58-353D-44AE-B2FC-2A74E2E400F7}"/>
          </ac:spMkLst>
        </pc:spChg>
      </pc:sldChg>
      <pc:sldChg chg="modSp new">
        <pc:chgData name="John Muli" userId="S::john.muli@equitybank.co.ke::e441eda9-a230-4867-a0b4-dea78a27aedb" providerId="AD" clId="Web-{F399F16F-5A2C-8FEB-5A8E-75747B14AB96}" dt="2023-09-20T11:47:20.870" v="375" actId="20577"/>
        <pc:sldMkLst>
          <pc:docMk/>
          <pc:sldMk cId="1197961915" sldId="2147376232"/>
        </pc:sldMkLst>
        <pc:spChg chg="mod">
          <ac:chgData name="John Muli" userId="S::john.muli@equitybank.co.ke::e441eda9-a230-4867-a0b4-dea78a27aedb" providerId="AD" clId="Web-{F399F16F-5A2C-8FEB-5A8E-75747B14AB96}" dt="2023-09-19T14:54:15.982" v="184" actId="20577"/>
          <ac:spMkLst>
            <pc:docMk/>
            <pc:sldMk cId="1197961915" sldId="2147376232"/>
            <ac:spMk id="2" creationId="{933314CF-FA09-7338-C36F-F6BF7B08D2D5}"/>
          </ac:spMkLst>
        </pc:spChg>
        <pc:spChg chg="mod">
          <ac:chgData name="John Muli" userId="S::john.muli@equitybank.co.ke::e441eda9-a230-4867-a0b4-dea78a27aedb" providerId="AD" clId="Web-{F399F16F-5A2C-8FEB-5A8E-75747B14AB96}" dt="2023-09-20T11:47:20.870" v="375" actId="20577"/>
          <ac:spMkLst>
            <pc:docMk/>
            <pc:sldMk cId="1197961915" sldId="2147376232"/>
            <ac:spMk id="3" creationId="{C58FE39A-2F9C-200A-6744-6DFF1795FEB4}"/>
          </ac:spMkLst>
        </pc:spChg>
      </pc:sldChg>
      <pc:sldChg chg="modSp new del">
        <pc:chgData name="John Muli" userId="S::john.muli@equitybank.co.ke::e441eda9-a230-4867-a0b4-dea78a27aedb" providerId="AD" clId="Web-{F399F16F-5A2C-8FEB-5A8E-75747B14AB96}" dt="2023-09-20T09:03:50.745" v="265"/>
        <pc:sldMkLst>
          <pc:docMk/>
          <pc:sldMk cId="755334887" sldId="2147376233"/>
        </pc:sldMkLst>
        <pc:spChg chg="mod">
          <ac:chgData name="John Muli" userId="S::john.muli@equitybank.co.ke::e441eda9-a230-4867-a0b4-dea78a27aedb" providerId="AD" clId="Web-{F399F16F-5A2C-8FEB-5A8E-75747B14AB96}" dt="2023-09-19T14:55:28.296" v="194" actId="20577"/>
          <ac:spMkLst>
            <pc:docMk/>
            <pc:sldMk cId="755334887" sldId="2147376233"/>
            <ac:spMk id="2" creationId="{411CC509-3D2C-3267-BAF1-B4F6A9F237F8}"/>
          </ac:spMkLst>
        </pc:spChg>
        <pc:spChg chg="mod">
          <ac:chgData name="John Muli" userId="S::john.muli@equitybank.co.ke::e441eda9-a230-4867-a0b4-dea78a27aedb" providerId="AD" clId="Web-{F399F16F-5A2C-8FEB-5A8E-75747B14AB96}" dt="2023-09-19T14:56:20.266" v="242" actId="20577"/>
          <ac:spMkLst>
            <pc:docMk/>
            <pc:sldMk cId="755334887" sldId="2147376233"/>
            <ac:spMk id="3" creationId="{1044197E-423F-4A31-959B-0CFC1A0749FF}"/>
          </ac:spMkLst>
        </pc:spChg>
      </pc:sldChg>
      <pc:sldChg chg="addSp delSp modSp new">
        <pc:chgData name="John Muli" userId="S::john.muli@equitybank.co.ke::e441eda9-a230-4867-a0b4-dea78a27aedb" providerId="AD" clId="Web-{F399F16F-5A2C-8FEB-5A8E-75747B14AB96}" dt="2023-09-20T11:36:51.669" v="306" actId="20577"/>
        <pc:sldMkLst>
          <pc:docMk/>
          <pc:sldMk cId="220583385" sldId="2147376234"/>
        </pc:sldMkLst>
        <pc:spChg chg="mod">
          <ac:chgData name="John Muli" userId="S::john.muli@equitybank.co.ke::e441eda9-a230-4867-a0b4-dea78a27aedb" providerId="AD" clId="Web-{F399F16F-5A2C-8FEB-5A8E-75747B14AB96}" dt="2023-09-20T11:36:51.669" v="306" actId="20577"/>
          <ac:spMkLst>
            <pc:docMk/>
            <pc:sldMk cId="220583385" sldId="2147376234"/>
            <ac:spMk id="2" creationId="{CE9653EF-2E28-111A-7710-80AD033C4731}"/>
          </ac:spMkLst>
        </pc:spChg>
        <pc:spChg chg="del">
          <ac:chgData name="John Muli" userId="S::john.muli@equitybank.co.ke::e441eda9-a230-4867-a0b4-dea78a27aedb" providerId="AD" clId="Web-{F399F16F-5A2C-8FEB-5A8E-75747B14AB96}" dt="2023-09-20T10:02:16.099" v="285"/>
          <ac:spMkLst>
            <pc:docMk/>
            <pc:sldMk cId="220583385" sldId="2147376234"/>
            <ac:spMk id="3" creationId="{83C74E27-1F47-0208-A87F-230CD00C0069}"/>
          </ac:spMkLst>
        </pc:spChg>
        <pc:spChg chg="add del mod">
          <ac:chgData name="John Muli" userId="S::john.muli@equitybank.co.ke::e441eda9-a230-4867-a0b4-dea78a27aedb" providerId="AD" clId="Web-{F399F16F-5A2C-8FEB-5A8E-75747B14AB96}" dt="2023-09-20T10:18:05.724" v="295"/>
          <ac:spMkLst>
            <pc:docMk/>
            <pc:sldMk cId="220583385" sldId="2147376234"/>
            <ac:spMk id="8" creationId="{58B4F0FF-B728-D71A-2E73-0DEBC4AA107B}"/>
          </ac:spMkLst>
        </pc:spChg>
        <pc:picChg chg="add del mod ord modCrop">
          <ac:chgData name="John Muli" userId="S::john.muli@equitybank.co.ke::e441eda9-a230-4867-a0b4-dea78a27aedb" providerId="AD" clId="Web-{F399F16F-5A2C-8FEB-5A8E-75747B14AB96}" dt="2023-09-20T10:17:56.974" v="294"/>
          <ac:picMkLst>
            <pc:docMk/>
            <pc:sldMk cId="220583385" sldId="2147376234"/>
            <ac:picMk id="4" creationId="{472B9A62-F429-0D85-C3E1-C1A63E1D49A6}"/>
          </ac:picMkLst>
        </pc:picChg>
        <pc:picChg chg="add del mod">
          <ac:chgData name="John Muli" userId="S::john.muli@equitybank.co.ke::e441eda9-a230-4867-a0b4-dea78a27aedb" providerId="AD" clId="Web-{F399F16F-5A2C-8FEB-5A8E-75747B14AB96}" dt="2023-09-20T10:16:32.034" v="291"/>
          <ac:picMkLst>
            <pc:docMk/>
            <pc:sldMk cId="220583385" sldId="2147376234"/>
            <ac:picMk id="5" creationId="{53E1B61A-2EA4-A66A-9152-E18F4A7E9202}"/>
          </ac:picMkLst>
        </pc:picChg>
        <pc:picChg chg="add del mod">
          <ac:chgData name="John Muli" userId="S::john.muli@equitybank.co.ke::e441eda9-a230-4867-a0b4-dea78a27aedb" providerId="AD" clId="Web-{F399F16F-5A2C-8FEB-5A8E-75747B14AB96}" dt="2023-09-20T10:17:07.441" v="293"/>
          <ac:picMkLst>
            <pc:docMk/>
            <pc:sldMk cId="220583385" sldId="2147376234"/>
            <ac:picMk id="6" creationId="{DD4A5B3D-34E6-EEC3-E17C-F4676F6E7053}"/>
          </ac:picMkLst>
        </pc:picChg>
        <pc:picChg chg="add mod ord modCrop">
          <ac:chgData name="John Muli" userId="S::john.muli@equitybank.co.ke::e441eda9-a230-4867-a0b4-dea78a27aedb" providerId="AD" clId="Web-{F399F16F-5A2C-8FEB-5A8E-75747B14AB96}" dt="2023-09-20T10:22:02.217" v="305"/>
          <ac:picMkLst>
            <pc:docMk/>
            <pc:sldMk cId="220583385" sldId="2147376234"/>
            <ac:picMk id="9" creationId="{71D1372A-07CD-3D66-A5A9-51A7417B298A}"/>
          </ac:picMkLst>
        </pc:picChg>
      </pc:sldChg>
      <pc:sldChg chg="addSp delSp new del">
        <pc:chgData name="John Muli" userId="S::john.muli@equitybank.co.ke::e441eda9-a230-4867-a0b4-dea78a27aedb" providerId="AD" clId="Web-{F399F16F-5A2C-8FEB-5A8E-75747B14AB96}" dt="2023-09-20T11:38:23.936" v="320"/>
        <pc:sldMkLst>
          <pc:docMk/>
          <pc:sldMk cId="2123144470" sldId="2147376235"/>
        </pc:sldMkLst>
        <pc:spChg chg="add del">
          <ac:chgData name="John Muli" userId="S::john.muli@equitybank.co.ke::e441eda9-a230-4867-a0b4-dea78a27aedb" providerId="AD" clId="Web-{F399F16F-5A2C-8FEB-5A8E-75747B14AB96}" dt="2023-09-20T11:38:22.717" v="319"/>
          <ac:spMkLst>
            <pc:docMk/>
            <pc:sldMk cId="2123144470" sldId="2147376235"/>
            <ac:spMk id="4" creationId="{9E77F485-5800-257B-D8E6-2236F144FEFC}"/>
          </ac:spMkLst>
        </pc:spChg>
      </pc:sldChg>
      <pc:sldChg chg="modSp new">
        <pc:chgData name="John Muli" userId="S::john.muli@equitybank.co.ke::e441eda9-a230-4867-a0b4-dea78a27aedb" providerId="AD" clId="Web-{F399F16F-5A2C-8FEB-5A8E-75747B14AB96}" dt="2023-09-20T11:41:54.331" v="329" actId="20577"/>
        <pc:sldMkLst>
          <pc:docMk/>
          <pc:sldMk cId="3519842965" sldId="2147376235"/>
        </pc:sldMkLst>
        <pc:spChg chg="mod">
          <ac:chgData name="John Muli" userId="S::john.muli@equitybank.co.ke::e441eda9-a230-4867-a0b4-dea78a27aedb" providerId="AD" clId="Web-{F399F16F-5A2C-8FEB-5A8E-75747B14AB96}" dt="2023-09-20T11:38:45.827" v="326" actId="20577"/>
          <ac:spMkLst>
            <pc:docMk/>
            <pc:sldMk cId="3519842965" sldId="2147376235"/>
            <ac:spMk id="2" creationId="{D1E5CD79-D62B-AE06-457A-E736565AC345}"/>
          </ac:spMkLst>
        </pc:spChg>
        <pc:spChg chg="mod">
          <ac:chgData name="John Muli" userId="S::john.muli@equitybank.co.ke::e441eda9-a230-4867-a0b4-dea78a27aedb" providerId="AD" clId="Web-{F399F16F-5A2C-8FEB-5A8E-75747B14AB96}" dt="2023-09-20T11:41:54.331" v="329" actId="20577"/>
          <ac:spMkLst>
            <pc:docMk/>
            <pc:sldMk cId="3519842965" sldId="2147376235"/>
            <ac:spMk id="3" creationId="{C5934D29-D283-A1AB-4ECA-1B1232DE2E1E}"/>
          </ac:spMkLst>
        </pc:spChg>
      </pc:sldChg>
      <pc:sldChg chg="modSp new">
        <pc:chgData name="John Muli" userId="S::john.muli@equitybank.co.ke::e441eda9-a230-4867-a0b4-dea78a27aedb" providerId="AD" clId="Web-{F399F16F-5A2C-8FEB-5A8E-75747B14AB96}" dt="2023-09-20T12:06:12.379" v="903" actId="20577"/>
        <pc:sldMkLst>
          <pc:docMk/>
          <pc:sldMk cId="2933519342" sldId="2147376236"/>
        </pc:sldMkLst>
        <pc:spChg chg="mod">
          <ac:chgData name="John Muli" userId="S::john.muli@equitybank.co.ke::e441eda9-a230-4867-a0b4-dea78a27aedb" providerId="AD" clId="Web-{F399F16F-5A2C-8FEB-5A8E-75747B14AB96}" dt="2023-09-20T11:48:13.308" v="384" actId="20577"/>
          <ac:spMkLst>
            <pc:docMk/>
            <pc:sldMk cId="2933519342" sldId="2147376236"/>
            <ac:spMk id="2" creationId="{6F84475D-16E4-FF0F-B962-5CA2D4E54FED}"/>
          </ac:spMkLst>
        </pc:spChg>
        <pc:spChg chg="mod">
          <ac:chgData name="John Muli" userId="S::john.muli@equitybank.co.ke::e441eda9-a230-4867-a0b4-dea78a27aedb" providerId="AD" clId="Web-{F399F16F-5A2C-8FEB-5A8E-75747B14AB96}" dt="2023-09-20T12:06:12.379" v="903" actId="20577"/>
          <ac:spMkLst>
            <pc:docMk/>
            <pc:sldMk cId="2933519342" sldId="2147376236"/>
            <ac:spMk id="3" creationId="{1194C17C-144F-6573-B8AF-61AB0D8F7438}"/>
          </ac:spMkLst>
        </pc:spChg>
      </pc:sldChg>
      <pc:sldChg chg="modSp add replId">
        <pc:chgData name="John Muli" userId="S::john.muli@equitybank.co.ke::e441eda9-a230-4867-a0b4-dea78a27aedb" providerId="AD" clId="Web-{F399F16F-5A2C-8FEB-5A8E-75747B14AB96}" dt="2023-09-20T12:10:30.337" v="1086" actId="20577"/>
        <pc:sldMkLst>
          <pc:docMk/>
          <pc:sldMk cId="1010185142" sldId="2147376237"/>
        </pc:sldMkLst>
        <pc:spChg chg="mod">
          <ac:chgData name="John Muli" userId="S::john.muli@equitybank.co.ke::e441eda9-a230-4867-a0b4-dea78a27aedb" providerId="AD" clId="Web-{F399F16F-5A2C-8FEB-5A8E-75747B14AB96}" dt="2023-09-20T12:10:30.337" v="1086" actId="20577"/>
          <ac:spMkLst>
            <pc:docMk/>
            <pc:sldMk cId="1010185142" sldId="2147376237"/>
            <ac:spMk id="3" creationId="{1194C17C-144F-6573-B8AF-61AB0D8F7438}"/>
          </ac:spMkLst>
        </pc:spChg>
      </pc:sldChg>
      <pc:sldChg chg="add replId">
        <pc:chgData name="John Muli" userId="S::john.muli@equitybank.co.ke::e441eda9-a230-4867-a0b4-dea78a27aedb" providerId="AD" clId="Web-{F399F16F-5A2C-8FEB-5A8E-75747B14AB96}" dt="2023-09-20T12:10:43.416" v="1087"/>
        <pc:sldMkLst>
          <pc:docMk/>
          <pc:sldMk cId="3060957943" sldId="2147376238"/>
        </pc:sldMkLst>
      </pc:sldChg>
      <pc:sldChg chg="modSp add replId">
        <pc:chgData name="John Muli" userId="S::john.muli@equitybank.co.ke::e441eda9-a230-4867-a0b4-dea78a27aedb" providerId="AD" clId="Web-{F399F16F-5A2C-8FEB-5A8E-75747B14AB96}" dt="2023-09-21T11:17:31.228" v="1429" actId="20577"/>
        <pc:sldMkLst>
          <pc:docMk/>
          <pc:sldMk cId="992980185" sldId="2147376239"/>
        </pc:sldMkLst>
        <pc:spChg chg="mod">
          <ac:chgData name="John Muli" userId="S::john.muli@equitybank.co.ke::e441eda9-a230-4867-a0b4-dea78a27aedb" providerId="AD" clId="Web-{F399F16F-5A2C-8FEB-5A8E-75747B14AB96}" dt="2023-09-21T11:17:31.228" v="1429" actId="20577"/>
          <ac:spMkLst>
            <pc:docMk/>
            <pc:sldMk cId="992980185" sldId="2147376239"/>
            <ac:spMk id="3" creationId="{1194C17C-144F-6573-B8AF-61AB0D8F7438}"/>
          </ac:spMkLst>
        </pc:spChg>
      </pc:sldChg>
      <pc:sldChg chg="addSp delSp modSp add mod replId setBg">
        <pc:chgData name="John Muli" userId="S::john.muli@equitybank.co.ke::e441eda9-a230-4867-a0b4-dea78a27aedb" providerId="AD" clId="Web-{F399F16F-5A2C-8FEB-5A8E-75747B14AB96}" dt="2023-09-21T14:31:54.845" v="1817"/>
        <pc:sldMkLst>
          <pc:docMk/>
          <pc:sldMk cId="3615795397" sldId="2147376240"/>
        </pc:sldMkLst>
        <pc:spChg chg="mod">
          <ac:chgData name="John Muli" userId="S::john.muli@equitybank.co.ke::e441eda9-a230-4867-a0b4-dea78a27aedb" providerId="AD" clId="Web-{F399F16F-5A2C-8FEB-5A8E-75747B14AB96}" dt="2023-09-21T14:31:48.985" v="1814"/>
          <ac:spMkLst>
            <pc:docMk/>
            <pc:sldMk cId="3615795397" sldId="2147376240"/>
            <ac:spMk id="2" creationId="{6F84475D-16E4-FF0F-B962-5CA2D4E54FED}"/>
          </ac:spMkLst>
        </pc:spChg>
        <pc:spChg chg="mod">
          <ac:chgData name="John Muli" userId="S::john.muli@equitybank.co.ke::e441eda9-a230-4867-a0b4-dea78a27aedb" providerId="AD" clId="Web-{F399F16F-5A2C-8FEB-5A8E-75747B14AB96}" dt="2023-09-21T14:31:48.985" v="1814"/>
          <ac:spMkLst>
            <pc:docMk/>
            <pc:sldMk cId="3615795397" sldId="2147376240"/>
            <ac:spMk id="3" creationId="{1194C17C-144F-6573-B8AF-61AB0D8F7438}"/>
          </ac:spMkLst>
        </pc:spChg>
        <pc:grpChg chg="add del">
          <ac:chgData name="John Muli" userId="S::john.muli@equitybank.co.ke::e441eda9-a230-4867-a0b4-dea78a27aedb" providerId="AD" clId="Web-{F399F16F-5A2C-8FEB-5A8E-75747B14AB96}" dt="2023-09-21T14:31:48.985" v="1814"/>
          <ac:grpSpMkLst>
            <pc:docMk/>
            <pc:sldMk cId="3615795397" sldId="2147376240"/>
            <ac:grpSpMk id="9" creationId="{C54A2A4D-19EF-3552-F383-6AD9587C8AFC}"/>
          </ac:grpSpMkLst>
        </pc:grpChg>
        <pc:picChg chg="add del mod">
          <ac:chgData name="John Muli" userId="S::john.muli@equitybank.co.ke::e441eda9-a230-4867-a0b4-dea78a27aedb" providerId="AD" clId="Web-{F399F16F-5A2C-8FEB-5A8E-75747B14AB96}" dt="2023-09-21T14:31:54.845" v="1817"/>
          <ac:picMkLst>
            <pc:docMk/>
            <pc:sldMk cId="3615795397" sldId="2147376240"/>
            <ac:picMk id="4" creationId="{92363ACC-7EB8-4B45-3D84-E8B9830EA3E9}"/>
          </ac:picMkLst>
        </pc:picChg>
      </pc:sldChg>
      <pc:sldChg chg="addSp delSp modSp new">
        <pc:chgData name="John Muli" userId="S::john.muli@equitybank.co.ke::e441eda9-a230-4867-a0b4-dea78a27aedb" providerId="AD" clId="Web-{F399F16F-5A2C-8FEB-5A8E-75747B14AB96}" dt="2023-09-21T15:08:48.059" v="1831"/>
        <pc:sldMkLst>
          <pc:docMk/>
          <pc:sldMk cId="3091124829" sldId="2147376241"/>
        </pc:sldMkLst>
        <pc:spChg chg="mod">
          <ac:chgData name="John Muli" userId="S::john.muli@equitybank.co.ke::e441eda9-a230-4867-a0b4-dea78a27aedb" providerId="AD" clId="Web-{F399F16F-5A2C-8FEB-5A8E-75747B14AB96}" dt="2023-09-21T14:33:39.429" v="1830" actId="20577"/>
          <ac:spMkLst>
            <pc:docMk/>
            <pc:sldMk cId="3091124829" sldId="2147376241"/>
            <ac:spMk id="2" creationId="{AEA297ED-5985-6335-3521-0234EB29F172}"/>
          </ac:spMkLst>
        </pc:spChg>
        <pc:spChg chg="del">
          <ac:chgData name="John Muli" userId="S::john.muli@equitybank.co.ke::e441eda9-a230-4867-a0b4-dea78a27aedb" providerId="AD" clId="Web-{F399F16F-5A2C-8FEB-5A8E-75747B14AB96}" dt="2023-09-21T14:32:05.564" v="1819"/>
          <ac:spMkLst>
            <pc:docMk/>
            <pc:sldMk cId="3091124829" sldId="2147376241"/>
            <ac:spMk id="3" creationId="{23F3A112-244D-A571-C2D1-F26A491DB220}"/>
          </ac:spMkLst>
        </pc:spChg>
        <pc:spChg chg="add mod">
          <ac:chgData name="John Muli" userId="S::john.muli@equitybank.co.ke::e441eda9-a230-4867-a0b4-dea78a27aedb" providerId="AD" clId="Web-{F399F16F-5A2C-8FEB-5A8E-75747B14AB96}" dt="2023-09-21T15:08:48.059" v="1831"/>
          <ac:spMkLst>
            <pc:docMk/>
            <pc:sldMk cId="3091124829" sldId="2147376241"/>
            <ac:spMk id="5" creationId="{818CA291-2890-7F5A-F0E0-AB3DA7ADFA41}"/>
          </ac:spMkLst>
        </pc:spChg>
        <pc:picChg chg="add del mod ord">
          <ac:chgData name="John Muli" userId="S::john.muli@equitybank.co.ke::e441eda9-a230-4867-a0b4-dea78a27aedb" providerId="AD" clId="Web-{F399F16F-5A2C-8FEB-5A8E-75747B14AB96}" dt="2023-09-21T15:08:48.059" v="1831"/>
          <ac:picMkLst>
            <pc:docMk/>
            <pc:sldMk cId="3091124829" sldId="2147376241"/>
            <ac:picMk id="4" creationId="{E43CB323-E72E-F534-9004-5EE3C65F3A99}"/>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03T11:55:26.875"/>
    </inkml:context>
    <inkml:brush xml:id="br0">
      <inkml:brushProperty name="width" value="0.1" units="cm"/>
      <inkml:brushProperty name="height" value="0.1" units="cm"/>
    </inkml:brush>
  </inkml:definitions>
  <inkml:trace contextRef="#ctx0" brushRef="#br0">20895 9246 16383 0 0,'0'4'0'0'0,"0"6"0"0"0,0 11 0 0 0,0 14 0 0 0,0 17 0 0 0,0 19 0 0 0,0 15 0 0 0,0 17 0 0 0,0 0 0 0 0,0 14 0 0 0,0 2 0 0 0,0-3 0 0 0,0-2 0 0 0,0-2 0 0 0,0-4 0 0 0,2-2 0 0 0,3 1 0 0 0,4-9 0 0 0,-1 10 0 0 0,0-6 0 0 0,-1-4 0 0 0,1-8 0 0 0,0-5 0 0 0,1-5 0 0 0,2-7 0 0 0,-2-5 0 0 0,0-6 0 0 0,0-2 0 0 0,-1-3 0 0 0,-1-1 0 0 0,1 0 0 0 0,0-3 0 0 0,-1-2 0 0 0,-1-6 0 0 0,-2-8 0 0 0,-1-6 0 0 0,0-8 0 0 0,-1-6 0 0 0,0-4 0 0 0,-1-4 0 0 0,0-1 0 0 0,-1-2 0 0 0,0 1 0 0 0,2 1 0 0 0,0 1 0 0 0,-1 2 0 0 0,1 1 0 0 0,-1 0 0 0 0,0 1 0 0 0,-1-1 0 0 0,0-2 0 0 0,0 2 0 0 0,0 0 0 0 0,0 4 0 0 0,2 7 0 0 0,0 6 0 0 0,0 5 0 0 0,0 7 0 0 0,-1 3 0 0 0,0 5 0 0 0,-1 2 0 0 0,1 1 0 0 0,-1 1 0 0 0,1-1 0 0 0,2-1 0 0 0,-1-1 0 0 0,0 1 0 0 0,-1 1 0 0 0,0-1 0 0 0,-1-2 0 0 0,0-2 0 0 0,0-5 0 0 0,0-3 0 0 0,0-7 0 0 0,0-5 0 0 0,0-4 0 0 0,0-3 0 0 0,1-2 0 0 0,1 1 0 0 0,0 0 0 0 0,0 2 0 0 0,-1 0 0 0 0,-1 0 0 0 0,1-1 0 0 0,-1-2 0 0 0,0-3 0 0 0,0-3 0 0 0,0-2 0 0 0,0-1 0 0 0,1-1 0 0 0,1 1 0 0 0,1 2 0 0 0,0 2 0 0 0,1 4 0 0 0,1 4 0 0 0,-1 0 0 0 0,1-1 0 0 0,-2-1 0 0 0,-1-2 0 0 0,0-2 0 0 0,0-3 0 0 0,0-2 0 0 0,-1-1 0 0 0,2 0 0 0 0,1 4 0 0 0,3 5 0 0 0,0 4 0 0 0,2 4 0 0 0,0 1 0 0 0,-1 0 0 0 0,0-1 0 0 0,-2-5 0 0 0,-1-4 0 0 0,-3-4 0 0 0,1-2 0 0 0,-1-2 0 0 0,0-1 0 0 0,0-1 0 0 0,1 0 0 0 0,-1 0 0 0 0,-1 0 0 0 0,1 1 0 0 0,1-1 0 0 0,0 0 0 0 0,0-4 0 0 0,0-2 0 0 0,2-1 0 0 0,1-2 0 0 0,1-2 0 0 0,1-2 0 0 0,1-1 0 0 0,3-2 0 0 0,4-4 0 0 0,3-2 0 0 0,2-1 0 0 0,3-1 0 0 0,1 0 0 0 0,-2 1 0 0 0,-1-1 0 0 0,-2-1 0 0 0,0 2 0 0 0,-4 2 0 0 0,-1 1 0 0 0,-2-1 0 0 0,-1 0 0 0 0,-1 2 0 0 0,-1 2 0 0 0,-2 0 0 0 0,1 1 0 0 0,-1 3 0 0 0,-1 0 0 0 0,1 0 0 0 0,-2-1 0 0 0,0 2 0 0 0,0 0 0 0 0,0-1 0 0 0,0 0 0 0 0,0 0 0 0 0,-1 1 0 0 0,2-1 0 0 0,0-1 0 0 0,0 0 0 0 0,1-2 0 0 0,0-1 0 0 0,0 0 0 0 0,1-1 0 0 0,-1-2 0 0 0,1 0 0 0 0,-1 0 0 0 0,0 2 0 0 0,1 0 0 0 0,-1 0 0 0 0,0-2 0 0 0,1-2 0 0 0,1-3 0 0 0,1 0 0 0 0,2-3 0 0 0,-1-1 0 0 0,2 3 0 0 0,0 0 0 0 0,-2 3 0 0 0,-1 3 0 0 0,-3 2 0 0 0,-2 4 0 0 0,-2 5 0 0 0,-3 3 0 0 0,0 4 0 0 0,-3 2 0 0 0,0 1 0 0 0,-2 4 0 0 0,0 6 0 0 0,-1 8 0 0 0,-4 10 0 0 0,-2 7 0 0 0,-3 4 0 0 0,-4 8 0 0 0,-2 4 0 0 0,-4 4 0 0 0,-2 2 0 0 0,-2-2 0 0 0,-1 0 0 0 0,2-5 0 0 0,-1-4 0 0 0,1-2 0 0 0,1-2 0 0 0,1-3 0 0 0,2-2 0 0 0,1-3 0 0 0,1-3 0 0 0,2-2 0 0 0,2-4 0 0 0,1-4 0 0 0,1-1 0 0 0,0-3 0 0 0,0 0 0 0 0,1-1 0 0 0,-2-1 0 0 0,0 0 0 0 0,-1 0 0 0 0,-1 0 0 0 0,1-2 0 0 0,1-1 0 0 0,0 0 0 0 0,1-2 0 0 0,2-2 0 0 0,2 0 0 0 0,0-1 0 0 0,0 1 0 0 0,1 0 0 0 0,-1 1 0 0 0,1 0 0 0 0,1-1 0 0 0,0-1 0 0 0,0-1 0 0 0,2-2 0 0 0,1-1 0 0 0,1-2 0 0 0,0 0 0 0 0,1-1 0 0 0,0-2 0 0 0,0 0 0 0 0,1 0 0 0 0,-2-2 0 0 0,1 1 0 0 0,0-2 0 0 0,0-3 0 0 0,0-3 0 0 0,-2-2 0 0 0,-2-1 0 0 0,-3-3 0 0 0,-3 1 0 0 0,-3-3 0 0 0,-3-4 0 0 0,-5-6 0 0 0,-7-6 0 0 0,0-4 0 0 0,-7-8 0 0 0,-5-8 0 0 0,3 0 0 0 0,-2-4 0 0 0,2-1 0 0 0,-1-4 0 0 0,1-1 0 0 0,-4-8 0 0 0,-1-5 0 0 0,-1-2 0 0 0,-2-1 0 0 0,3 6 0 0 0,3 5 0 0 0,3 5 0 0 0,1 4 0 0 0,0 4 0 0 0,5 5 0 0 0,4 6 0 0 0,4 5 0 0 0,4 4 0 0 0,1 2 0 0 0,3 2 0 0 0,0 1 0 0 0,1-1 0 0 0,3 1 0 0 0,0 2 0 0 0,3 1 0 0 0,2 4 0 0 0,1 2 0 0 0,2 3 0 0 0,0 2 0 0 0,3 3 0 0 0,3 2 0 0 0,3 3 0 0 0,3 1 0 0 0,1 1 0 0 0,1 0 0 0 0,0 1 0 0 0,0-1 0 0 0,3 2 0 0 0,1 2 0 0 0,4 2 0 0 0,7 1 0 0 0,6 2 0 0 0,5 3 0 0 0,7 3 0 0 0,4 2 0 0 0,1 3 0 0 0,0 3 0 0 0,1 1 0 0 0,-4 1 0 0 0,-4-2 0 0 0,-4-2 0 0 0,-4-3 0 0 0,-5-2 0 0 0,-4-2 0 0 0,-3-3 0 0 0,-1-1 0 0 0,-2-1 0 0 0,-2 0 0 0 0,-1-1 0 0 0,0 0 0 0 0,-1 0 0 0 0,-1 0 0 0 0,1 0 0 0 0,-1 0 0 0 0,0-1 0 0 0,-1-2 0 0 0,-1-1 0 0 0,-1 0 0 0 0,0-2 0 0 0,0 1 0 0 0,0 0 0 0 0,0-1 0 0 0,-2 0 0 0 0,0 1 0 0 0,0 0 0 0 0,1 2 0 0 0,-1 1 0 0 0,3 1 0 0 0,1-1 0 0 0,0 0 0 0 0,0 1 0 0 0,-1-1 0 0 0,0-1 0 0 0,-1 0 0 0 0,0-2 0 0 0,-1 0 0 0 0,-1 0 0 0 0,-2-2 0 0 0,0-2 0 0 0,-4-3 0 0 0,0-2 0 0 0,-2 0 0 0 0,1-2 0 0 0,0 0 0 0 0,0 0 0 0 0,0-2 0 0 0,0 0 0 0 0,-1-1 0 0 0,0 1 0 0 0,1 0 0 0 0,0-3 0 0 0,0-1 0 0 0,-1-4 0 0 0,0-1 0 0 0,-2-3 0 0 0,0-1 0 0 0,1 0 0 0 0,-1-3 0 0 0,0 1 0 0 0,1 0 0 0 0,1 1 0 0 0,-1-1 0 0 0,1 0 0 0 0,-1-2 0 0 0,2 0 0 0 0,-2-4 0 0 0,0-3 0 0 0,0 0 0 0 0,0-3 0 0 0,-1 1 0 0 0,-1 1 0 0 0,1 2 0 0 0,1-1 0 0 0,-1 3 0 0 0,0 1 0 0 0,2 1 0 0 0,-2 1 0 0 0,1-1 0 0 0,-2 1 0 0 0,1-3 0 0 0,1 0 0 0 0,-1-1 0 0 0,1 1 0 0 0,-2-2 0 0 0,1-2 0 0 0,-2-3 0 0 0,0-2 0 0 0,0 2 0 0 0,-1-1 0 0 0,0 1 0 0 0,0 1 0 0 0,2 1 0 0 0,0 2 0 0 0,-1 2 0 0 0,1 1 0 0 0,-1-1 0 0 0,-1 2 0 0 0,2 1 0 0 0,-2 0 0 0 0,2 3 0 0 0,-1 0 0 0 0,2 2 0 0 0,-1 2 0 0 0,0-1 0 0 0,2 1 0 0 0,1 0 0 0 0,-1 0 0 0 0,1-1 0 0 0,0-2 0 0 0,0 1 0 0 0,1-1 0 0 0,-1 1 0 0 0,0 0 0 0 0,0-2 0 0 0,1 2 0 0 0,0 1 0 0 0,-1 0 0 0 0,-1 0 0 0 0,1 0 0 0 0,0 0 0 0 0,1 2 0 0 0,0-1 0 0 0,1 0 0 0 0,0 1 0 0 0,0 1 0 0 0,0 0 0 0 0,0-1 0 0 0,0 0 0 0 0,0 0 0 0 0,1-1 0 0 0,-1 0 0 0 0,0-1 0 0 0,0-1 0 0 0,0 0 0 0 0,-2-3 0 0 0,0 0 0 0 0,-2-2 0 0 0,0-2 0 0 0,1-1 0 0 0,-1-2 0 0 0,0-1 0 0 0,0-1 0 0 0,1 0 0 0 0,-1 0 0 0 0,1 0 0 0 0,-1 0 0 0 0,1 1 0 0 0,0-1 0 0 0,-1 0 0 0 0,1 2 0 0 0,0 2 0 0 0,1 3 0 0 0,1 2 0 0 0,-1 2 0 0 0,-1 2 0 0 0,2 3 0 0 0,-1 1 0 0 0,0-1 0 0 0,-1 0 0 0 0,1-1 0 0 0,-2-3 0 0 0,1-2 0 0 0,0-1 0 0 0,-1-1 0 0 0,1 1 0 0 0,0 0 0 0 0,1 2 0 0 0,1 2 0 0 0,-1 2 0 0 0,0 2 0 0 0,0-2 0 0 0,-1-1 0 0 0,0-2 0 0 0,-2-2 0 0 0,1-2 0 0 0,1 1 0 0 0,0 1 0 0 0,0 1 0 0 0,1 2 0 0 0,-1 3 0 0 0,2 3 0 0 0,-1 2 0 0 0,-1 1 0 0 0,1 0 0 0 0,1 1 0 0 0,0 0 0 0 0,-1-4 0 0 0,0-1 0 0 0,-1 0 0 0 0,2-3 0 0 0,0 1 0 0 0,0 1 0 0 0,1 1 0 0 0,0 0 0 0 0,0 3 0 0 0,0-1 0 0 0,0 1 0 0 0,0-1 0 0 0,0 0 0 0 0,0-3 0 0 0,0-3 0 0 0,0-2 0 0 0,0-1 0 0 0,0 0 0 0 0,0-2 0 0 0,0 0 0 0 0,0-2 0 0 0,0 3 0 0 0,0-1 0 0 0,0 0 0 0 0,0 0 0 0 0,0 1 0 0 0,0 2 0 0 0,0 4 0 0 0,0 2 0 0 0,0 2 0 0 0,0 0 0 0 0,-1-1 0 0 0,-1 1 0 0 0,0-3 0 0 0,0 1 0 0 0,1 0 0 0 0,-1 1 0 0 0,0 1 0 0 0,0 3 0 0 0,0 1 0 0 0,1 2 0 0 0,0 2 0 0 0,1 0 0 0 0,0 1 0 0 0,0-1 0 0 0,0 1 0 0 0,0-1 0 0 0,2 2 0 0 0,1 1 0 0 0,1 3 0 0 0,2 0 0 0 0,1 1 0 0 0,1 1 0 0 0,0 0 0 0 0,2 2 0 0 0,2 0 0 0 0,2 1 0 0 0,2-2 0 0 0,1 2 0 0 0,0 0 0 0 0,3-1 0 0 0,-1 0 0 0 0,0-1 0 0 0,-2 1 0 0 0,-1 0 0 0 0,0 0 0 0 0,-3 1 0 0 0,1 0 0 0 0,0-1 0 0 0,0 0 0 0 0,0 0 0 0 0,0 1 0 0 0,2-1 0 0 0,0 1 0 0 0,-1 0 0 0 0,-1-1 0 0 0,-2 2 0 0 0,-2-1 0 0 0,-1-1 0 0 0,-1-1 0 0 0,-1 2 0 0 0,-1-1 0 0 0,-1 0 0 0 0,2-1 0 0 0,-1 0 0 0 0,1-1 0 0 0,1 1 0 0 0,-2 0 0 0 0,0 1 0 0 0,1-1 0 0 0,-2 2 0 0 0,-1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03T11:55:26.876"/>
    </inkml:context>
    <inkml:brush xml:id="br0">
      <inkml:brushProperty name="width" value="0.1" units="cm"/>
      <inkml:brushProperty name="height" value="0.1" units="cm"/>
    </inkml:brush>
  </inkml:definitions>
  <inkml:trace contextRef="#ctx0" brushRef="#br0">23901 11365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D86BE-AD2E-731E-614E-B8FEE7D561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12D0F2-E5CF-1297-E940-6162052520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A08313-35B3-5C95-7522-A15BB8C29796}"/>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5" name="Footer Placeholder 4">
            <a:extLst>
              <a:ext uri="{FF2B5EF4-FFF2-40B4-BE49-F238E27FC236}">
                <a16:creationId xmlns:a16="http://schemas.microsoft.com/office/drawing/2014/main" id="{1DB23BBD-F415-2F04-CFA4-361EBF368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1B45A4-F5DE-4056-5FAD-2ABD4AE6C351}"/>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2582783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0F70A-BD3C-D145-4A40-46098A4955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34D89-5CC1-6307-2107-682D647325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A6E9AD-027B-CD0C-95C3-6E9F7B9CC151}"/>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5" name="Footer Placeholder 4">
            <a:extLst>
              <a:ext uri="{FF2B5EF4-FFF2-40B4-BE49-F238E27FC236}">
                <a16:creationId xmlns:a16="http://schemas.microsoft.com/office/drawing/2014/main" id="{E58DF86D-DEE1-8DBF-4D10-9AC725F090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5C8F26-7031-9B8B-5614-16B50DDA8626}"/>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3788067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0DB87-C441-B7CF-CAFF-09D235BD2D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9DF2C5-4345-6929-6ABB-9B199C7459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7AA30-FFAC-13C4-2FAF-CB020E675B98}"/>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5" name="Footer Placeholder 4">
            <a:extLst>
              <a:ext uri="{FF2B5EF4-FFF2-40B4-BE49-F238E27FC236}">
                <a16:creationId xmlns:a16="http://schemas.microsoft.com/office/drawing/2014/main" id="{EB70B98D-0187-70F1-958F-B7DEC85806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9F0DB-409D-2FC0-3370-0E2FC0F66046}"/>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4206005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AED6A-9B39-0300-8B96-4677CC55B2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77C1AC-5A32-A88E-89C3-BF1338924B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55D64A-3D79-D958-033C-84F8146F71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E15748-BBD2-44D6-227D-E5571CF72641}"/>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6" name="Footer Placeholder 5">
            <a:extLst>
              <a:ext uri="{FF2B5EF4-FFF2-40B4-BE49-F238E27FC236}">
                <a16:creationId xmlns:a16="http://schemas.microsoft.com/office/drawing/2014/main" id="{10E7E624-0B98-CD19-3942-33F5CA2925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691575-AE8B-400C-E9E1-44E5083E23CF}"/>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1045988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F9ABB-273B-8410-F527-2D99FCE384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9EF7EA-376F-B6B5-5BEE-6CDC1879C4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A31831-FA50-5C76-A13C-1817870FBD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9737A2-A74A-CBA3-8E4E-D8D1F80468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BE03CA-B4AA-5D29-E1DE-D91779EE9C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554E6F-0FCC-FC9B-11BE-FD356F1A8A48}"/>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8" name="Footer Placeholder 7">
            <a:extLst>
              <a:ext uri="{FF2B5EF4-FFF2-40B4-BE49-F238E27FC236}">
                <a16:creationId xmlns:a16="http://schemas.microsoft.com/office/drawing/2014/main" id="{58E68508-4299-96A3-9715-52307CC4E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F96007-BDFE-802C-EF07-30EFF6C11218}"/>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337534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614EE-EBE4-C018-BFFD-83DF7ADFA5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3A927D-D1E2-C005-648D-C76854536546}"/>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4" name="Footer Placeholder 3">
            <a:extLst>
              <a:ext uri="{FF2B5EF4-FFF2-40B4-BE49-F238E27FC236}">
                <a16:creationId xmlns:a16="http://schemas.microsoft.com/office/drawing/2014/main" id="{636CA50D-2885-1841-4FC6-5D30E79192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385E77-D4E9-2895-250F-474B8F4EB131}"/>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3744691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6ED090-FC15-F533-CCA3-59D2A6A24470}"/>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3" name="Footer Placeholder 2">
            <a:extLst>
              <a:ext uri="{FF2B5EF4-FFF2-40B4-BE49-F238E27FC236}">
                <a16:creationId xmlns:a16="http://schemas.microsoft.com/office/drawing/2014/main" id="{278FA75C-2C0E-84E5-45F8-60974599B0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5F622F-383E-DA83-6B84-C024FC36F3FF}"/>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405483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84D2B-38B4-B71E-9239-A0E1924C42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E5FBC7-BEEB-7B74-6EF6-F262D20560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0E4317-A6FA-A141-EFB3-D2340ED6F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C3F09C-BD56-6418-DB72-EBD6506CA36C}"/>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6" name="Footer Placeholder 5">
            <a:extLst>
              <a:ext uri="{FF2B5EF4-FFF2-40B4-BE49-F238E27FC236}">
                <a16:creationId xmlns:a16="http://schemas.microsoft.com/office/drawing/2014/main" id="{4A64E4E9-0CFC-2F39-DBE4-92C98BBE2A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9D8C45-6270-6CFC-1BB2-CED31816C270}"/>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642467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65BE2-72F8-426F-0145-64166F36F8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5EA7DA-1FCC-1A7D-5EB6-DC82C51F58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DCDAE0-17B2-B194-F5B5-4D27B58AE8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64DC51-9B7D-0D40-545F-F94816DDD94D}"/>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6" name="Footer Placeholder 5">
            <a:extLst>
              <a:ext uri="{FF2B5EF4-FFF2-40B4-BE49-F238E27FC236}">
                <a16:creationId xmlns:a16="http://schemas.microsoft.com/office/drawing/2014/main" id="{91EA8B2E-96EC-DF1E-DFC7-E517DCBC42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4E80A6-2E27-20EF-EECD-15946A5FD7BE}"/>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1200648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B93B7-2140-498D-C19D-29D4932648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6CF8BB-8DC2-9E52-3B8F-A0758E9DB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4F0AD-E939-E474-AF99-3B999D3DCF29}"/>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5" name="Footer Placeholder 4">
            <a:extLst>
              <a:ext uri="{FF2B5EF4-FFF2-40B4-BE49-F238E27FC236}">
                <a16:creationId xmlns:a16="http://schemas.microsoft.com/office/drawing/2014/main" id="{F510DF8B-1816-099F-A610-6D354679D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4E616-DAAD-96E8-4905-658684982D7B}"/>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336572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CA13-0C8C-4E6E-85F6-8FF1DDCAF1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BFAE70-3C37-616C-B03D-5CAFDF110A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18243F-5BC1-9658-655C-40CB09B00A72}"/>
              </a:ext>
            </a:extLst>
          </p:cNvPr>
          <p:cNvSpPr>
            <a:spLocks noGrp="1"/>
          </p:cNvSpPr>
          <p:nvPr>
            <p:ph type="dt" sz="half" idx="10"/>
          </p:nvPr>
        </p:nvSpPr>
        <p:spPr/>
        <p:txBody>
          <a:bodyPr/>
          <a:lstStyle/>
          <a:p>
            <a:fld id="{4138CB8C-EEA5-4D73-BFE7-DD9FAD43EBE6}" type="datetimeFigureOut">
              <a:rPr lang="en-US" smtClean="0"/>
              <a:t>10/4/2023</a:t>
            </a:fld>
            <a:endParaRPr lang="en-US"/>
          </a:p>
        </p:txBody>
      </p:sp>
      <p:sp>
        <p:nvSpPr>
          <p:cNvPr id="5" name="Footer Placeholder 4">
            <a:extLst>
              <a:ext uri="{FF2B5EF4-FFF2-40B4-BE49-F238E27FC236}">
                <a16:creationId xmlns:a16="http://schemas.microsoft.com/office/drawing/2014/main" id="{BADCE316-991A-381B-5D82-2D166EF1E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FFF48-5287-428B-B0B5-4907CCA53D70}"/>
              </a:ext>
            </a:extLst>
          </p:cNvPr>
          <p:cNvSpPr>
            <a:spLocks noGrp="1"/>
          </p:cNvSpPr>
          <p:nvPr>
            <p:ph type="sldNum" sz="quarter" idx="12"/>
          </p:nvPr>
        </p:nvSpPr>
        <p:spPr/>
        <p:txBody>
          <a:bodyPr/>
          <a:lstStyle/>
          <a:p>
            <a:fld id="{1EA263EA-0777-4C03-B0B3-1855B519BAA9}" type="slidenum">
              <a:rPr lang="en-US" smtClean="0"/>
              <a:t>‹#›</a:t>
            </a:fld>
            <a:endParaRPr lang="en-US"/>
          </a:p>
        </p:txBody>
      </p:sp>
    </p:spTree>
    <p:extLst>
      <p:ext uri="{BB962C8B-B14F-4D97-AF65-F5344CB8AC3E}">
        <p14:creationId xmlns:p14="http://schemas.microsoft.com/office/powerpoint/2010/main" val="2895304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MAGE ONLY">
    <p:spTree>
      <p:nvGrpSpPr>
        <p:cNvPr id="1" name=""/>
        <p:cNvGrpSpPr/>
        <p:nvPr/>
      </p:nvGrpSpPr>
      <p:grpSpPr>
        <a:xfrm>
          <a:off x="0" y="0"/>
          <a:ext cx="0" cy="0"/>
          <a:chOff x="0" y="0"/>
          <a:chExt cx="0" cy="0"/>
        </a:xfrm>
      </p:grpSpPr>
      <p:sp>
        <p:nvSpPr>
          <p:cNvPr id="6" name="Slide Number Placeholder 8">
            <a:extLst>
              <a:ext uri="{FF2B5EF4-FFF2-40B4-BE49-F238E27FC236}">
                <a16:creationId xmlns:a16="http://schemas.microsoft.com/office/drawing/2014/main" id="{33F62DAB-76D4-144E-BB06-273ED6D8484C}"/>
              </a:ext>
            </a:extLst>
          </p:cNvPr>
          <p:cNvSpPr txBox="1">
            <a:spLocks/>
          </p:cNvSpPr>
          <p:nvPr userDrawn="1"/>
        </p:nvSpPr>
        <p:spPr>
          <a:xfrm>
            <a:off x="1209662" y="6356353"/>
            <a:ext cx="473392" cy="365125"/>
          </a:xfrm>
          <a:prstGeom prst="rect">
            <a:avLst/>
          </a:prstGeom>
          <a:ln>
            <a:noFill/>
          </a:ln>
        </p:spPr>
        <p:txBody>
          <a:bodyPr/>
          <a:lstStyle>
            <a:defPPr>
              <a:defRPr lang="en-US"/>
            </a:defPPr>
            <a:lvl1pPr marL="0" algn="l" defTabSz="914400" rtl="0" eaLnBrk="1" latinLnBrk="0" hangingPunct="1">
              <a:defRPr sz="1000" kern="1200">
                <a:solidFill>
                  <a:schemeClr val="tx1"/>
                </a:solidFill>
                <a:latin typeface="DIN-Regular"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EF5EDB-5532-9D4A-8748-6257A1DB1255}" type="slidenum">
              <a:rPr lang="en-US" smtClean="0">
                <a:solidFill>
                  <a:prstClr val="black"/>
                </a:solidFill>
              </a:rPr>
              <a:pPr/>
              <a:t>‹#›</a:t>
            </a:fld>
            <a:endParaRPr lang="en-US">
              <a:solidFill>
                <a:prstClr val="black"/>
              </a:solidFill>
            </a:endParaRPr>
          </a:p>
        </p:txBody>
      </p:sp>
      <p:cxnSp>
        <p:nvCxnSpPr>
          <p:cNvPr id="7" name="Straight Connector 6">
            <a:extLst>
              <a:ext uri="{FF2B5EF4-FFF2-40B4-BE49-F238E27FC236}">
                <a16:creationId xmlns:a16="http://schemas.microsoft.com/office/drawing/2014/main" id="{F8205EE4-F6E7-8740-9AD4-8A4A5D25D8D4}"/>
              </a:ext>
            </a:extLst>
          </p:cNvPr>
          <p:cNvCxnSpPr/>
          <p:nvPr userDrawn="1"/>
        </p:nvCxnSpPr>
        <p:spPr>
          <a:xfrm>
            <a:off x="1693193" y="6343136"/>
            <a:ext cx="0" cy="387179"/>
          </a:xfrm>
          <a:prstGeom prst="line">
            <a:avLst/>
          </a:prstGeom>
          <a:ln>
            <a:solidFill>
              <a:srgbClr val="A32A29"/>
            </a:solidFill>
          </a:ln>
        </p:spPr>
        <p:style>
          <a:lnRef idx="1">
            <a:schemeClr val="accent1"/>
          </a:lnRef>
          <a:fillRef idx="0">
            <a:schemeClr val="accent1"/>
          </a:fillRef>
          <a:effectRef idx="0">
            <a:schemeClr val="accent1"/>
          </a:effectRef>
          <a:fontRef idx="minor">
            <a:schemeClr val="tx1"/>
          </a:fontRef>
        </p:style>
      </p:cxnSp>
      <p:sp>
        <p:nvSpPr>
          <p:cNvPr id="10" name="Content Placeholder 13">
            <a:extLst>
              <a:ext uri="{FF2B5EF4-FFF2-40B4-BE49-F238E27FC236}">
                <a16:creationId xmlns:a16="http://schemas.microsoft.com/office/drawing/2014/main" id="{64A41C5A-A62B-FF4B-BE7A-448F4E679161}"/>
              </a:ext>
            </a:extLst>
          </p:cNvPr>
          <p:cNvSpPr>
            <a:spLocks noGrp="1"/>
          </p:cNvSpPr>
          <p:nvPr>
            <p:ph sz="quarter" idx="14" hasCustomPrompt="1"/>
          </p:nvPr>
        </p:nvSpPr>
        <p:spPr>
          <a:xfrm>
            <a:off x="722996" y="256900"/>
            <a:ext cx="8708293" cy="414338"/>
          </a:xfrm>
          <a:prstGeom prst="rect">
            <a:avLst/>
          </a:prstGeom>
        </p:spPr>
        <p:txBody>
          <a:bodyPr>
            <a:noAutofit/>
          </a:bodyPr>
          <a:lstStyle>
            <a:lvl1pPr marL="0" indent="0">
              <a:buNone/>
              <a:defRPr sz="2000" b="1" i="0">
                <a:solidFill>
                  <a:schemeClr val="bg1"/>
                </a:solidFill>
                <a:latin typeface="DIN" pitchFamily="2" charset="77"/>
              </a:defRPr>
            </a:lvl1pPr>
            <a:lvl2pPr marL="457200" indent="0">
              <a:buNone/>
              <a:defRPr sz="2000">
                <a:solidFill>
                  <a:schemeClr val="bg1"/>
                </a:solidFill>
              </a:defRPr>
            </a:lvl2pPr>
            <a:lvl3pPr marL="914400" indent="0">
              <a:buNone/>
              <a:defRPr sz="2000">
                <a:solidFill>
                  <a:schemeClr val="bg1"/>
                </a:solidFill>
              </a:defRPr>
            </a:lvl3pPr>
            <a:lvl4pPr marL="1371600" indent="0">
              <a:buNone/>
              <a:defRPr sz="2000">
                <a:solidFill>
                  <a:schemeClr val="bg1"/>
                </a:solidFill>
              </a:defRPr>
            </a:lvl4pPr>
            <a:lvl5pPr marL="1828800" indent="0">
              <a:buNone/>
              <a:defRPr sz="2000">
                <a:solidFill>
                  <a:schemeClr val="bg1"/>
                </a:solidFill>
              </a:defRPr>
            </a:lvl5pPr>
          </a:lstStyle>
          <a:p>
            <a:pPr lvl="0"/>
            <a:r>
              <a:rPr lang="en-US"/>
              <a:t>YOUR HEADLINE GOES HERE</a:t>
            </a:r>
          </a:p>
        </p:txBody>
      </p:sp>
      <p:sp>
        <p:nvSpPr>
          <p:cNvPr id="12" name="Text Placeholder 2">
            <a:extLst>
              <a:ext uri="{FF2B5EF4-FFF2-40B4-BE49-F238E27FC236}">
                <a16:creationId xmlns:a16="http://schemas.microsoft.com/office/drawing/2014/main" id="{8E576E46-B6A7-DD4E-AA04-9F04A0E66BF2}"/>
              </a:ext>
            </a:extLst>
          </p:cNvPr>
          <p:cNvSpPr>
            <a:spLocks noGrp="1"/>
          </p:cNvSpPr>
          <p:nvPr>
            <p:ph type="body" idx="13" hasCustomPrompt="1"/>
          </p:nvPr>
        </p:nvSpPr>
        <p:spPr>
          <a:xfrm>
            <a:off x="723478" y="702519"/>
            <a:ext cx="8707328" cy="216451"/>
          </a:xfrm>
          <a:prstGeom prst="rect">
            <a:avLst/>
          </a:prstGeom>
        </p:spPr>
        <p:txBody>
          <a:bodyPr>
            <a:normAutofit/>
          </a:bodyPr>
          <a:lstStyle>
            <a:lvl1pPr marL="0" indent="0" algn="l">
              <a:buNone/>
              <a:defRPr sz="1000" b="0" i="0">
                <a:solidFill>
                  <a:schemeClr val="bg1"/>
                </a:solidFill>
                <a:latin typeface="DIN Medium"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YOUR LONGER SUBHEAD GOES HERE</a:t>
            </a:r>
          </a:p>
        </p:txBody>
      </p:sp>
      <p:sp>
        <p:nvSpPr>
          <p:cNvPr id="14" name="Picture Placeholder 13">
            <a:extLst>
              <a:ext uri="{FF2B5EF4-FFF2-40B4-BE49-F238E27FC236}">
                <a16:creationId xmlns:a16="http://schemas.microsoft.com/office/drawing/2014/main" id="{CB494D70-468E-7E48-925C-54F2FDEB5346}"/>
              </a:ext>
            </a:extLst>
          </p:cNvPr>
          <p:cNvSpPr>
            <a:spLocks noGrp="1"/>
          </p:cNvSpPr>
          <p:nvPr>
            <p:ph type="pic" sz="quarter" idx="15"/>
          </p:nvPr>
        </p:nvSpPr>
        <p:spPr>
          <a:xfrm>
            <a:off x="1440000" y="1915200"/>
            <a:ext cx="9309046" cy="4179600"/>
          </a:xfrm>
          <a:prstGeom prst="rect">
            <a:avLst/>
          </a:prstGeom>
          <a:blipFill>
            <a:blip r:embed="rId2"/>
            <a:stretch>
              <a:fillRect/>
            </a:stretch>
          </a:blipFill>
        </p:spPr>
        <p:txBody>
          <a:bodyPr anchor="ctr" anchorCtr="0">
            <a:normAutofit/>
          </a:bodyPr>
          <a:lstStyle>
            <a:lvl1pPr marL="0" indent="0" algn="ctr">
              <a:buNone/>
              <a:defRPr sz="1000">
                <a:solidFill>
                  <a:schemeClr val="bg1"/>
                </a:solidFill>
              </a:defRPr>
            </a:lvl1pPr>
          </a:lstStyle>
          <a:p>
            <a:endParaRPr lang="en-US"/>
          </a:p>
          <a:p>
            <a:endParaRPr lang="en-US"/>
          </a:p>
          <a:p>
            <a:endParaRPr lang="en-US"/>
          </a:p>
          <a:p>
            <a:r>
              <a:rPr lang="en-US"/>
              <a:t>CLICK TO PLACE YOUR IMAGE</a:t>
            </a:r>
          </a:p>
        </p:txBody>
      </p:sp>
      <p:pic>
        <p:nvPicPr>
          <p:cNvPr id="11" name="Picture 10" descr="A picture containing text, sign&#10;&#10;Description automatically generated">
            <a:extLst>
              <a:ext uri="{FF2B5EF4-FFF2-40B4-BE49-F238E27FC236}">
                <a16:creationId xmlns:a16="http://schemas.microsoft.com/office/drawing/2014/main" id="{0CD0E40A-09A3-4635-B419-6E92B306E6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539" y="-6536"/>
            <a:ext cx="963461" cy="681288"/>
          </a:xfrm>
          <a:prstGeom prst="rect">
            <a:avLst/>
          </a:prstGeom>
        </p:spPr>
      </p:pic>
    </p:spTree>
    <p:extLst>
      <p:ext uri="{BB962C8B-B14F-4D97-AF65-F5344CB8AC3E}">
        <p14:creationId xmlns:p14="http://schemas.microsoft.com/office/powerpoint/2010/main" val="90055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9D8ACD-557C-2C48-F724-983877D3FB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A8D5CE-E715-8CB2-9587-FE1BB1B13B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D4106E-8BD9-EB86-7156-3351130C30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38CB8C-EEA5-4D73-BFE7-DD9FAD43EBE6}" type="datetimeFigureOut">
              <a:rPr lang="en-US" smtClean="0"/>
              <a:t>10/4/2023</a:t>
            </a:fld>
            <a:endParaRPr lang="en-US"/>
          </a:p>
        </p:txBody>
      </p:sp>
      <p:sp>
        <p:nvSpPr>
          <p:cNvPr id="5" name="Footer Placeholder 4">
            <a:extLst>
              <a:ext uri="{FF2B5EF4-FFF2-40B4-BE49-F238E27FC236}">
                <a16:creationId xmlns:a16="http://schemas.microsoft.com/office/drawing/2014/main" id="{D41FF3CE-0950-115D-1C64-BDB2C5C41A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8C041A-FD99-E438-383C-EED99BB85B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A263EA-0777-4C03-B0B3-1855B519BAA9}" type="slidenum">
              <a:rPr lang="en-US" smtClean="0"/>
              <a:t>‹#›</a:t>
            </a:fld>
            <a:endParaRPr lang="en-US"/>
          </a:p>
        </p:txBody>
      </p:sp>
    </p:spTree>
    <p:extLst>
      <p:ext uri="{BB962C8B-B14F-4D97-AF65-F5344CB8AC3E}">
        <p14:creationId xmlns:p14="http://schemas.microsoft.com/office/powerpoint/2010/main" val="3105450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v.azure.com.mcas.ms/ICT-DevOps" TargetMode="External"/><Relationship Id="rId2" Type="http://schemas.openxmlformats.org/officeDocument/2006/relationships/hyperlink" Target="https://git-scm.com/downloa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mailto:git@ssh.dev.azure.com:v3/ICT-DevOps/DevOps/DevOps" TargetMode="External"/><Relationship Id="rId2" Type="http://schemas.openxmlformats.org/officeDocument/2006/relationships/hyperlink" Target="https://ICT-DevOps@dev.azure.com/ICT-DevOps/DevOps/_git/DevOps" TargetMode="External"/><Relationship Id="rId1" Type="http://schemas.openxmlformats.org/officeDocument/2006/relationships/slideLayout" Target="../slideLayouts/slideLayout2.xml"/><Relationship Id="rId4" Type="http://schemas.openxmlformats.org/officeDocument/2006/relationships/hyperlink" Target="https://learn.microsoft.com/en-us/azure/devops/repos/git/use-ssh-keys-to-authenticate?view=azure-devop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10.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atlassian.com/git/tutorials/what-is-version-control" TargetMode="External"/><Relationship Id="rId2" Type="http://schemas.openxmlformats.org/officeDocument/2006/relationships/hyperlink" Target="https://www.freecodecamp.org/news/git-cheat-sheet/" TargetMode="External"/><Relationship Id="rId1" Type="http://schemas.openxmlformats.org/officeDocument/2006/relationships/slideLayout" Target="../slideLayouts/slideLayout2.xml"/><Relationship Id="rId6" Type="http://schemas.openxmlformats.org/officeDocument/2006/relationships/hyperlink" Target="https://www.freecodecamp.org/news/what-is-git-learn-git-version-control/" TargetMode="External"/><Relationship Id="rId5" Type="http://schemas.openxmlformats.org/officeDocument/2006/relationships/hyperlink" Target="https://git-scm.com/book/en/v2/Git-Basics-Getting-a-Git-Repository" TargetMode="External"/><Relationship Id="rId4" Type="http://schemas.openxmlformats.org/officeDocument/2006/relationships/hyperlink" Target="https://www.atlassian.com/git/tutorials/setting-up-a-reposito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16">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0E1D892A-01D2-32E7-92F8-0ACD9D0B34BC}"/>
              </a:ext>
            </a:extLst>
          </p:cNvPr>
          <p:cNvSpPr>
            <a:spLocks noGrp="1"/>
          </p:cNvSpPr>
          <p:nvPr>
            <p:ph type="ctrTitle"/>
          </p:nvPr>
        </p:nvSpPr>
        <p:spPr>
          <a:xfrm>
            <a:off x="638882" y="3577456"/>
            <a:ext cx="10909640" cy="1687814"/>
          </a:xfrm>
        </p:spPr>
        <p:txBody>
          <a:bodyPr anchor="b">
            <a:normAutofit/>
          </a:bodyPr>
          <a:lstStyle/>
          <a:p>
            <a:r>
              <a:rPr lang="en-KE" sz="6600"/>
              <a:t>DevOps</a:t>
            </a:r>
          </a:p>
        </p:txBody>
      </p:sp>
      <p:sp>
        <p:nvSpPr>
          <p:cNvPr id="6" name="Subtitle 5">
            <a:extLst>
              <a:ext uri="{FF2B5EF4-FFF2-40B4-BE49-F238E27FC236}">
                <a16:creationId xmlns:a16="http://schemas.microsoft.com/office/drawing/2014/main" id="{629BF195-FF36-6301-FA0E-2B1C68DE7A8F}"/>
              </a:ext>
            </a:extLst>
          </p:cNvPr>
          <p:cNvSpPr>
            <a:spLocks noGrp="1"/>
          </p:cNvSpPr>
          <p:nvPr>
            <p:ph type="subTitle" idx="1"/>
          </p:nvPr>
        </p:nvSpPr>
        <p:spPr>
          <a:xfrm>
            <a:off x="638881" y="5660607"/>
            <a:ext cx="10909643" cy="552659"/>
          </a:xfrm>
        </p:spPr>
        <p:txBody>
          <a:bodyPr anchor="t">
            <a:normAutofit/>
          </a:bodyPr>
          <a:lstStyle/>
          <a:p>
            <a:r>
              <a:rPr lang="en-KE"/>
              <a:t>Source Code Version Control</a:t>
            </a:r>
          </a:p>
        </p:txBody>
      </p:sp>
      <p:pic>
        <p:nvPicPr>
          <p:cNvPr id="8" name="Graphic 7">
            <a:extLst>
              <a:ext uri="{FF2B5EF4-FFF2-40B4-BE49-F238E27FC236}">
                <a16:creationId xmlns:a16="http://schemas.microsoft.com/office/drawing/2014/main" id="{41CA43DC-E45C-BF71-5E78-2FE665DB81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73908" y="650606"/>
            <a:ext cx="6439588" cy="2624132"/>
          </a:xfrm>
          <a:prstGeom prst="rect">
            <a:avLst/>
          </a:prstGeom>
        </p:spPr>
      </p:pic>
      <p:sp>
        <p:nvSpPr>
          <p:cNvPr id="27"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630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5CD79-D62B-AE06-457A-E736565AC345}"/>
              </a:ext>
            </a:extLst>
          </p:cNvPr>
          <p:cNvSpPr>
            <a:spLocks noGrp="1"/>
          </p:cNvSpPr>
          <p:nvPr>
            <p:ph type="title"/>
          </p:nvPr>
        </p:nvSpPr>
        <p:spPr/>
        <p:txBody>
          <a:bodyPr/>
          <a:lstStyle/>
          <a:p>
            <a:r>
              <a:rPr lang="en-GB" b="1" dirty="0">
                <a:ea typeface="+mj-lt"/>
                <a:cs typeface="+mj-lt"/>
              </a:rPr>
              <a:t>Topics</a:t>
            </a:r>
          </a:p>
        </p:txBody>
      </p:sp>
      <p:sp>
        <p:nvSpPr>
          <p:cNvPr id="3" name="Content Placeholder 2">
            <a:extLst>
              <a:ext uri="{FF2B5EF4-FFF2-40B4-BE49-F238E27FC236}">
                <a16:creationId xmlns:a16="http://schemas.microsoft.com/office/drawing/2014/main" id="{C5934D29-D283-A1AB-4ECA-1B1232DE2E1E}"/>
              </a:ext>
            </a:extLst>
          </p:cNvPr>
          <p:cNvSpPr>
            <a:spLocks noGrp="1"/>
          </p:cNvSpPr>
          <p:nvPr>
            <p:ph idx="1"/>
          </p:nvPr>
        </p:nvSpPr>
        <p:spPr/>
        <p:txBody>
          <a:bodyPr vert="horz" lIns="91440" tIns="45720" rIns="91440" bIns="45720" rtlCol="0" anchor="t">
            <a:normAutofit/>
          </a:bodyPr>
          <a:lstStyle/>
          <a:p>
            <a:pPr marL="571500" indent="-571500">
              <a:lnSpc>
                <a:spcPct val="100000"/>
              </a:lnSpc>
              <a:spcBef>
                <a:spcPts val="0"/>
              </a:spcBef>
            </a:pPr>
            <a:r>
              <a:rPr lang="en-US" sz="3600" dirty="0">
                <a:latin typeface="Arial"/>
                <a:cs typeface="Arial"/>
              </a:rPr>
              <a:t>Introduction to Source Code Version Control</a:t>
            </a:r>
          </a:p>
          <a:p>
            <a:pPr marL="571500" indent="-571500">
              <a:lnSpc>
                <a:spcPct val="100000"/>
              </a:lnSpc>
              <a:spcBef>
                <a:spcPts val="0"/>
              </a:spcBef>
            </a:pPr>
            <a:r>
              <a:rPr lang="en-US" sz="3600" dirty="0">
                <a:latin typeface="Arial"/>
                <a:cs typeface="Arial"/>
              </a:rPr>
              <a:t>Fundamentals of GIT</a:t>
            </a:r>
          </a:p>
          <a:p>
            <a:pPr marL="571500" indent="-571500">
              <a:lnSpc>
                <a:spcPct val="100000"/>
              </a:lnSpc>
              <a:spcBef>
                <a:spcPts val="0"/>
              </a:spcBef>
            </a:pPr>
            <a:r>
              <a:rPr lang="en-US" sz="3600">
                <a:latin typeface="Arial"/>
                <a:cs typeface="Arial"/>
              </a:rPr>
              <a:t>GIT Concepts</a:t>
            </a:r>
          </a:p>
          <a:p>
            <a:pPr marL="571500" indent="-571500">
              <a:lnSpc>
                <a:spcPct val="100000"/>
              </a:lnSpc>
              <a:spcBef>
                <a:spcPts val="0"/>
              </a:spcBef>
            </a:pPr>
            <a:endParaRPr lang="en-US" sz="3600" dirty="0">
              <a:latin typeface="Arial"/>
              <a:cs typeface="Arial"/>
            </a:endParaRPr>
          </a:p>
          <a:p>
            <a:endParaRPr lang="en-GB" dirty="0">
              <a:latin typeface="Calibri" panose="020F0502020204030204"/>
              <a:cs typeface="Calibri"/>
            </a:endParaRPr>
          </a:p>
        </p:txBody>
      </p:sp>
    </p:spTree>
    <p:extLst>
      <p:ext uri="{BB962C8B-B14F-4D97-AF65-F5344CB8AC3E}">
        <p14:creationId xmlns:p14="http://schemas.microsoft.com/office/powerpoint/2010/main" val="3519842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4694-D557-FEFE-F031-A5D65C1BB80C}"/>
              </a:ext>
            </a:extLst>
          </p:cNvPr>
          <p:cNvSpPr>
            <a:spLocks noGrp="1"/>
          </p:cNvSpPr>
          <p:nvPr>
            <p:ph type="title"/>
          </p:nvPr>
        </p:nvSpPr>
        <p:spPr/>
        <p:txBody>
          <a:bodyPr/>
          <a:lstStyle/>
          <a:p>
            <a:r>
              <a:rPr lang="en-GB" sz="4000" b="1" dirty="0">
                <a:ea typeface="+mj-lt"/>
                <a:cs typeface="+mj-lt"/>
              </a:rPr>
              <a:t>Why are we doing this</a:t>
            </a:r>
            <a:endParaRPr lang="en-GB" sz="4000" dirty="0">
              <a:ea typeface="+mj-lt"/>
              <a:cs typeface="+mj-lt"/>
            </a:endParaRPr>
          </a:p>
        </p:txBody>
      </p:sp>
      <p:sp>
        <p:nvSpPr>
          <p:cNvPr id="3" name="Content Placeholder 2">
            <a:extLst>
              <a:ext uri="{FF2B5EF4-FFF2-40B4-BE49-F238E27FC236}">
                <a16:creationId xmlns:a16="http://schemas.microsoft.com/office/drawing/2014/main" id="{3182CF37-9C9B-5FAF-A218-78634BE940C6}"/>
              </a:ext>
            </a:extLst>
          </p:cNvPr>
          <p:cNvSpPr>
            <a:spLocks noGrp="1"/>
          </p:cNvSpPr>
          <p:nvPr>
            <p:ph idx="1"/>
          </p:nvPr>
        </p:nvSpPr>
        <p:spPr/>
        <p:txBody>
          <a:bodyPr vert="horz" lIns="91440" tIns="45720" rIns="91440" bIns="45720" rtlCol="0" anchor="t">
            <a:normAutofit/>
          </a:bodyPr>
          <a:lstStyle/>
          <a:p>
            <a:r>
              <a:rPr lang="en-GB" sz="2000" dirty="0">
                <a:latin typeface="Arial"/>
                <a:cs typeface="Arial"/>
              </a:rPr>
              <a:t>Facilitate better development process -  Ease of collaboration</a:t>
            </a:r>
            <a:endParaRPr lang="en-US" sz="2000" dirty="0">
              <a:latin typeface="Arial"/>
              <a:cs typeface="Arial"/>
            </a:endParaRPr>
          </a:p>
          <a:p>
            <a:r>
              <a:rPr lang="en-GB" sz="2000" dirty="0">
                <a:latin typeface="Arial"/>
                <a:cs typeface="Arial"/>
              </a:rPr>
              <a:t>Reduce failures resulting from uncoordinated changes</a:t>
            </a:r>
            <a:endParaRPr lang="en-US" sz="2000" dirty="0">
              <a:latin typeface="Arial"/>
              <a:cs typeface="Arial"/>
            </a:endParaRPr>
          </a:p>
          <a:p>
            <a:r>
              <a:rPr lang="en-GB" sz="2000" dirty="0">
                <a:latin typeface="Arial"/>
                <a:cs typeface="Arial"/>
              </a:rPr>
              <a:t>Better Code governance</a:t>
            </a:r>
            <a:endParaRPr lang="en-US" sz="2000" dirty="0">
              <a:latin typeface="Arial"/>
              <a:cs typeface="Arial"/>
            </a:endParaRPr>
          </a:p>
          <a:p>
            <a:r>
              <a:rPr lang="en-GB" sz="2000" dirty="0">
                <a:latin typeface="Arial"/>
                <a:cs typeface="Arial"/>
              </a:rPr>
              <a:t>Compliance with Bank Policies</a:t>
            </a:r>
            <a:endParaRPr lang="en-GB" dirty="0"/>
          </a:p>
        </p:txBody>
      </p:sp>
    </p:spTree>
    <p:extLst>
      <p:ext uri="{BB962C8B-B14F-4D97-AF65-F5344CB8AC3E}">
        <p14:creationId xmlns:p14="http://schemas.microsoft.com/office/powerpoint/2010/main" val="1393452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66E5A-E257-7D6B-A247-06052434C8EB}"/>
              </a:ext>
            </a:extLst>
          </p:cNvPr>
          <p:cNvSpPr>
            <a:spLocks noGrp="1"/>
          </p:cNvSpPr>
          <p:nvPr>
            <p:ph type="title"/>
          </p:nvPr>
        </p:nvSpPr>
        <p:spPr/>
        <p:txBody>
          <a:bodyPr/>
          <a:lstStyle/>
          <a:p>
            <a:r>
              <a:rPr lang="en-KE" b="1" dirty="0"/>
              <a:t>Introduction</a:t>
            </a:r>
            <a:endParaRPr lang="en-US" b="1" dirty="0">
              <a:cs typeface="Calibri Light"/>
            </a:endParaRPr>
          </a:p>
        </p:txBody>
      </p:sp>
      <p:sp>
        <p:nvSpPr>
          <p:cNvPr id="3" name="Content Placeholder 2">
            <a:extLst>
              <a:ext uri="{FF2B5EF4-FFF2-40B4-BE49-F238E27FC236}">
                <a16:creationId xmlns:a16="http://schemas.microsoft.com/office/drawing/2014/main" id="{7C03AB8E-5EDE-D5D8-DF87-8D7C717EEF93}"/>
              </a:ext>
            </a:extLst>
          </p:cNvPr>
          <p:cNvSpPr>
            <a:spLocks noGrp="1"/>
          </p:cNvSpPr>
          <p:nvPr>
            <p:ph idx="1"/>
          </p:nvPr>
        </p:nvSpPr>
        <p:spPr/>
        <p:txBody>
          <a:bodyPr vert="horz" lIns="91440" tIns="45720" rIns="91440" bIns="45720" rtlCol="0" anchor="t">
            <a:normAutofit lnSpcReduction="10000"/>
          </a:bodyPr>
          <a:lstStyle/>
          <a:p>
            <a:r>
              <a:rPr lang="en-KE" dirty="0">
                <a:cs typeface="Calibri"/>
              </a:rPr>
              <a:t>Source Code Version Control is </a:t>
            </a:r>
            <a:r>
              <a:rPr lang="en-US" dirty="0">
                <a:ea typeface="+mn-lt"/>
                <a:cs typeface="+mn-lt"/>
              </a:rPr>
              <a:t>practice of </a:t>
            </a:r>
            <a:r>
              <a:rPr lang="en-US" b="1" dirty="0">
                <a:ea typeface="+mn-lt"/>
                <a:cs typeface="+mn-lt"/>
              </a:rPr>
              <a:t>Tracking </a:t>
            </a:r>
            <a:r>
              <a:rPr lang="en-US" dirty="0">
                <a:ea typeface="+mn-lt"/>
                <a:cs typeface="+mn-lt"/>
              </a:rPr>
              <a:t>and </a:t>
            </a:r>
            <a:r>
              <a:rPr lang="en-US" b="1" dirty="0">
                <a:ea typeface="+mn-lt"/>
                <a:cs typeface="+mn-lt"/>
              </a:rPr>
              <a:t>Managing </a:t>
            </a:r>
            <a:r>
              <a:rPr lang="en-US" dirty="0">
                <a:ea typeface="+mn-lt"/>
                <a:cs typeface="+mn-lt"/>
              </a:rPr>
              <a:t>changes to </a:t>
            </a:r>
            <a:r>
              <a:rPr lang="en-US" b="1" dirty="0">
                <a:ea typeface="+mn-lt"/>
                <a:cs typeface="+mn-lt"/>
              </a:rPr>
              <a:t>software code</a:t>
            </a:r>
          </a:p>
          <a:p>
            <a:r>
              <a:rPr lang="en-US" b="1" dirty="0">
                <a:cs typeface="Calibri"/>
              </a:rPr>
              <a:t>Tracking – </a:t>
            </a:r>
          </a:p>
          <a:p>
            <a:pPr lvl="1"/>
            <a:r>
              <a:rPr lang="en-US" dirty="0">
                <a:cs typeface="Calibri"/>
              </a:rPr>
              <a:t>Who changed code</a:t>
            </a:r>
            <a:endParaRPr lang="en-US" b="1" dirty="0">
              <a:cs typeface="Calibri"/>
            </a:endParaRPr>
          </a:p>
          <a:p>
            <a:pPr lvl="1"/>
            <a:r>
              <a:rPr lang="en-US">
                <a:cs typeface="Calibri"/>
              </a:rPr>
              <a:t>What &amp; where it changed</a:t>
            </a:r>
            <a:endParaRPr lang="en-US" b="1">
              <a:cs typeface="Calibri"/>
            </a:endParaRPr>
          </a:p>
          <a:p>
            <a:pPr lvl="1"/>
            <a:r>
              <a:rPr lang="en-US">
                <a:cs typeface="Calibri"/>
              </a:rPr>
              <a:t>When was it changed</a:t>
            </a:r>
            <a:endParaRPr lang="en-US" b="1">
              <a:cs typeface="Calibri"/>
            </a:endParaRPr>
          </a:p>
          <a:p>
            <a:pPr lvl="1"/>
            <a:endParaRPr lang="en-US" dirty="0">
              <a:ea typeface="Calibri"/>
              <a:cs typeface="Calibri"/>
            </a:endParaRPr>
          </a:p>
          <a:p>
            <a:r>
              <a:rPr lang="en-US" b="1" dirty="0">
                <a:cs typeface="Calibri"/>
              </a:rPr>
              <a:t>Manage </a:t>
            </a:r>
            <a:r>
              <a:rPr lang="en-US" dirty="0">
                <a:cs typeface="Calibri"/>
              </a:rPr>
              <a:t>- </a:t>
            </a:r>
          </a:p>
          <a:p>
            <a:pPr lvl="1"/>
            <a:r>
              <a:rPr lang="en-US">
                <a:cs typeface="Calibri"/>
              </a:rPr>
              <a:t>Collaborate (Multiple people working same files)</a:t>
            </a:r>
            <a:endParaRPr lang="en-US">
              <a:ea typeface="Calibri"/>
              <a:cs typeface="Calibri"/>
            </a:endParaRPr>
          </a:p>
          <a:p>
            <a:pPr lvl="1"/>
            <a:r>
              <a:rPr lang="en-US" dirty="0">
                <a:cs typeface="Calibri"/>
              </a:rPr>
              <a:t>Resolve conflicts</a:t>
            </a:r>
          </a:p>
          <a:p>
            <a:pPr lvl="1"/>
            <a:r>
              <a:rPr lang="en-US" dirty="0">
                <a:cs typeface="Calibri"/>
              </a:rPr>
              <a:t>Governance</a:t>
            </a:r>
          </a:p>
          <a:p>
            <a:endParaRPr lang="en-KE" dirty="0">
              <a:cs typeface="Calibri"/>
            </a:endParaRPr>
          </a:p>
        </p:txBody>
      </p:sp>
    </p:spTree>
    <p:extLst>
      <p:ext uri="{BB962C8B-B14F-4D97-AF65-F5344CB8AC3E}">
        <p14:creationId xmlns:p14="http://schemas.microsoft.com/office/powerpoint/2010/main" val="2098706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EACE-7FB5-5BD0-0D4D-AD7B6634D234}"/>
              </a:ext>
            </a:extLst>
          </p:cNvPr>
          <p:cNvSpPr>
            <a:spLocks noGrp="1"/>
          </p:cNvSpPr>
          <p:nvPr>
            <p:ph type="title"/>
          </p:nvPr>
        </p:nvSpPr>
        <p:spPr/>
        <p:txBody>
          <a:bodyPr/>
          <a:lstStyle/>
          <a:p>
            <a:r>
              <a:rPr lang="en-GB">
                <a:ea typeface="Calibri Light"/>
                <a:cs typeface="Calibri Light"/>
              </a:rPr>
              <a:t>A Brief History</a:t>
            </a:r>
            <a:endParaRPr lang="en-GB" dirty="0"/>
          </a:p>
        </p:txBody>
      </p:sp>
      <p:pic>
        <p:nvPicPr>
          <p:cNvPr id="4" name="Content Placeholder 3" descr="A timeline of a company&#10;&#10;Description automatically generated">
            <a:extLst>
              <a:ext uri="{FF2B5EF4-FFF2-40B4-BE49-F238E27FC236}">
                <a16:creationId xmlns:a16="http://schemas.microsoft.com/office/drawing/2014/main" id="{07927952-F225-6FA1-A0EA-BCB37A0B1534}"/>
              </a:ext>
            </a:extLst>
          </p:cNvPr>
          <p:cNvPicPr>
            <a:picLocks noGrp="1" noChangeAspect="1"/>
          </p:cNvPicPr>
          <p:nvPr>
            <p:ph idx="1"/>
          </p:nvPr>
        </p:nvPicPr>
        <p:blipFill>
          <a:blip r:embed="rId2"/>
          <a:stretch>
            <a:fillRect/>
          </a:stretch>
        </p:blipFill>
        <p:spPr>
          <a:xfrm>
            <a:off x="962234" y="1646811"/>
            <a:ext cx="8999386" cy="5064936"/>
          </a:xfrm>
        </p:spPr>
      </p:pic>
    </p:spTree>
    <p:extLst>
      <p:ext uri="{BB962C8B-B14F-4D97-AF65-F5344CB8AC3E}">
        <p14:creationId xmlns:p14="http://schemas.microsoft.com/office/powerpoint/2010/main" val="4029241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314CF-FA09-7338-C36F-F6BF7B08D2D5}"/>
              </a:ext>
            </a:extLst>
          </p:cNvPr>
          <p:cNvSpPr>
            <a:spLocks noGrp="1"/>
          </p:cNvSpPr>
          <p:nvPr>
            <p:ph type="title"/>
          </p:nvPr>
        </p:nvSpPr>
        <p:spPr/>
        <p:txBody>
          <a:bodyPr/>
          <a:lstStyle/>
          <a:p>
            <a:r>
              <a:rPr lang="en-GB" b="1" dirty="0">
                <a:cs typeface="Calibri Light"/>
              </a:rPr>
              <a:t>GIT</a:t>
            </a:r>
            <a:endParaRPr lang="en-GB" b="1" dirty="0"/>
          </a:p>
        </p:txBody>
      </p:sp>
      <p:sp>
        <p:nvSpPr>
          <p:cNvPr id="3" name="Content Placeholder 2">
            <a:extLst>
              <a:ext uri="{FF2B5EF4-FFF2-40B4-BE49-F238E27FC236}">
                <a16:creationId xmlns:a16="http://schemas.microsoft.com/office/drawing/2014/main" id="{C58FE39A-2F9C-200A-6744-6DFF1795FEB4}"/>
              </a:ext>
            </a:extLst>
          </p:cNvPr>
          <p:cNvSpPr>
            <a:spLocks noGrp="1"/>
          </p:cNvSpPr>
          <p:nvPr>
            <p:ph idx="1"/>
          </p:nvPr>
        </p:nvSpPr>
        <p:spPr/>
        <p:txBody>
          <a:bodyPr vert="horz" lIns="91440" tIns="45720" rIns="91440" bIns="45720" rtlCol="0" anchor="t">
            <a:normAutofit/>
          </a:bodyPr>
          <a:lstStyle/>
          <a:p>
            <a:pPr marL="0" indent="0">
              <a:buNone/>
            </a:pPr>
            <a:r>
              <a:rPr lang="en-GB" b="1" dirty="0">
                <a:solidFill>
                  <a:srgbClr val="0A0A23"/>
                </a:solidFill>
                <a:ea typeface="+mn-lt"/>
                <a:cs typeface="+mn-lt"/>
              </a:rPr>
              <a:t>GIT </a:t>
            </a:r>
            <a:r>
              <a:rPr lang="en-GB" dirty="0">
                <a:solidFill>
                  <a:srgbClr val="0A0A23"/>
                </a:solidFill>
                <a:ea typeface="+mn-lt"/>
                <a:cs typeface="+mn-lt"/>
              </a:rPr>
              <a:t>is a popular distributed version control system used by developers to manage changes to code. It allows developers to track changes made to their codebase, collaborate with team members, and revert to previous versions if needed.</a:t>
            </a:r>
            <a:endParaRPr lang="en-GB" dirty="0">
              <a:solidFill>
                <a:srgbClr val="000000"/>
              </a:solidFill>
              <a:ea typeface="+mn-lt"/>
              <a:cs typeface="+mn-lt"/>
            </a:endParaRPr>
          </a:p>
          <a:p>
            <a:pPr marL="0" indent="0">
              <a:buNone/>
            </a:pPr>
            <a:endParaRPr lang="en-GB" dirty="0">
              <a:solidFill>
                <a:srgbClr val="0A0A23"/>
              </a:solidFill>
              <a:cs typeface="Calibri" panose="020F0502020204030204"/>
            </a:endParaRPr>
          </a:p>
          <a:p>
            <a:pPr marL="0" indent="0">
              <a:buNone/>
            </a:pPr>
            <a:r>
              <a:rPr lang="en-GB" b="1" dirty="0">
                <a:solidFill>
                  <a:srgbClr val="0A0A23"/>
                </a:solidFill>
                <a:cs typeface="Calibri" panose="020F0502020204030204"/>
              </a:rPr>
              <a:t>What you need</a:t>
            </a:r>
          </a:p>
          <a:p>
            <a:pPr>
              <a:buFont typeface="Arial"/>
              <a:buChar char="•"/>
            </a:pPr>
            <a:r>
              <a:rPr lang="en-GB" dirty="0">
                <a:solidFill>
                  <a:srgbClr val="000000"/>
                </a:solidFill>
                <a:latin typeface="Arial"/>
                <a:cs typeface="Arial"/>
              </a:rPr>
              <a:t>Install Git software (client + CLI) - </a:t>
            </a:r>
            <a:r>
              <a:rPr lang="en-GB" sz="2400" dirty="0">
                <a:solidFill>
                  <a:srgbClr val="000000"/>
                </a:solidFill>
                <a:ea typeface="+mn-lt"/>
                <a:cs typeface="+mn-lt"/>
                <a:hlinkClick r:id="rId2"/>
              </a:rPr>
              <a:t>https://git-scm.com/download/</a:t>
            </a:r>
            <a:r>
              <a:rPr lang="en-GB" dirty="0">
                <a:solidFill>
                  <a:srgbClr val="000000"/>
                </a:solidFill>
                <a:latin typeface="Arial"/>
                <a:ea typeface="+mn-lt"/>
                <a:cs typeface="Arial"/>
              </a:rPr>
              <a:t> </a:t>
            </a:r>
            <a:endParaRPr lang="en-US" dirty="0">
              <a:solidFill>
                <a:srgbClr val="000000"/>
              </a:solidFill>
              <a:latin typeface="Arial"/>
              <a:cs typeface="Arial"/>
            </a:endParaRPr>
          </a:p>
          <a:p>
            <a:pPr>
              <a:buFont typeface="Arial"/>
              <a:buChar char="•"/>
            </a:pPr>
            <a:r>
              <a:rPr lang="en-GB" dirty="0">
                <a:solidFill>
                  <a:srgbClr val="000000"/>
                </a:solidFill>
                <a:latin typeface="Arial"/>
                <a:cs typeface="Arial"/>
              </a:rPr>
              <a:t>Access to a Git remote repository -</a:t>
            </a:r>
            <a:r>
              <a:rPr lang="en-GB" sz="2400" dirty="0">
                <a:solidFill>
                  <a:srgbClr val="000000"/>
                </a:solidFill>
                <a:latin typeface="Arial"/>
                <a:cs typeface="Arial"/>
              </a:rPr>
              <a:t> </a:t>
            </a:r>
            <a:r>
              <a:rPr lang="en-GB" sz="2400" dirty="0">
                <a:solidFill>
                  <a:srgbClr val="000000"/>
                </a:solidFill>
                <a:ea typeface="+mn-lt"/>
                <a:cs typeface="+mn-lt"/>
                <a:hlinkClick r:id="rId3"/>
              </a:rPr>
              <a:t>https://dev.azure.com.mcas.ms/ICT-DevOps</a:t>
            </a:r>
            <a:endParaRPr lang="en-GB" sz="2400" dirty="0">
              <a:solidFill>
                <a:srgbClr val="000000"/>
              </a:solidFill>
              <a:ea typeface="+mn-lt"/>
              <a:cs typeface="+mn-lt"/>
            </a:endParaRPr>
          </a:p>
          <a:p>
            <a:pPr>
              <a:buFont typeface="Arial"/>
              <a:buChar char="•"/>
            </a:pPr>
            <a:endParaRPr lang="en-GB" dirty="0">
              <a:cs typeface="Calibri" panose="020F0502020204030204"/>
            </a:endParaRPr>
          </a:p>
        </p:txBody>
      </p:sp>
    </p:spTree>
    <p:extLst>
      <p:ext uri="{BB962C8B-B14F-4D97-AF65-F5344CB8AC3E}">
        <p14:creationId xmlns:p14="http://schemas.microsoft.com/office/powerpoint/2010/main" val="1197961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53EF-2E28-111A-7710-80AD033C4731}"/>
              </a:ext>
            </a:extLst>
          </p:cNvPr>
          <p:cNvSpPr>
            <a:spLocks noGrp="1"/>
          </p:cNvSpPr>
          <p:nvPr>
            <p:ph type="title"/>
          </p:nvPr>
        </p:nvSpPr>
        <p:spPr>
          <a:xfrm>
            <a:off x="838200" y="53651"/>
            <a:ext cx="10515600" cy="936220"/>
          </a:xfrm>
        </p:spPr>
        <p:txBody>
          <a:bodyPr/>
          <a:lstStyle/>
          <a:p>
            <a:r>
              <a:rPr lang="en-GB" b="1" dirty="0">
                <a:cs typeface="Calibri Light"/>
              </a:rPr>
              <a:t>GIT Fundamentals</a:t>
            </a:r>
            <a:endParaRPr lang="en-GB" b="1">
              <a:cs typeface="Calibri Light"/>
            </a:endParaRPr>
          </a:p>
        </p:txBody>
      </p:sp>
      <p:pic>
        <p:nvPicPr>
          <p:cNvPr id="9" name="Content Placeholder 8" descr="A diagram of a software project&#10;&#10;Description automatically generated">
            <a:extLst>
              <a:ext uri="{FF2B5EF4-FFF2-40B4-BE49-F238E27FC236}">
                <a16:creationId xmlns:a16="http://schemas.microsoft.com/office/drawing/2014/main" id="{71D1372A-07CD-3D66-A5A9-51A7417B298A}"/>
              </a:ext>
            </a:extLst>
          </p:cNvPr>
          <p:cNvPicPr>
            <a:picLocks noGrp="1" noChangeAspect="1"/>
          </p:cNvPicPr>
          <p:nvPr>
            <p:ph idx="1"/>
          </p:nvPr>
        </p:nvPicPr>
        <p:blipFill rotWithShape="1">
          <a:blip r:embed="rId2"/>
          <a:srcRect r="19741" b="52967"/>
          <a:stretch/>
        </p:blipFill>
        <p:spPr>
          <a:xfrm>
            <a:off x="538327" y="1202613"/>
            <a:ext cx="11102752" cy="4115145"/>
          </a:xfrm>
        </p:spPr>
      </p:pic>
    </p:spTree>
    <p:extLst>
      <p:ext uri="{BB962C8B-B14F-4D97-AF65-F5344CB8AC3E}">
        <p14:creationId xmlns:p14="http://schemas.microsoft.com/office/powerpoint/2010/main" val="220583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9A263-5B40-A0B7-4188-1A040658208B}"/>
              </a:ext>
            </a:extLst>
          </p:cNvPr>
          <p:cNvSpPr>
            <a:spLocks noGrp="1"/>
          </p:cNvSpPr>
          <p:nvPr>
            <p:ph type="title"/>
          </p:nvPr>
        </p:nvSpPr>
        <p:spPr/>
        <p:txBody>
          <a:bodyPr/>
          <a:lstStyle/>
          <a:p>
            <a:r>
              <a:rPr lang="en-GB" b="1" dirty="0">
                <a:ea typeface="Calibri Light"/>
                <a:cs typeface="Calibri Light"/>
              </a:rPr>
              <a:t>GIT Fundamentals</a:t>
            </a:r>
          </a:p>
        </p:txBody>
      </p:sp>
      <p:pic>
        <p:nvPicPr>
          <p:cNvPr id="10" name="Content Placeholder 9" descr="A screenshot of a computer screen&#10;&#10;Description automatically generated">
            <a:extLst>
              <a:ext uri="{FF2B5EF4-FFF2-40B4-BE49-F238E27FC236}">
                <a16:creationId xmlns:a16="http://schemas.microsoft.com/office/drawing/2014/main" id="{8D2570FC-00B1-63C5-A009-B840D6BD5518}"/>
              </a:ext>
            </a:extLst>
          </p:cNvPr>
          <p:cNvPicPr>
            <a:picLocks noGrp="1" noChangeAspect="1"/>
          </p:cNvPicPr>
          <p:nvPr>
            <p:ph idx="1"/>
          </p:nvPr>
        </p:nvPicPr>
        <p:blipFill rotWithShape="1">
          <a:blip r:embed="rId2"/>
          <a:srcRect l="10163" t="13299" r="15820" b="14962"/>
          <a:stretch/>
        </p:blipFill>
        <p:spPr>
          <a:xfrm>
            <a:off x="836801" y="1514151"/>
            <a:ext cx="7442447" cy="5407614"/>
          </a:xfrm>
        </p:spPr>
      </p:pic>
      <p:sp>
        <p:nvSpPr>
          <p:cNvPr id="11" name="TextBox 10">
            <a:extLst>
              <a:ext uri="{FF2B5EF4-FFF2-40B4-BE49-F238E27FC236}">
                <a16:creationId xmlns:a16="http://schemas.microsoft.com/office/drawing/2014/main" id="{CF23B677-F67D-1BF5-97D0-0216970F31B6}"/>
              </a:ext>
            </a:extLst>
          </p:cNvPr>
          <p:cNvSpPr txBox="1"/>
          <p:nvPr/>
        </p:nvSpPr>
        <p:spPr>
          <a:xfrm>
            <a:off x="8535758" y="1637628"/>
            <a:ext cx="33439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ea typeface="Calibri"/>
                <a:cs typeface="Calibri"/>
              </a:rPr>
              <a:t>Repository</a:t>
            </a:r>
          </a:p>
          <a:p>
            <a:r>
              <a:rPr lang="en-GB" dirty="0">
                <a:ea typeface="Calibri"/>
                <a:cs typeface="Calibri"/>
              </a:rPr>
              <a:t>Contains one or more branches</a:t>
            </a:r>
          </a:p>
        </p:txBody>
      </p:sp>
      <p:sp>
        <p:nvSpPr>
          <p:cNvPr id="12" name="TextBox 11">
            <a:extLst>
              <a:ext uri="{FF2B5EF4-FFF2-40B4-BE49-F238E27FC236}">
                <a16:creationId xmlns:a16="http://schemas.microsoft.com/office/drawing/2014/main" id="{0411A0E4-A136-C3C1-CAB9-7DE7C07395F7}"/>
              </a:ext>
            </a:extLst>
          </p:cNvPr>
          <p:cNvSpPr txBox="1"/>
          <p:nvPr/>
        </p:nvSpPr>
        <p:spPr>
          <a:xfrm>
            <a:off x="8535758" y="3078606"/>
            <a:ext cx="3343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ea typeface="Calibri"/>
                <a:cs typeface="Calibri"/>
              </a:rPr>
              <a:t>Branch</a:t>
            </a:r>
          </a:p>
          <a:p>
            <a:r>
              <a:rPr lang="en-GB" dirty="0">
                <a:ea typeface="Calibri"/>
                <a:cs typeface="Calibri"/>
              </a:rPr>
              <a:t>Contains a version of the repository</a:t>
            </a:r>
          </a:p>
        </p:txBody>
      </p:sp>
      <p:sp>
        <p:nvSpPr>
          <p:cNvPr id="13" name="TextBox 12">
            <a:extLst>
              <a:ext uri="{FF2B5EF4-FFF2-40B4-BE49-F238E27FC236}">
                <a16:creationId xmlns:a16="http://schemas.microsoft.com/office/drawing/2014/main" id="{3E71A24C-717E-9EB3-EE14-B87983C9FDAC}"/>
              </a:ext>
            </a:extLst>
          </p:cNvPr>
          <p:cNvSpPr txBox="1"/>
          <p:nvPr/>
        </p:nvSpPr>
        <p:spPr>
          <a:xfrm>
            <a:off x="8535758" y="4889193"/>
            <a:ext cx="33439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dirty="0">
                <a:ea typeface="Calibri"/>
                <a:cs typeface="Calibri"/>
              </a:rPr>
              <a:t>Commit</a:t>
            </a:r>
          </a:p>
          <a:p>
            <a:r>
              <a:rPr lang="en-GB" dirty="0">
                <a:ea typeface="Calibri"/>
                <a:cs typeface="Calibri"/>
              </a:rPr>
              <a:t>Contains a snapshot of changes committed in a particular branch</a:t>
            </a:r>
          </a:p>
        </p:txBody>
      </p:sp>
    </p:spTree>
    <p:extLst>
      <p:ext uri="{BB962C8B-B14F-4D97-AF65-F5344CB8AC3E}">
        <p14:creationId xmlns:p14="http://schemas.microsoft.com/office/powerpoint/2010/main" val="1557770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59BB-E2EB-D0DD-A2D3-29F52470EDC0}"/>
              </a:ext>
            </a:extLst>
          </p:cNvPr>
          <p:cNvSpPr>
            <a:spLocks noGrp="1"/>
          </p:cNvSpPr>
          <p:nvPr>
            <p:ph type="title"/>
          </p:nvPr>
        </p:nvSpPr>
        <p:spPr/>
        <p:txBody>
          <a:bodyPr/>
          <a:lstStyle/>
          <a:p>
            <a:r>
              <a:rPr lang="en-GB" dirty="0">
                <a:ea typeface="Calibri Light"/>
                <a:cs typeface="Calibri Light"/>
              </a:rPr>
              <a:t>A typical workflow</a:t>
            </a:r>
            <a:endParaRPr lang="en-GB" dirty="0"/>
          </a:p>
        </p:txBody>
      </p:sp>
      <p:pic>
        <p:nvPicPr>
          <p:cNvPr id="7" name="Content Placeholder 6" descr="A screenshot of a computer screen&#10;&#10;Description automatically generated">
            <a:extLst>
              <a:ext uri="{FF2B5EF4-FFF2-40B4-BE49-F238E27FC236}">
                <a16:creationId xmlns:a16="http://schemas.microsoft.com/office/drawing/2014/main" id="{8BBD48C4-7B6E-3188-8E18-B53DB899EF7D}"/>
              </a:ext>
            </a:extLst>
          </p:cNvPr>
          <p:cNvPicPr>
            <a:picLocks noGrp="1" noChangeAspect="1"/>
          </p:cNvPicPr>
          <p:nvPr>
            <p:ph idx="1"/>
          </p:nvPr>
        </p:nvPicPr>
        <p:blipFill rotWithShape="1">
          <a:blip r:embed="rId2"/>
          <a:srcRect t="44757" r="18704" b="-128"/>
          <a:stretch/>
        </p:blipFill>
        <p:spPr>
          <a:xfrm>
            <a:off x="616511" y="1369537"/>
            <a:ext cx="10475798" cy="4522951"/>
          </a:xfrm>
        </p:spPr>
      </p:pic>
    </p:spTree>
    <p:extLst>
      <p:ext uri="{BB962C8B-B14F-4D97-AF65-F5344CB8AC3E}">
        <p14:creationId xmlns:p14="http://schemas.microsoft.com/office/powerpoint/2010/main" val="810058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8913A-D32C-C65C-2DC6-B0D312D1AC69}"/>
              </a:ext>
            </a:extLst>
          </p:cNvPr>
          <p:cNvSpPr>
            <a:spLocks noGrp="1"/>
          </p:cNvSpPr>
          <p:nvPr>
            <p:ph type="title"/>
          </p:nvPr>
        </p:nvSpPr>
        <p:spPr/>
        <p:txBody>
          <a:bodyPr/>
          <a:lstStyle/>
          <a:p>
            <a:r>
              <a:rPr lang="en-GB" dirty="0">
                <a:ea typeface="Calibri Light"/>
                <a:cs typeface="Calibri Light"/>
              </a:rPr>
              <a:t>GIT Concepts</a:t>
            </a:r>
            <a:endParaRPr lang="en-GB" dirty="0"/>
          </a:p>
        </p:txBody>
      </p:sp>
      <p:sp>
        <p:nvSpPr>
          <p:cNvPr id="3" name="Content Placeholder 2">
            <a:extLst>
              <a:ext uri="{FF2B5EF4-FFF2-40B4-BE49-F238E27FC236}">
                <a16:creationId xmlns:a16="http://schemas.microsoft.com/office/drawing/2014/main" id="{F2EAD702-D0C8-42D6-FED6-75B0F5505BBB}"/>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73536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p:txBody>
          <a:bodyPr vert="horz" lIns="91440" tIns="45720" rIns="91440" bIns="45720" rtlCol="0" anchor="t">
            <a:normAutofit/>
          </a:bodyPr>
          <a:lstStyle/>
          <a:p>
            <a:pPr marL="0" indent="0">
              <a:buNone/>
            </a:pPr>
            <a:r>
              <a:rPr lang="en-GB" dirty="0">
                <a:cs typeface="Calibri"/>
              </a:rPr>
              <a:t>Remote Repository</a:t>
            </a:r>
          </a:p>
          <a:p>
            <a:r>
              <a:rPr lang="en-GB" sz="1600" dirty="0">
                <a:solidFill>
                  <a:srgbClr val="404040"/>
                </a:solidFill>
                <a:ea typeface="+mn-lt"/>
                <a:cs typeface="+mn-lt"/>
              </a:rPr>
              <a:t>This is a centralized repository shared by everyone. The structure of the remote repository is generally the same as that of the local repository. Usually hosted on server or offered as a SaaS.</a:t>
            </a:r>
          </a:p>
          <a:p>
            <a:r>
              <a:rPr lang="en-GB" sz="1600" dirty="0">
                <a:solidFill>
                  <a:srgbClr val="404040"/>
                </a:solidFill>
                <a:cs typeface="Calibri"/>
              </a:rPr>
              <a:t>Can be accessed via two protocols:</a:t>
            </a:r>
          </a:p>
          <a:p>
            <a:r>
              <a:rPr lang="en-GB" sz="1800" dirty="0">
                <a:solidFill>
                  <a:srgbClr val="404040"/>
                </a:solidFill>
                <a:cs typeface="Calibri"/>
              </a:rPr>
              <a:t>HTTP</a:t>
            </a:r>
            <a:endParaRPr lang="en-GB" sz="1800">
              <a:solidFill>
                <a:srgbClr val="404040"/>
              </a:solidFill>
              <a:cs typeface="Calibri"/>
            </a:endParaRPr>
          </a:p>
          <a:p>
            <a:pPr lvl="1"/>
            <a:r>
              <a:rPr lang="en-GB" sz="1400" dirty="0">
                <a:solidFill>
                  <a:srgbClr val="404040"/>
                </a:solidFill>
                <a:cs typeface="Calibri"/>
              </a:rPr>
              <a:t>Uses the well know HTTP protocol and the repository is represented as a HTTP URL e.g. </a:t>
            </a:r>
            <a:r>
              <a:rPr lang="en-GB" sz="1400" dirty="0">
                <a:solidFill>
                  <a:srgbClr val="404040"/>
                </a:solidFill>
                <a:ea typeface="+mn-lt"/>
                <a:cs typeface="+mn-lt"/>
                <a:hlinkClick r:id="rId2"/>
              </a:rPr>
              <a:t>https://ICT-DevOps@dev.azure.com/ICT-DevOps/DevOps/_git/DevOps</a:t>
            </a:r>
            <a:endParaRPr lang="en-GB" sz="1400">
              <a:cs typeface="Calibri"/>
            </a:endParaRPr>
          </a:p>
          <a:p>
            <a:pPr lvl="1"/>
            <a:r>
              <a:rPr lang="en-GB" sz="1400" dirty="0">
                <a:solidFill>
                  <a:srgbClr val="404040"/>
                </a:solidFill>
                <a:cs typeface="Calibri"/>
              </a:rPr>
              <a:t>Authentication is via Basic Auth (Username and password). The GIT client will prompt you for username and password when interacting with the repository</a:t>
            </a:r>
          </a:p>
          <a:p>
            <a:r>
              <a:rPr lang="en-GB" sz="1800" dirty="0">
                <a:solidFill>
                  <a:srgbClr val="404040"/>
                </a:solidFill>
                <a:cs typeface="Calibri"/>
              </a:rPr>
              <a:t>SSH</a:t>
            </a:r>
            <a:endParaRPr lang="en-GB" sz="1800">
              <a:solidFill>
                <a:srgbClr val="404040"/>
              </a:solidFill>
              <a:cs typeface="Calibri"/>
            </a:endParaRPr>
          </a:p>
          <a:p>
            <a:pPr lvl="1"/>
            <a:r>
              <a:rPr lang="en-GB" sz="1400" dirty="0">
                <a:solidFill>
                  <a:srgbClr val="404040"/>
                </a:solidFill>
                <a:cs typeface="Calibri"/>
              </a:rPr>
              <a:t>Uses the SSH protocol to access the repository. The URLs will be like: </a:t>
            </a:r>
            <a:r>
              <a:rPr lang="en-GB" sz="1400" dirty="0">
                <a:solidFill>
                  <a:srgbClr val="404040"/>
                </a:solidFill>
                <a:ea typeface="+mn-lt"/>
                <a:cs typeface="+mn-lt"/>
                <a:hlinkClick r:id="rId3"/>
              </a:rPr>
              <a:t>git@ssh.dev.azure.com:v3/ICT-DevOps/DevOps/DevOps</a:t>
            </a:r>
            <a:endParaRPr lang="en-GB" sz="1400" dirty="0">
              <a:solidFill>
                <a:srgbClr val="404040"/>
              </a:solidFill>
              <a:ea typeface="+mn-lt"/>
              <a:cs typeface="+mn-lt"/>
            </a:endParaRPr>
          </a:p>
          <a:p>
            <a:pPr lvl="1"/>
            <a:r>
              <a:rPr lang="en-GB" sz="1400" dirty="0">
                <a:solidFill>
                  <a:srgbClr val="404040"/>
                </a:solidFill>
                <a:cs typeface="Calibri"/>
              </a:rPr>
              <a:t>Authentication is via SSH Keys. To use SSH Keys, you must generate the keys on your computer and copy the public key onto the Azure </a:t>
            </a:r>
            <a:r>
              <a:rPr lang="en-GB" sz="1400" dirty="0" err="1">
                <a:solidFill>
                  <a:srgbClr val="404040"/>
                </a:solidFill>
                <a:cs typeface="Calibri"/>
              </a:rPr>
              <a:t>devOps</a:t>
            </a:r>
            <a:r>
              <a:rPr lang="en-GB" sz="1400" dirty="0">
                <a:solidFill>
                  <a:srgbClr val="404040"/>
                </a:solidFill>
                <a:cs typeface="Calibri"/>
              </a:rPr>
              <a:t> platform. Read more here: </a:t>
            </a:r>
            <a:r>
              <a:rPr lang="en-GB" sz="1400" dirty="0">
                <a:solidFill>
                  <a:srgbClr val="404040"/>
                </a:solidFill>
                <a:ea typeface="+mn-lt"/>
                <a:cs typeface="+mn-lt"/>
                <a:hlinkClick r:id="rId4"/>
              </a:rPr>
              <a:t>Use SSH key authentication - Azure Repos | Microsoft Learn</a:t>
            </a:r>
            <a:endParaRPr lang="en-GB" sz="1400" dirty="0">
              <a:solidFill>
                <a:srgbClr val="404040"/>
              </a:solidFill>
              <a:cs typeface="Calibri"/>
            </a:endParaRPr>
          </a:p>
        </p:txBody>
      </p:sp>
    </p:spTree>
    <p:extLst>
      <p:ext uri="{BB962C8B-B14F-4D97-AF65-F5344CB8AC3E}">
        <p14:creationId xmlns:p14="http://schemas.microsoft.com/office/powerpoint/2010/main" val="2933519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p:txBody>
          <a:bodyPr vert="horz" lIns="91440" tIns="45720" rIns="91440" bIns="45720" rtlCol="0" anchor="t">
            <a:normAutofit/>
          </a:bodyPr>
          <a:lstStyle/>
          <a:p>
            <a:pPr marL="0" indent="0">
              <a:buNone/>
            </a:pPr>
            <a:r>
              <a:rPr lang="en-GB" dirty="0">
                <a:cs typeface="Calibri"/>
              </a:rPr>
              <a:t>Local Repository</a:t>
            </a:r>
            <a:endParaRPr lang="en-US" dirty="0"/>
          </a:p>
          <a:p>
            <a:r>
              <a:rPr lang="en-GB" sz="1600" dirty="0">
                <a:solidFill>
                  <a:srgbClr val="404040"/>
                </a:solidFill>
                <a:ea typeface="+mn-lt"/>
                <a:cs typeface="+mn-lt"/>
              </a:rPr>
              <a:t>This a local copy of the remote repository that is kept on your computer. It keeps track of the history of changes on your code that you have added to the GIT index (stage). </a:t>
            </a:r>
          </a:p>
          <a:p>
            <a:r>
              <a:rPr lang="en-GB" sz="1600" dirty="0">
                <a:solidFill>
                  <a:srgbClr val="404040"/>
                </a:solidFill>
                <a:cs typeface="Calibri"/>
              </a:rPr>
              <a:t>You can synchronize it with the remote repository through:</a:t>
            </a:r>
          </a:p>
          <a:p>
            <a:pPr lvl="1"/>
            <a:r>
              <a:rPr lang="en-GB" sz="1600" dirty="0">
                <a:solidFill>
                  <a:srgbClr val="404040"/>
                </a:solidFill>
                <a:cs typeface="Calibri"/>
              </a:rPr>
              <a:t>Pull / Fetch – fetch changes from remote to local</a:t>
            </a:r>
            <a:endParaRPr lang="en-GB" sz="1200" dirty="0">
              <a:solidFill>
                <a:srgbClr val="404040"/>
              </a:solidFill>
              <a:cs typeface="Calibri"/>
            </a:endParaRPr>
          </a:p>
          <a:p>
            <a:pPr lvl="1"/>
            <a:r>
              <a:rPr lang="en-GB" sz="1600" dirty="0">
                <a:solidFill>
                  <a:srgbClr val="404040"/>
                </a:solidFill>
                <a:cs typeface="Calibri"/>
              </a:rPr>
              <a:t>Push – Push changes from local to remote</a:t>
            </a:r>
          </a:p>
          <a:p>
            <a:endParaRPr lang="en-GB" sz="1600" dirty="0">
              <a:solidFill>
                <a:srgbClr val="404040"/>
              </a:solidFill>
              <a:cs typeface="Calibri"/>
            </a:endParaRPr>
          </a:p>
        </p:txBody>
      </p:sp>
    </p:spTree>
    <p:extLst>
      <p:ext uri="{BB962C8B-B14F-4D97-AF65-F5344CB8AC3E}">
        <p14:creationId xmlns:p14="http://schemas.microsoft.com/office/powerpoint/2010/main" val="1010185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838200" y="1825625"/>
            <a:ext cx="10515600" cy="1726054"/>
          </a:xfrm>
        </p:spPr>
        <p:txBody>
          <a:bodyPr vert="horz" lIns="91440" tIns="45720" rIns="91440" bIns="45720" rtlCol="0" anchor="t">
            <a:normAutofit/>
          </a:bodyPr>
          <a:lstStyle/>
          <a:p>
            <a:pPr marL="0" indent="0">
              <a:buNone/>
            </a:pPr>
            <a:r>
              <a:rPr lang="en-GB" dirty="0">
                <a:ea typeface="Calibri"/>
                <a:cs typeface="Calibri"/>
              </a:rPr>
              <a:t>Git Clone</a:t>
            </a:r>
          </a:p>
          <a:p>
            <a:r>
              <a:rPr lang="en-GB" sz="1600" dirty="0">
                <a:solidFill>
                  <a:srgbClr val="404040"/>
                </a:solidFill>
                <a:ea typeface="+mn-lt"/>
                <a:cs typeface="+mn-lt"/>
              </a:rPr>
              <a:t>This is copying the remote repository to the local machine, thus establishing a local repository.</a:t>
            </a:r>
            <a:endParaRPr lang="en-GB" sz="1600" dirty="0">
              <a:solidFill>
                <a:srgbClr val="404040"/>
              </a:solidFill>
              <a:ea typeface="Calibri"/>
              <a:cs typeface="Calibri"/>
            </a:endParaRPr>
          </a:p>
          <a:p>
            <a:r>
              <a:rPr lang="en-GB" sz="1600" dirty="0">
                <a:solidFill>
                  <a:srgbClr val="404040"/>
                </a:solidFill>
                <a:ea typeface="Calibri"/>
                <a:cs typeface="Calibri"/>
              </a:rPr>
              <a:t>This is achieved using the </a:t>
            </a:r>
            <a:r>
              <a:rPr lang="en-GB" sz="1600" b="1" dirty="0">
                <a:solidFill>
                  <a:srgbClr val="404040"/>
                </a:solidFill>
                <a:latin typeface="Consolas"/>
                <a:ea typeface="Calibri"/>
                <a:cs typeface="Calibri"/>
              </a:rPr>
              <a:t>git clone</a:t>
            </a:r>
            <a:r>
              <a:rPr lang="en-GB" sz="1600" dirty="0">
                <a:solidFill>
                  <a:srgbClr val="404040"/>
                </a:solidFill>
                <a:ea typeface="Calibri"/>
                <a:cs typeface="Calibri"/>
              </a:rPr>
              <a:t> command e.g. </a:t>
            </a:r>
            <a:r>
              <a:rPr lang="en-GB" sz="1600" dirty="0">
                <a:solidFill>
                  <a:srgbClr val="404040"/>
                </a:solidFill>
                <a:latin typeface="Consolas"/>
                <a:ea typeface="+mn-lt"/>
                <a:cs typeface="+mn-lt"/>
              </a:rPr>
              <a:t>git@ssh.dev.azure.com:v3/ICT-DevOps/test-app</a:t>
            </a:r>
            <a:endParaRPr lang="en-GB" sz="1600" dirty="0">
              <a:solidFill>
                <a:srgbClr val="404040"/>
              </a:solidFill>
              <a:latin typeface="Calibri" panose="020F0502020204030204"/>
              <a:ea typeface="+mn-lt"/>
              <a:cs typeface="+mn-lt"/>
            </a:endParaRPr>
          </a:p>
          <a:p>
            <a:r>
              <a:rPr lang="en-GB" sz="1600" dirty="0">
                <a:solidFill>
                  <a:srgbClr val="404040"/>
                </a:solidFill>
                <a:ea typeface="Calibri"/>
                <a:cs typeface="Calibri"/>
              </a:rPr>
              <a:t>This is usually a one-time exercise for the repository</a:t>
            </a:r>
            <a:endParaRPr lang="en-GB" dirty="0"/>
          </a:p>
        </p:txBody>
      </p:sp>
      <p:sp>
        <p:nvSpPr>
          <p:cNvPr id="5" name="Content Placeholder 2">
            <a:extLst>
              <a:ext uri="{FF2B5EF4-FFF2-40B4-BE49-F238E27FC236}">
                <a16:creationId xmlns:a16="http://schemas.microsoft.com/office/drawing/2014/main" id="{16157E26-02E9-DF53-980A-95DDB23F1B25}"/>
              </a:ext>
            </a:extLst>
          </p:cNvPr>
          <p:cNvSpPr txBox="1">
            <a:spLocks/>
          </p:cNvSpPr>
          <p:nvPr/>
        </p:nvSpPr>
        <p:spPr>
          <a:xfrm>
            <a:off x="890483" y="3780127"/>
            <a:ext cx="10515600" cy="17260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ea typeface="Calibri"/>
                <a:cs typeface="Calibri"/>
              </a:rPr>
              <a:t>Git Init</a:t>
            </a:r>
          </a:p>
          <a:p>
            <a:r>
              <a:rPr lang="en-GB" sz="1600" dirty="0">
                <a:solidFill>
                  <a:srgbClr val="404040"/>
                </a:solidFill>
                <a:ea typeface="+mn-lt"/>
                <a:cs typeface="+mn-lt"/>
              </a:rPr>
              <a:t>This is the initializing a local repository on your machine to begin tracking your code</a:t>
            </a:r>
          </a:p>
          <a:p>
            <a:r>
              <a:rPr lang="en-GB" sz="1600" dirty="0">
                <a:solidFill>
                  <a:srgbClr val="404040"/>
                </a:solidFill>
                <a:ea typeface="Calibri"/>
                <a:cs typeface="Calibri"/>
              </a:rPr>
              <a:t>This is done on your code's root directory</a:t>
            </a:r>
          </a:p>
        </p:txBody>
      </p:sp>
    </p:spTree>
    <p:extLst>
      <p:ext uri="{BB962C8B-B14F-4D97-AF65-F5344CB8AC3E}">
        <p14:creationId xmlns:p14="http://schemas.microsoft.com/office/powerpoint/2010/main" val="1027221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838200" y="1825625"/>
            <a:ext cx="5142667" cy="4351338"/>
          </a:xfrm>
        </p:spPr>
        <p:txBody>
          <a:bodyPr vert="horz" lIns="91440" tIns="45720" rIns="91440" bIns="45720" rtlCol="0" anchor="t">
            <a:normAutofit/>
          </a:bodyPr>
          <a:lstStyle/>
          <a:p>
            <a:pPr marL="0" indent="0">
              <a:buNone/>
            </a:pPr>
            <a:r>
              <a:rPr lang="en-GB" b="1" dirty="0">
                <a:cs typeface="Calibri"/>
              </a:rPr>
              <a:t>GIT Status</a:t>
            </a:r>
            <a:endParaRPr lang="en-US" b="1">
              <a:ea typeface="Calibri"/>
              <a:cs typeface="Calibri"/>
            </a:endParaRPr>
          </a:p>
          <a:p>
            <a:r>
              <a:rPr lang="en-GB" sz="2400" dirty="0">
                <a:solidFill>
                  <a:srgbClr val="404040"/>
                </a:solidFill>
                <a:ea typeface="Calibri"/>
                <a:cs typeface="Calibri"/>
              </a:rPr>
              <a:t>This give the state of your local repository</a:t>
            </a:r>
          </a:p>
          <a:p>
            <a:r>
              <a:rPr lang="en-GB" sz="2400" dirty="0">
                <a:solidFill>
                  <a:srgbClr val="404040"/>
                </a:solidFill>
                <a:ea typeface="Calibri"/>
                <a:cs typeface="Calibri"/>
              </a:rPr>
              <a:t>It shows:</a:t>
            </a:r>
          </a:p>
          <a:p>
            <a:pPr lvl="1"/>
            <a:r>
              <a:rPr lang="en-GB" sz="1800" dirty="0">
                <a:solidFill>
                  <a:srgbClr val="404040"/>
                </a:solidFill>
                <a:ea typeface="Calibri"/>
                <a:cs typeface="Calibri"/>
              </a:rPr>
              <a:t>The current branch</a:t>
            </a:r>
          </a:p>
          <a:p>
            <a:pPr lvl="1"/>
            <a:r>
              <a:rPr lang="en-GB" sz="1800" dirty="0">
                <a:solidFill>
                  <a:srgbClr val="404040"/>
                </a:solidFill>
                <a:ea typeface="Calibri"/>
                <a:cs typeface="Calibri"/>
              </a:rPr>
              <a:t>Files / changes that are </a:t>
            </a:r>
            <a:r>
              <a:rPr lang="en-GB" sz="1800" b="1" dirty="0">
                <a:solidFill>
                  <a:srgbClr val="404040"/>
                </a:solidFill>
                <a:ea typeface="Calibri"/>
                <a:cs typeface="Calibri"/>
              </a:rPr>
              <a:t>untracked </a:t>
            </a:r>
            <a:r>
              <a:rPr lang="en-GB" sz="1800" dirty="0">
                <a:solidFill>
                  <a:srgbClr val="404040"/>
                </a:solidFill>
                <a:ea typeface="Calibri"/>
                <a:cs typeface="Calibri"/>
              </a:rPr>
              <a:t>– Not staged</a:t>
            </a:r>
          </a:p>
          <a:p>
            <a:pPr lvl="1"/>
            <a:r>
              <a:rPr lang="en-GB" sz="1800" dirty="0">
                <a:solidFill>
                  <a:srgbClr val="404040"/>
                </a:solidFill>
                <a:ea typeface="Calibri"/>
                <a:cs typeface="Calibri"/>
              </a:rPr>
              <a:t>Files / changes that are ready for </a:t>
            </a:r>
            <a:r>
              <a:rPr lang="en-GB" sz="1800" b="1" dirty="0">
                <a:solidFill>
                  <a:srgbClr val="404040"/>
                </a:solidFill>
                <a:ea typeface="Calibri"/>
                <a:cs typeface="Calibri"/>
              </a:rPr>
              <a:t>commit</a:t>
            </a:r>
          </a:p>
          <a:p>
            <a:pPr lvl="1"/>
            <a:r>
              <a:rPr lang="en-GB" sz="1800" dirty="0">
                <a:solidFill>
                  <a:srgbClr val="404040"/>
                </a:solidFill>
                <a:ea typeface="Calibri"/>
                <a:cs typeface="Calibri"/>
              </a:rPr>
              <a:t>How ahead is the current branch from the remote branch</a:t>
            </a:r>
          </a:p>
          <a:p>
            <a:pPr lvl="1"/>
            <a:endParaRPr lang="en-GB" sz="1200" dirty="0">
              <a:solidFill>
                <a:srgbClr val="404040"/>
              </a:solidFill>
              <a:ea typeface="Calibri" panose="020F0502020204030204"/>
              <a:cs typeface="Calibri"/>
            </a:endParaRPr>
          </a:p>
          <a:p>
            <a:endParaRPr lang="en-GB" sz="1600" dirty="0">
              <a:solidFill>
                <a:srgbClr val="404040"/>
              </a:solidFill>
              <a:ea typeface="Calibri" panose="020F0502020204030204"/>
              <a:cs typeface="Calibri"/>
            </a:endParaRPr>
          </a:p>
        </p:txBody>
      </p:sp>
      <p:pic>
        <p:nvPicPr>
          <p:cNvPr id="4" name="Picture 3" descr="A screen shot of a computer code&#10;&#10;Description automatically generated">
            <a:extLst>
              <a:ext uri="{FF2B5EF4-FFF2-40B4-BE49-F238E27FC236}">
                <a16:creationId xmlns:a16="http://schemas.microsoft.com/office/drawing/2014/main" id="{2EA96F54-B43F-01F3-34A0-577F7300D70F}"/>
              </a:ext>
            </a:extLst>
          </p:cNvPr>
          <p:cNvPicPr>
            <a:picLocks noChangeAspect="1"/>
          </p:cNvPicPr>
          <p:nvPr/>
        </p:nvPicPr>
        <p:blipFill>
          <a:blip r:embed="rId2"/>
          <a:stretch>
            <a:fillRect/>
          </a:stretch>
        </p:blipFill>
        <p:spPr>
          <a:xfrm>
            <a:off x="6259524" y="1824628"/>
            <a:ext cx="5830133" cy="2752655"/>
          </a:xfrm>
          <a:prstGeom prst="rect">
            <a:avLst/>
          </a:prstGeom>
        </p:spPr>
      </p:pic>
    </p:spTree>
    <p:extLst>
      <p:ext uri="{BB962C8B-B14F-4D97-AF65-F5344CB8AC3E}">
        <p14:creationId xmlns:p14="http://schemas.microsoft.com/office/powerpoint/2010/main" val="2992989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a:xfrm>
            <a:off x="838200" y="365125"/>
            <a:ext cx="10515600" cy="1014089"/>
          </a:xfrm>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704711" y="1452968"/>
            <a:ext cx="4541966" cy="4651688"/>
          </a:xfrm>
        </p:spPr>
        <p:txBody>
          <a:bodyPr vert="horz" lIns="91440" tIns="45720" rIns="91440" bIns="45720" rtlCol="0" anchor="t">
            <a:normAutofit/>
          </a:bodyPr>
          <a:lstStyle/>
          <a:p>
            <a:pPr marL="0" indent="0">
              <a:buNone/>
            </a:pPr>
            <a:r>
              <a:rPr lang="en-GB" b="1" dirty="0">
                <a:cs typeface="Calibri"/>
              </a:rPr>
              <a:t>Staging</a:t>
            </a:r>
            <a:endParaRPr lang="en-US" b="1" dirty="0">
              <a:ea typeface="Calibri"/>
              <a:cs typeface="Calibri"/>
            </a:endParaRPr>
          </a:p>
          <a:p>
            <a:r>
              <a:rPr lang="en-GB" sz="1600" dirty="0">
                <a:solidFill>
                  <a:srgbClr val="404040"/>
                </a:solidFill>
                <a:ea typeface="+mn-lt"/>
                <a:cs typeface="+mn-lt"/>
              </a:rPr>
              <a:t>This </a:t>
            </a:r>
            <a:r>
              <a:rPr lang="en-GB" sz="1600" dirty="0">
                <a:solidFill>
                  <a:srgbClr val="404040"/>
                </a:solidFill>
                <a:cs typeface="Calibri"/>
              </a:rPr>
              <a:t>is </a:t>
            </a:r>
            <a:r>
              <a:rPr lang="en-GB" sz="1600" dirty="0">
                <a:solidFill>
                  <a:srgbClr val="404040"/>
                </a:solidFill>
                <a:latin typeface="Calibri"/>
                <a:ea typeface="Calibri"/>
                <a:cs typeface="Calibri"/>
              </a:rPr>
              <a:t>the adding of a new or modified file to GIT </a:t>
            </a:r>
            <a:r>
              <a:rPr lang="en-GB" sz="1600" b="1" dirty="0">
                <a:solidFill>
                  <a:srgbClr val="404040"/>
                </a:solidFill>
                <a:latin typeface="Calibri"/>
                <a:ea typeface="Calibri"/>
                <a:cs typeface="Calibri"/>
              </a:rPr>
              <a:t>index</a:t>
            </a:r>
            <a:endParaRPr lang="en-GB" sz="1600" b="1">
              <a:solidFill>
                <a:srgbClr val="404040"/>
              </a:solidFill>
              <a:latin typeface="Calibri"/>
              <a:ea typeface="Calibri"/>
              <a:cs typeface="Calibri"/>
            </a:endParaRPr>
          </a:p>
          <a:p>
            <a:r>
              <a:rPr lang="en-GB" sz="1600" dirty="0">
                <a:solidFill>
                  <a:srgbClr val="404040"/>
                </a:solidFill>
                <a:ea typeface="Calibri"/>
                <a:cs typeface="Calibri"/>
              </a:rPr>
              <a:t>This tells GIT to start tracking the staged file / changes in modified file</a:t>
            </a:r>
          </a:p>
          <a:p>
            <a:r>
              <a:rPr lang="en-GB" sz="1600" dirty="0">
                <a:solidFill>
                  <a:srgbClr val="404040"/>
                </a:solidFill>
                <a:ea typeface="Calibri"/>
                <a:cs typeface="Calibri"/>
              </a:rPr>
              <a:t>Files are </a:t>
            </a:r>
            <a:r>
              <a:rPr lang="en-GB" sz="1600" b="1" dirty="0">
                <a:solidFill>
                  <a:srgbClr val="404040"/>
                </a:solidFill>
                <a:ea typeface="Calibri"/>
                <a:cs typeface="Calibri"/>
              </a:rPr>
              <a:t>staged </a:t>
            </a:r>
            <a:r>
              <a:rPr lang="en-GB" sz="1600" dirty="0">
                <a:solidFill>
                  <a:srgbClr val="404040"/>
                </a:solidFill>
                <a:ea typeface="Calibri"/>
                <a:cs typeface="Calibri"/>
              </a:rPr>
              <a:t>using the </a:t>
            </a:r>
            <a:r>
              <a:rPr lang="en-GB" sz="1600" b="1" dirty="0">
                <a:solidFill>
                  <a:srgbClr val="404040"/>
                </a:solidFill>
                <a:latin typeface="Consolas"/>
                <a:ea typeface="Calibri"/>
                <a:cs typeface="Calibri"/>
              </a:rPr>
              <a:t>git add</a:t>
            </a:r>
            <a:r>
              <a:rPr lang="en-GB" sz="1600" dirty="0">
                <a:solidFill>
                  <a:srgbClr val="404040"/>
                </a:solidFill>
                <a:ea typeface="Calibri"/>
                <a:cs typeface="Calibri"/>
              </a:rPr>
              <a:t> command</a:t>
            </a:r>
          </a:p>
          <a:p>
            <a:r>
              <a:rPr lang="en-GB" sz="1600" dirty="0">
                <a:solidFill>
                  <a:srgbClr val="404040"/>
                </a:solidFill>
                <a:ea typeface="Calibri"/>
                <a:cs typeface="Calibri"/>
              </a:rPr>
              <a:t>Once as file is staged, the changes will be ready to be committed</a:t>
            </a:r>
          </a:p>
        </p:txBody>
      </p:sp>
      <p:pic>
        <p:nvPicPr>
          <p:cNvPr id="5" name="Picture 4" descr="A screenshot of a computer screen&#10;&#10;Description automatically generated">
            <a:extLst>
              <a:ext uri="{FF2B5EF4-FFF2-40B4-BE49-F238E27FC236}">
                <a16:creationId xmlns:a16="http://schemas.microsoft.com/office/drawing/2014/main" id="{C032D023-5390-3FE4-BB6F-001C98B2A357}"/>
              </a:ext>
            </a:extLst>
          </p:cNvPr>
          <p:cNvPicPr>
            <a:picLocks noChangeAspect="1"/>
          </p:cNvPicPr>
          <p:nvPr/>
        </p:nvPicPr>
        <p:blipFill>
          <a:blip r:embed="rId2"/>
          <a:stretch>
            <a:fillRect/>
          </a:stretch>
        </p:blipFill>
        <p:spPr>
          <a:xfrm>
            <a:off x="6416298" y="329337"/>
            <a:ext cx="5674397" cy="2094413"/>
          </a:xfrm>
          <a:prstGeom prst="rect">
            <a:avLst/>
          </a:prstGeom>
        </p:spPr>
      </p:pic>
      <p:pic>
        <p:nvPicPr>
          <p:cNvPr id="6" name="Picture 5" descr="A computer code with black text&#10;&#10;Description automatically generated">
            <a:extLst>
              <a:ext uri="{FF2B5EF4-FFF2-40B4-BE49-F238E27FC236}">
                <a16:creationId xmlns:a16="http://schemas.microsoft.com/office/drawing/2014/main" id="{FE99150D-F32A-969B-219A-20336B4A826D}"/>
              </a:ext>
            </a:extLst>
          </p:cNvPr>
          <p:cNvPicPr>
            <a:picLocks noChangeAspect="1"/>
          </p:cNvPicPr>
          <p:nvPr/>
        </p:nvPicPr>
        <p:blipFill>
          <a:blip r:embed="rId3"/>
          <a:stretch>
            <a:fillRect/>
          </a:stretch>
        </p:blipFill>
        <p:spPr>
          <a:xfrm>
            <a:off x="6415261" y="4757289"/>
            <a:ext cx="4528616" cy="1965481"/>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BFD095F6-7739-E532-0378-32D3972C13B2}"/>
                  </a:ext>
                </a:extLst>
              </p14:cNvPr>
              <p14:cNvContentPartPr/>
              <p14:nvPr/>
            </p14:nvContentPartPr>
            <p14:xfrm>
              <a:off x="8079679" y="2521406"/>
              <a:ext cx="686436" cy="2001642"/>
            </p14:xfrm>
          </p:contentPart>
        </mc:Choice>
        <mc:Fallback xmlns="">
          <p:pic>
            <p:nvPicPr>
              <p:cNvPr id="9" name="Ink 8">
                <a:extLst>
                  <a:ext uri="{FF2B5EF4-FFF2-40B4-BE49-F238E27FC236}">
                    <a16:creationId xmlns:a16="http://schemas.microsoft.com/office/drawing/2014/main" id="{BFD095F6-7739-E532-0378-32D3972C13B2}"/>
                  </a:ext>
                </a:extLst>
              </p:cNvPr>
              <p:cNvPicPr/>
              <p:nvPr/>
            </p:nvPicPr>
            <p:blipFill>
              <a:blip r:embed="rId5"/>
              <a:stretch>
                <a:fillRect/>
              </a:stretch>
            </p:blipFill>
            <p:spPr>
              <a:xfrm>
                <a:off x="8061691" y="2503409"/>
                <a:ext cx="722053" cy="2037276"/>
              </a:xfrm>
              <a:prstGeom prst="rect">
                <a:avLst/>
              </a:prstGeom>
            </p:spPr>
          </p:pic>
        </mc:Fallback>
      </mc:AlternateContent>
      <p:sp>
        <p:nvSpPr>
          <p:cNvPr id="10" name="TextBox 9">
            <a:extLst>
              <a:ext uri="{FF2B5EF4-FFF2-40B4-BE49-F238E27FC236}">
                <a16:creationId xmlns:a16="http://schemas.microsoft.com/office/drawing/2014/main" id="{C95ECBA1-8EFB-D8E6-6BC3-59E14E96837D}"/>
              </a:ext>
            </a:extLst>
          </p:cNvPr>
          <p:cNvSpPr txBox="1"/>
          <p:nvPr/>
        </p:nvSpPr>
        <p:spPr>
          <a:xfrm>
            <a:off x="8554423" y="320929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After staging the file</a:t>
            </a:r>
            <a:endParaRPr lang="en-GB" dirty="0"/>
          </a:p>
        </p:txBody>
      </p:sp>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3715FD3E-804D-26C3-1147-947A5329610D}"/>
                  </a:ext>
                </a:extLst>
              </p14:cNvPr>
              <p14:cNvContentPartPr/>
              <p14:nvPr/>
            </p14:nvContentPartPr>
            <p14:xfrm>
              <a:off x="9737277" y="3443530"/>
              <a:ext cx="11124" cy="11124"/>
            </p14:xfrm>
          </p:contentPart>
        </mc:Choice>
        <mc:Fallback xmlns="">
          <p:pic>
            <p:nvPicPr>
              <p:cNvPr id="12" name="Ink 11">
                <a:extLst>
                  <a:ext uri="{FF2B5EF4-FFF2-40B4-BE49-F238E27FC236}">
                    <a16:creationId xmlns:a16="http://schemas.microsoft.com/office/drawing/2014/main" id="{3715FD3E-804D-26C3-1147-947A5329610D}"/>
                  </a:ext>
                </a:extLst>
              </p:cNvPr>
              <p:cNvPicPr/>
              <p:nvPr/>
            </p:nvPicPr>
            <p:blipFill>
              <a:blip r:embed="rId7"/>
              <a:stretch>
                <a:fillRect/>
              </a:stretch>
            </p:blipFill>
            <p:spPr>
              <a:xfrm>
                <a:off x="9192201" y="2887330"/>
                <a:ext cx="1112400" cy="1112400"/>
              </a:xfrm>
              <a:prstGeom prst="rect">
                <a:avLst/>
              </a:prstGeom>
            </p:spPr>
          </p:pic>
        </mc:Fallback>
      </mc:AlternateContent>
    </p:spTree>
    <p:extLst>
      <p:ext uri="{BB962C8B-B14F-4D97-AF65-F5344CB8AC3E}">
        <p14:creationId xmlns:p14="http://schemas.microsoft.com/office/powerpoint/2010/main" val="992980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a:xfrm>
            <a:off x="838200" y="365125"/>
            <a:ext cx="10515600" cy="1014089"/>
          </a:xfrm>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704711" y="1452968"/>
            <a:ext cx="4541966" cy="4651688"/>
          </a:xfrm>
        </p:spPr>
        <p:txBody>
          <a:bodyPr vert="horz" lIns="91440" tIns="45720" rIns="91440" bIns="45720" rtlCol="0" anchor="t">
            <a:normAutofit lnSpcReduction="10000"/>
          </a:bodyPr>
          <a:lstStyle/>
          <a:p>
            <a:pPr marL="0" indent="0">
              <a:buNone/>
            </a:pPr>
            <a:r>
              <a:rPr lang="en-GB" b="1" dirty="0">
                <a:cs typeface="Calibri"/>
              </a:rPr>
              <a:t>Commits</a:t>
            </a:r>
            <a:endParaRPr lang="en-US" b="1">
              <a:ea typeface="Calibri"/>
              <a:cs typeface="Calibri"/>
            </a:endParaRPr>
          </a:p>
          <a:p>
            <a:r>
              <a:rPr lang="en-GB" sz="1600" dirty="0">
                <a:solidFill>
                  <a:srgbClr val="404040"/>
                </a:solidFill>
                <a:ea typeface="+mn-lt"/>
                <a:cs typeface="+mn-lt"/>
              </a:rPr>
              <a:t>This a snapshot of change that has been </a:t>
            </a:r>
            <a:r>
              <a:rPr lang="en-GB" sz="1600" b="1" dirty="0">
                <a:solidFill>
                  <a:srgbClr val="404040"/>
                </a:solidFill>
                <a:ea typeface="+mn-lt"/>
                <a:cs typeface="+mn-lt"/>
              </a:rPr>
              <a:t>committed </a:t>
            </a:r>
            <a:r>
              <a:rPr lang="en-GB" sz="1600" dirty="0">
                <a:solidFill>
                  <a:srgbClr val="404040"/>
                </a:solidFill>
                <a:ea typeface="+mn-lt"/>
                <a:cs typeface="+mn-lt"/>
              </a:rPr>
              <a:t>to a branch in either the </a:t>
            </a:r>
            <a:r>
              <a:rPr lang="en-GB" sz="1600" b="1" dirty="0">
                <a:solidFill>
                  <a:srgbClr val="404040"/>
                </a:solidFill>
                <a:ea typeface="+mn-lt"/>
                <a:cs typeface="+mn-lt"/>
              </a:rPr>
              <a:t>local </a:t>
            </a:r>
            <a:r>
              <a:rPr lang="en-GB" sz="1600" dirty="0">
                <a:solidFill>
                  <a:srgbClr val="404040"/>
                </a:solidFill>
                <a:ea typeface="+mn-lt"/>
                <a:cs typeface="+mn-lt"/>
              </a:rPr>
              <a:t>and/or </a:t>
            </a:r>
            <a:r>
              <a:rPr lang="en-GB" sz="1600" b="1" dirty="0">
                <a:solidFill>
                  <a:srgbClr val="404040"/>
                </a:solidFill>
                <a:ea typeface="+mn-lt"/>
                <a:cs typeface="+mn-lt"/>
              </a:rPr>
              <a:t>remote </a:t>
            </a:r>
            <a:r>
              <a:rPr lang="en-GB" sz="1600" dirty="0">
                <a:solidFill>
                  <a:srgbClr val="404040"/>
                </a:solidFill>
                <a:ea typeface="+mn-lt"/>
                <a:cs typeface="+mn-lt"/>
              </a:rPr>
              <a:t>repository</a:t>
            </a:r>
            <a:endParaRPr lang="en-GB" sz="1600" dirty="0">
              <a:solidFill>
                <a:srgbClr val="404040"/>
              </a:solidFill>
              <a:cs typeface="Calibri"/>
            </a:endParaRPr>
          </a:p>
          <a:p>
            <a:r>
              <a:rPr lang="en-GB" sz="1600" dirty="0">
                <a:solidFill>
                  <a:srgbClr val="404040"/>
                </a:solidFill>
                <a:cs typeface="Calibri"/>
              </a:rPr>
              <a:t>A change may involve one or more edits on one or more files</a:t>
            </a:r>
          </a:p>
          <a:p>
            <a:r>
              <a:rPr lang="en-GB" sz="1600" dirty="0">
                <a:solidFill>
                  <a:srgbClr val="404040"/>
                </a:solidFill>
                <a:cs typeface="Calibri"/>
              </a:rPr>
              <a:t>A commit is accomplished via through the </a:t>
            </a:r>
            <a:r>
              <a:rPr lang="en-GB" sz="1600" b="1" dirty="0">
                <a:solidFill>
                  <a:srgbClr val="404040"/>
                </a:solidFill>
                <a:latin typeface="Consolas"/>
                <a:cs typeface="Calibri"/>
              </a:rPr>
              <a:t>git commit</a:t>
            </a:r>
            <a:r>
              <a:rPr lang="en-GB" sz="1600" dirty="0">
                <a:solidFill>
                  <a:srgbClr val="404040"/>
                </a:solidFill>
                <a:cs typeface="Calibri"/>
              </a:rPr>
              <a:t> command. A commit message is required</a:t>
            </a:r>
            <a:endParaRPr lang="en-GB" sz="1600" dirty="0">
              <a:solidFill>
                <a:srgbClr val="404040"/>
              </a:solidFill>
              <a:ea typeface="Calibri"/>
              <a:cs typeface="Calibri"/>
            </a:endParaRPr>
          </a:p>
          <a:p>
            <a:r>
              <a:rPr lang="en-GB" sz="1600" dirty="0">
                <a:solidFill>
                  <a:srgbClr val="404040"/>
                </a:solidFill>
                <a:cs typeface="Calibri"/>
              </a:rPr>
              <a:t>For changes to qualify to be committed, they must have been staged using the </a:t>
            </a:r>
            <a:r>
              <a:rPr lang="en-GB" sz="1600" b="1" dirty="0">
                <a:solidFill>
                  <a:srgbClr val="404040"/>
                </a:solidFill>
                <a:latin typeface="Consolas"/>
                <a:cs typeface="Calibri"/>
              </a:rPr>
              <a:t>git add</a:t>
            </a:r>
            <a:r>
              <a:rPr lang="en-GB" sz="1600" dirty="0">
                <a:solidFill>
                  <a:srgbClr val="404040"/>
                </a:solidFill>
                <a:cs typeface="Calibri"/>
              </a:rPr>
              <a:t> command</a:t>
            </a:r>
          </a:p>
          <a:p>
            <a:r>
              <a:rPr lang="en-GB" sz="1600" dirty="0">
                <a:solidFill>
                  <a:srgbClr val="404040"/>
                </a:solidFill>
                <a:cs typeface="Calibri"/>
              </a:rPr>
              <a:t>Commits on the local repository can be pushed to the remote repository via the </a:t>
            </a:r>
            <a:r>
              <a:rPr lang="en-GB" sz="1600" b="1" dirty="0">
                <a:solidFill>
                  <a:srgbClr val="404040"/>
                </a:solidFill>
                <a:latin typeface="Consolas"/>
                <a:cs typeface="Calibri"/>
              </a:rPr>
              <a:t>git push</a:t>
            </a:r>
            <a:r>
              <a:rPr lang="en-GB" sz="1600" dirty="0">
                <a:solidFill>
                  <a:srgbClr val="404040"/>
                </a:solidFill>
                <a:cs typeface="Calibri"/>
              </a:rPr>
              <a:t> command</a:t>
            </a:r>
          </a:p>
          <a:p>
            <a:r>
              <a:rPr lang="en-GB" sz="1600" dirty="0">
                <a:solidFill>
                  <a:srgbClr val="404040"/>
                </a:solidFill>
                <a:cs typeface="Calibri"/>
              </a:rPr>
              <a:t>Commits on the remote repository can be pulled to the local repository via </a:t>
            </a:r>
            <a:r>
              <a:rPr lang="en-GB" sz="1600" b="1" dirty="0">
                <a:solidFill>
                  <a:srgbClr val="404040"/>
                </a:solidFill>
                <a:latin typeface="Consolas"/>
                <a:cs typeface="Calibri"/>
              </a:rPr>
              <a:t>git pull, git fetch</a:t>
            </a:r>
            <a:r>
              <a:rPr lang="en-GB" sz="1600" dirty="0">
                <a:solidFill>
                  <a:srgbClr val="404040"/>
                </a:solidFill>
                <a:cs typeface="Calibri"/>
              </a:rPr>
              <a:t> commands</a:t>
            </a:r>
          </a:p>
          <a:p>
            <a:endParaRPr lang="en-GB" sz="1600" dirty="0">
              <a:solidFill>
                <a:srgbClr val="404040"/>
              </a:solidFill>
              <a:cs typeface="Calibri"/>
            </a:endParaRPr>
          </a:p>
        </p:txBody>
      </p:sp>
      <p:pic>
        <p:nvPicPr>
          <p:cNvPr id="4" name="Picture 3" descr="A screenshot of a computer&#10;&#10;Description automatically generated">
            <a:extLst>
              <a:ext uri="{FF2B5EF4-FFF2-40B4-BE49-F238E27FC236}">
                <a16:creationId xmlns:a16="http://schemas.microsoft.com/office/drawing/2014/main" id="{FC0FF228-6529-FFA4-7DB7-1F3FE747FAA1}"/>
              </a:ext>
            </a:extLst>
          </p:cNvPr>
          <p:cNvPicPr>
            <a:picLocks noChangeAspect="1"/>
          </p:cNvPicPr>
          <p:nvPr/>
        </p:nvPicPr>
        <p:blipFill rotWithShape="1">
          <a:blip r:embed="rId2"/>
          <a:srcRect r="5981" b="142"/>
          <a:stretch/>
        </p:blipFill>
        <p:spPr>
          <a:xfrm>
            <a:off x="5375160" y="1562771"/>
            <a:ext cx="6558699" cy="39104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60011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a:xfrm>
            <a:off x="838200" y="159329"/>
            <a:ext cx="10515600" cy="1058585"/>
          </a:xfrm>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838200" y="1046939"/>
            <a:ext cx="11183045" cy="3083192"/>
          </a:xfrm>
        </p:spPr>
        <p:txBody>
          <a:bodyPr vert="horz" lIns="91440" tIns="45720" rIns="91440" bIns="45720" rtlCol="0" anchor="t">
            <a:normAutofit fontScale="92500" lnSpcReduction="20000"/>
          </a:bodyPr>
          <a:lstStyle/>
          <a:p>
            <a:pPr marL="0" indent="0">
              <a:buNone/>
            </a:pPr>
            <a:r>
              <a:rPr lang="en-GB" dirty="0">
                <a:cs typeface="Calibri"/>
              </a:rPr>
              <a:t>Branch</a:t>
            </a:r>
            <a:endParaRPr lang="en-US" dirty="0"/>
          </a:p>
          <a:p>
            <a:r>
              <a:rPr lang="en-GB" sz="1600" dirty="0">
                <a:solidFill>
                  <a:srgbClr val="404040"/>
                </a:solidFill>
                <a:cs typeface="Calibri"/>
              </a:rPr>
              <a:t>In GIT, a branch is a version or copy of the repository.</a:t>
            </a:r>
          </a:p>
          <a:p>
            <a:r>
              <a:rPr lang="en-GB" sz="1600" dirty="0">
                <a:solidFill>
                  <a:srgbClr val="404040"/>
                </a:solidFill>
                <a:cs typeface="Calibri"/>
              </a:rPr>
              <a:t> </a:t>
            </a:r>
            <a:r>
              <a:rPr lang="en-GB" sz="1600" b="1" dirty="0">
                <a:solidFill>
                  <a:srgbClr val="404040"/>
                </a:solidFill>
                <a:cs typeface="Calibri"/>
              </a:rPr>
              <a:t>commits </a:t>
            </a:r>
            <a:r>
              <a:rPr lang="en-GB" sz="1600" dirty="0">
                <a:solidFill>
                  <a:srgbClr val="404040"/>
                </a:solidFill>
                <a:cs typeface="Calibri"/>
              </a:rPr>
              <a:t>are contained in a branch.</a:t>
            </a:r>
          </a:p>
          <a:p>
            <a:r>
              <a:rPr lang="en-GB" sz="1600" dirty="0">
                <a:solidFill>
                  <a:srgbClr val="404040"/>
                </a:solidFill>
                <a:cs typeface="Calibri"/>
              </a:rPr>
              <a:t>Typically, you keep your commits for a feature / fix in a branch</a:t>
            </a:r>
          </a:p>
          <a:p>
            <a:r>
              <a:rPr lang="en-GB" sz="1600" dirty="0">
                <a:solidFill>
                  <a:srgbClr val="404040"/>
                </a:solidFill>
                <a:cs typeface="Calibri"/>
              </a:rPr>
              <a:t>The default branch is called </a:t>
            </a:r>
            <a:r>
              <a:rPr lang="en-GB" sz="1600" b="1" dirty="0">
                <a:solidFill>
                  <a:srgbClr val="404040"/>
                </a:solidFill>
                <a:cs typeface="Calibri"/>
              </a:rPr>
              <a:t>main</a:t>
            </a:r>
          </a:p>
          <a:p>
            <a:r>
              <a:rPr lang="en-GB" sz="1600" dirty="0">
                <a:solidFill>
                  <a:srgbClr val="404040"/>
                </a:solidFill>
                <a:cs typeface="Calibri"/>
              </a:rPr>
              <a:t>Branches are created using the </a:t>
            </a:r>
            <a:r>
              <a:rPr lang="en-GB" sz="1600" b="1" dirty="0">
                <a:solidFill>
                  <a:srgbClr val="404040"/>
                </a:solidFill>
                <a:latin typeface="Consolas"/>
                <a:cs typeface="Calibri"/>
              </a:rPr>
              <a:t>git branch &lt;branch name&gt;</a:t>
            </a:r>
            <a:r>
              <a:rPr lang="en-GB" sz="1600" dirty="0">
                <a:solidFill>
                  <a:srgbClr val="404040"/>
                </a:solidFill>
                <a:cs typeface="Calibri"/>
              </a:rPr>
              <a:t> command</a:t>
            </a:r>
          </a:p>
          <a:p>
            <a:r>
              <a:rPr lang="en-GB" sz="1600" dirty="0">
                <a:solidFill>
                  <a:srgbClr val="404040"/>
                </a:solidFill>
                <a:cs typeface="Calibri"/>
              </a:rPr>
              <a:t>You can switch from one branch to another using the </a:t>
            </a:r>
            <a:r>
              <a:rPr lang="en-GB" sz="1600" b="1" dirty="0">
                <a:solidFill>
                  <a:srgbClr val="404040"/>
                </a:solidFill>
                <a:latin typeface="Consolas"/>
                <a:cs typeface="Calibri"/>
              </a:rPr>
              <a:t>git checkout &lt;branch name&gt;</a:t>
            </a:r>
            <a:r>
              <a:rPr lang="en-GB" sz="1600" dirty="0">
                <a:solidFill>
                  <a:srgbClr val="404040"/>
                </a:solidFill>
                <a:cs typeface="Calibri"/>
              </a:rPr>
              <a:t> command</a:t>
            </a:r>
          </a:p>
          <a:p>
            <a:r>
              <a:rPr lang="en-GB" sz="1600" dirty="0">
                <a:solidFill>
                  <a:srgbClr val="404040"/>
                </a:solidFill>
                <a:cs typeface="Calibri"/>
              </a:rPr>
              <a:t>Naming convention for branches </a:t>
            </a:r>
          </a:p>
          <a:p>
            <a:pPr lvl="1"/>
            <a:r>
              <a:rPr lang="en-GB" sz="1200" dirty="0">
                <a:solidFill>
                  <a:srgbClr val="404040"/>
                </a:solidFill>
                <a:cs typeface="Calibri"/>
              </a:rPr>
              <a:t>Feature branches : feature/&lt;name-of-feature&gt;</a:t>
            </a:r>
          </a:p>
          <a:p>
            <a:pPr lvl="1"/>
            <a:r>
              <a:rPr lang="en-GB" sz="1200" dirty="0">
                <a:solidFill>
                  <a:srgbClr val="404040"/>
                </a:solidFill>
                <a:cs typeface="Calibri"/>
              </a:rPr>
              <a:t>Hotfix branches: hotfix/&lt;name-of-hotfix&gt;</a:t>
            </a:r>
          </a:p>
          <a:p>
            <a:pPr lvl="1"/>
            <a:r>
              <a:rPr lang="en-GB" sz="1200" dirty="0">
                <a:solidFill>
                  <a:srgbClr val="404040"/>
                </a:solidFill>
                <a:cs typeface="Calibri"/>
              </a:rPr>
              <a:t>Bugfix branches: bugfix/&lt;name-of-bugfix&gt;</a:t>
            </a:r>
          </a:p>
          <a:p>
            <a:pPr lvl="1"/>
            <a:endParaRPr lang="en-GB" sz="1200" dirty="0">
              <a:solidFill>
                <a:srgbClr val="404040"/>
              </a:solidFill>
              <a:cs typeface="Calibri"/>
            </a:endParaRPr>
          </a:p>
        </p:txBody>
      </p:sp>
      <p:pic>
        <p:nvPicPr>
          <p:cNvPr id="4" name="Picture 3" descr="A screenshot of a computer&#10;&#10;Description automatically generated">
            <a:extLst>
              <a:ext uri="{FF2B5EF4-FFF2-40B4-BE49-F238E27FC236}">
                <a16:creationId xmlns:a16="http://schemas.microsoft.com/office/drawing/2014/main" id="{758B7525-1EB4-1248-DC0D-A5D030360979}"/>
              </a:ext>
            </a:extLst>
          </p:cNvPr>
          <p:cNvPicPr>
            <a:picLocks noChangeAspect="1"/>
          </p:cNvPicPr>
          <p:nvPr/>
        </p:nvPicPr>
        <p:blipFill>
          <a:blip r:embed="rId2"/>
          <a:stretch>
            <a:fillRect/>
          </a:stretch>
        </p:blipFill>
        <p:spPr>
          <a:xfrm>
            <a:off x="836532" y="4491980"/>
            <a:ext cx="7732353" cy="2212434"/>
          </a:xfrm>
          <a:prstGeom prst="rect">
            <a:avLst/>
          </a:prstGeom>
        </p:spPr>
      </p:pic>
    </p:spTree>
    <p:extLst>
      <p:ext uri="{BB962C8B-B14F-4D97-AF65-F5344CB8AC3E}">
        <p14:creationId xmlns:p14="http://schemas.microsoft.com/office/powerpoint/2010/main" val="3615795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297ED-5985-6335-3521-0234EB29F172}"/>
              </a:ext>
            </a:extLst>
          </p:cNvPr>
          <p:cNvSpPr>
            <a:spLocks noGrp="1"/>
          </p:cNvSpPr>
          <p:nvPr>
            <p:ph type="title"/>
          </p:nvPr>
        </p:nvSpPr>
        <p:spPr>
          <a:xfrm>
            <a:off x="838200" y="365125"/>
            <a:ext cx="10515600" cy="1097520"/>
          </a:xfrm>
        </p:spPr>
        <p:txBody>
          <a:bodyPr/>
          <a:lstStyle/>
          <a:p>
            <a:r>
              <a:rPr lang="en-GB" dirty="0">
                <a:cs typeface="Calibri Light"/>
              </a:rPr>
              <a:t>Branches</a:t>
            </a:r>
            <a:endParaRPr lang="en-GB" dirty="0"/>
          </a:p>
        </p:txBody>
      </p:sp>
      <p:pic>
        <p:nvPicPr>
          <p:cNvPr id="3" name="Content Placeholder 2" descr="A black background with colorful dots&#10;&#10;Description automatically generated">
            <a:extLst>
              <a:ext uri="{FF2B5EF4-FFF2-40B4-BE49-F238E27FC236}">
                <a16:creationId xmlns:a16="http://schemas.microsoft.com/office/drawing/2014/main" id="{46204417-FF37-F156-F35E-8607E45BB678}"/>
              </a:ext>
            </a:extLst>
          </p:cNvPr>
          <p:cNvPicPr>
            <a:picLocks noGrp="1" noChangeAspect="1"/>
          </p:cNvPicPr>
          <p:nvPr>
            <p:ph idx="1"/>
          </p:nvPr>
        </p:nvPicPr>
        <p:blipFill>
          <a:blip r:embed="rId2"/>
          <a:stretch>
            <a:fillRect/>
          </a:stretch>
        </p:blipFill>
        <p:spPr>
          <a:xfrm>
            <a:off x="546758" y="1155729"/>
            <a:ext cx="7470397" cy="5602797"/>
          </a:xfrm>
        </p:spPr>
      </p:pic>
      <p:sp>
        <p:nvSpPr>
          <p:cNvPr id="4" name="TextBox 3">
            <a:extLst>
              <a:ext uri="{FF2B5EF4-FFF2-40B4-BE49-F238E27FC236}">
                <a16:creationId xmlns:a16="http://schemas.microsoft.com/office/drawing/2014/main" id="{AABDBAA5-FB0C-7C81-B1CA-C82087E494AE}"/>
              </a:ext>
            </a:extLst>
          </p:cNvPr>
          <p:cNvSpPr txBox="1"/>
          <p:nvPr/>
        </p:nvSpPr>
        <p:spPr>
          <a:xfrm>
            <a:off x="8098335" y="112353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5" name="TextBox 4">
            <a:extLst>
              <a:ext uri="{FF2B5EF4-FFF2-40B4-BE49-F238E27FC236}">
                <a16:creationId xmlns:a16="http://schemas.microsoft.com/office/drawing/2014/main" id="{4FCFDF86-2DE8-2DD1-9DEB-C63DEC84F67F}"/>
              </a:ext>
            </a:extLst>
          </p:cNvPr>
          <p:cNvSpPr txBox="1"/>
          <p:nvPr/>
        </p:nvSpPr>
        <p:spPr>
          <a:xfrm>
            <a:off x="7764613" y="1307080"/>
            <a:ext cx="418933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dirty="0">
                <a:ea typeface="Calibri"/>
                <a:cs typeface="Calibri"/>
              </a:rPr>
              <a:t>Commits happen within branches</a:t>
            </a:r>
          </a:p>
          <a:p>
            <a:pPr marL="285750" indent="-285750">
              <a:buFont typeface="Arial"/>
              <a:buChar char="•"/>
            </a:pPr>
            <a:r>
              <a:rPr lang="en-GB" dirty="0">
                <a:ea typeface="Calibri"/>
                <a:cs typeface="Calibri"/>
              </a:rPr>
              <a:t>Branches can be merged, creating a new commit with merged code</a:t>
            </a:r>
          </a:p>
          <a:p>
            <a:pPr marL="285750" indent="-285750">
              <a:buFont typeface="Arial"/>
              <a:buChar char="•"/>
            </a:pPr>
            <a:r>
              <a:rPr lang="en-GB" dirty="0">
                <a:ea typeface="Calibri"/>
                <a:cs typeface="Calibri"/>
              </a:rPr>
              <a:t>Merging of branches can result to conflicts which have to be resolved before proceeding</a:t>
            </a:r>
          </a:p>
          <a:p>
            <a:pPr marL="285750" indent="-285750">
              <a:buFont typeface="Arial"/>
              <a:buChar char="•"/>
            </a:pPr>
            <a:endParaRPr lang="en-GB" dirty="0">
              <a:ea typeface="Calibri"/>
              <a:cs typeface="Calibri"/>
            </a:endParaRPr>
          </a:p>
        </p:txBody>
      </p:sp>
    </p:spTree>
    <p:extLst>
      <p:ext uri="{BB962C8B-B14F-4D97-AF65-F5344CB8AC3E}">
        <p14:creationId xmlns:p14="http://schemas.microsoft.com/office/powerpoint/2010/main" val="3091124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838200" y="1825625"/>
            <a:ext cx="4486345" cy="4351338"/>
          </a:xfrm>
        </p:spPr>
        <p:txBody>
          <a:bodyPr vert="horz" lIns="91440" tIns="45720" rIns="91440" bIns="45720" rtlCol="0" anchor="t">
            <a:normAutofit/>
          </a:bodyPr>
          <a:lstStyle/>
          <a:p>
            <a:pPr marL="0" indent="0">
              <a:buNone/>
            </a:pPr>
            <a:r>
              <a:rPr lang="en-GB" dirty="0">
                <a:cs typeface="Calibri"/>
              </a:rPr>
              <a:t>Merges / Pull Request</a:t>
            </a:r>
            <a:endParaRPr lang="en-US" dirty="0"/>
          </a:p>
          <a:p>
            <a:r>
              <a:rPr lang="en-GB" sz="1600" dirty="0">
                <a:solidFill>
                  <a:srgbClr val="404040"/>
                </a:solidFill>
                <a:cs typeface="Calibri"/>
              </a:rPr>
              <a:t>To merge a branch to another, it is best practice to have a code review either by a peer or by the lead dev so that quality of code can be maintained.</a:t>
            </a:r>
            <a:endParaRPr lang="en-GB" sz="1600" dirty="0">
              <a:solidFill>
                <a:srgbClr val="404040"/>
              </a:solidFill>
              <a:ea typeface="Calibri"/>
              <a:cs typeface="Calibri"/>
            </a:endParaRPr>
          </a:p>
          <a:p>
            <a:r>
              <a:rPr lang="en-GB" sz="1600" dirty="0">
                <a:solidFill>
                  <a:srgbClr val="404040"/>
                </a:solidFill>
                <a:ea typeface="Calibri"/>
                <a:cs typeface="Calibri"/>
              </a:rPr>
              <a:t>To facilitate code review, a developer creates a pull-request and may select the persons to review the code</a:t>
            </a:r>
          </a:p>
          <a:p>
            <a:r>
              <a:rPr lang="en-GB" sz="1600" dirty="0">
                <a:solidFill>
                  <a:srgbClr val="404040"/>
                </a:solidFill>
                <a:ea typeface="Calibri"/>
                <a:cs typeface="Calibri"/>
              </a:rPr>
              <a:t>The reviewer will receive a notification of review and can review the code changes then:</a:t>
            </a:r>
          </a:p>
          <a:p>
            <a:pPr lvl="1"/>
            <a:r>
              <a:rPr lang="en-GB" sz="1200" dirty="0">
                <a:solidFill>
                  <a:srgbClr val="404040"/>
                </a:solidFill>
                <a:ea typeface="Calibri"/>
                <a:cs typeface="Calibri"/>
              </a:rPr>
              <a:t>Approve the merge – thus effecting the merge of code to the destination branch</a:t>
            </a:r>
          </a:p>
          <a:p>
            <a:pPr lvl="1"/>
            <a:r>
              <a:rPr lang="en-GB" sz="1200" dirty="0">
                <a:solidFill>
                  <a:srgbClr val="404040"/>
                </a:solidFill>
                <a:ea typeface="Calibri"/>
                <a:cs typeface="Calibri"/>
              </a:rPr>
              <a:t>Decline the merge – With notes on what needs to change</a:t>
            </a:r>
          </a:p>
          <a:p>
            <a:pPr lvl="1"/>
            <a:r>
              <a:rPr lang="en-GB" sz="1200" dirty="0">
                <a:solidFill>
                  <a:srgbClr val="404040"/>
                </a:solidFill>
                <a:ea typeface="Calibri"/>
                <a:cs typeface="Calibri"/>
              </a:rPr>
              <a:t>Pend the merge with comments</a:t>
            </a:r>
          </a:p>
          <a:p>
            <a:endParaRPr lang="en-GB" sz="1600" dirty="0">
              <a:solidFill>
                <a:srgbClr val="404040"/>
              </a:solidFill>
              <a:ea typeface="Calibri"/>
              <a:cs typeface="Calibri"/>
            </a:endParaRPr>
          </a:p>
          <a:p>
            <a:pPr lvl="1"/>
            <a:endParaRPr lang="en-GB" sz="1200" dirty="0">
              <a:solidFill>
                <a:srgbClr val="404040"/>
              </a:solidFill>
              <a:ea typeface="Calibri"/>
              <a:cs typeface="Calibri"/>
            </a:endParaRPr>
          </a:p>
        </p:txBody>
      </p:sp>
      <p:pic>
        <p:nvPicPr>
          <p:cNvPr id="4" name="Picture 3" descr="A screenshot of a computer&#10;&#10;Description automatically generated">
            <a:extLst>
              <a:ext uri="{FF2B5EF4-FFF2-40B4-BE49-F238E27FC236}">
                <a16:creationId xmlns:a16="http://schemas.microsoft.com/office/drawing/2014/main" id="{946317B7-BEF0-0F41-9760-EF69A33B7ED0}"/>
              </a:ext>
            </a:extLst>
          </p:cNvPr>
          <p:cNvPicPr>
            <a:picLocks noChangeAspect="1"/>
          </p:cNvPicPr>
          <p:nvPr/>
        </p:nvPicPr>
        <p:blipFill>
          <a:blip r:embed="rId2"/>
          <a:stretch>
            <a:fillRect/>
          </a:stretch>
        </p:blipFill>
        <p:spPr>
          <a:xfrm>
            <a:off x="5569831" y="1860667"/>
            <a:ext cx="6581010" cy="34592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54295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4475D-16E4-FF0F-B962-5CA2D4E54FED}"/>
              </a:ext>
            </a:extLst>
          </p:cNvPr>
          <p:cNvSpPr>
            <a:spLocks noGrp="1"/>
          </p:cNvSpPr>
          <p:nvPr>
            <p:ph type="title"/>
          </p:nvPr>
        </p:nvSpPr>
        <p:spPr/>
        <p:txBody>
          <a:bodyPr/>
          <a:lstStyle/>
          <a:p>
            <a:r>
              <a:rPr lang="en-GB" b="1" dirty="0">
                <a:cs typeface="Calibri Light"/>
              </a:rPr>
              <a:t>GIT Concepts</a:t>
            </a:r>
            <a:endParaRPr lang="en-GB" b="1">
              <a:cs typeface="Calibri Light"/>
            </a:endParaRPr>
          </a:p>
        </p:txBody>
      </p:sp>
      <p:sp>
        <p:nvSpPr>
          <p:cNvPr id="3" name="Content Placeholder 2">
            <a:extLst>
              <a:ext uri="{FF2B5EF4-FFF2-40B4-BE49-F238E27FC236}">
                <a16:creationId xmlns:a16="http://schemas.microsoft.com/office/drawing/2014/main" id="{1194C17C-144F-6573-B8AF-61AB0D8F7438}"/>
              </a:ext>
            </a:extLst>
          </p:cNvPr>
          <p:cNvSpPr>
            <a:spLocks noGrp="1"/>
          </p:cNvSpPr>
          <p:nvPr>
            <p:ph idx="1"/>
          </p:nvPr>
        </p:nvSpPr>
        <p:spPr>
          <a:xfrm>
            <a:off x="838200" y="1825625"/>
            <a:ext cx="6055533" cy="4351338"/>
          </a:xfrm>
        </p:spPr>
        <p:txBody>
          <a:bodyPr vert="horz" lIns="91440" tIns="45720" rIns="91440" bIns="45720" rtlCol="0" anchor="t">
            <a:normAutofit/>
          </a:bodyPr>
          <a:lstStyle/>
          <a:p>
            <a:pPr marL="0" indent="0">
              <a:buNone/>
            </a:pPr>
            <a:r>
              <a:rPr lang="en-GB" dirty="0">
                <a:cs typeface="Calibri"/>
              </a:rPr>
              <a:t>Conflicts</a:t>
            </a:r>
            <a:endParaRPr lang="en-US" dirty="0"/>
          </a:p>
          <a:p>
            <a:r>
              <a:rPr lang="en-GB" sz="1600" dirty="0">
                <a:solidFill>
                  <a:srgbClr val="404040"/>
                </a:solidFill>
                <a:ea typeface="Calibri"/>
                <a:cs typeface="Calibri"/>
              </a:rPr>
              <a:t>In the process of merging branches, you may encounter a conflict</a:t>
            </a:r>
          </a:p>
          <a:p>
            <a:r>
              <a:rPr lang="en-GB" sz="1600" dirty="0">
                <a:solidFill>
                  <a:srgbClr val="404040"/>
                </a:solidFill>
                <a:ea typeface="+mn-lt"/>
                <a:cs typeface="+mn-lt"/>
              </a:rPr>
              <a:t>Conflicts generally arise when:</a:t>
            </a:r>
          </a:p>
          <a:p>
            <a:pPr lvl="1"/>
            <a:r>
              <a:rPr lang="en-GB" sz="1200" dirty="0">
                <a:solidFill>
                  <a:srgbClr val="404040"/>
                </a:solidFill>
                <a:ea typeface="+mn-lt"/>
                <a:cs typeface="+mn-lt"/>
              </a:rPr>
              <a:t>The two branches have code changes on the same lines in the same file</a:t>
            </a:r>
          </a:p>
          <a:p>
            <a:pPr lvl="1"/>
            <a:r>
              <a:rPr lang="en-GB" sz="1200" dirty="0">
                <a:solidFill>
                  <a:srgbClr val="404040"/>
                </a:solidFill>
                <a:ea typeface="+mn-lt"/>
                <a:cs typeface="+mn-lt"/>
              </a:rPr>
              <a:t>If one branch has deleted a file while another branch has modifications on the same file</a:t>
            </a:r>
            <a:endParaRPr lang="en-GB" sz="1200" dirty="0">
              <a:solidFill>
                <a:srgbClr val="404040"/>
              </a:solidFill>
              <a:ea typeface="Calibri"/>
              <a:cs typeface="Calibri"/>
            </a:endParaRPr>
          </a:p>
          <a:p>
            <a:r>
              <a:rPr lang="en-GB" sz="1600" dirty="0">
                <a:solidFill>
                  <a:srgbClr val="404040"/>
                </a:solidFill>
                <a:ea typeface="Calibri"/>
                <a:cs typeface="Calibri"/>
              </a:rPr>
              <a:t>Conflicts must to be resolved before a merge proceeds</a:t>
            </a:r>
          </a:p>
          <a:p>
            <a:r>
              <a:rPr lang="en-GB" sz="1600" dirty="0">
                <a:solidFill>
                  <a:srgbClr val="404040"/>
                </a:solidFill>
                <a:ea typeface="Calibri"/>
                <a:cs typeface="Calibri"/>
              </a:rPr>
              <a:t>When a conflict occurs, GIT will add some symbols in your code to mark the location of the conflicts</a:t>
            </a:r>
          </a:p>
          <a:p>
            <a:r>
              <a:rPr lang="en-GB" sz="1600" dirty="0">
                <a:solidFill>
                  <a:srgbClr val="404040"/>
                </a:solidFill>
                <a:ea typeface="Calibri"/>
                <a:cs typeface="Calibri"/>
              </a:rPr>
              <a:t>To resolve a conflict, you can:</a:t>
            </a:r>
          </a:p>
          <a:p>
            <a:pPr lvl="1"/>
            <a:r>
              <a:rPr lang="en-GB" sz="1200" dirty="0">
                <a:solidFill>
                  <a:srgbClr val="404040"/>
                </a:solidFill>
                <a:ea typeface="Calibri"/>
                <a:cs typeface="Calibri"/>
              </a:rPr>
              <a:t>Accept incoming change (The other person's change) - Therefore discarding your changes (current)</a:t>
            </a:r>
          </a:p>
          <a:p>
            <a:pPr lvl="1"/>
            <a:r>
              <a:rPr lang="en-GB" sz="1200" dirty="0">
                <a:solidFill>
                  <a:srgbClr val="404040"/>
                </a:solidFill>
                <a:ea typeface="Calibri"/>
                <a:cs typeface="Calibri"/>
              </a:rPr>
              <a:t>Accept your changes (current) - Therefore discarding other person's changes (Incoming)</a:t>
            </a:r>
          </a:p>
          <a:p>
            <a:pPr lvl="1"/>
            <a:r>
              <a:rPr lang="en-GB" sz="1200" dirty="0">
                <a:solidFill>
                  <a:srgbClr val="404040"/>
                </a:solidFill>
                <a:ea typeface="Calibri"/>
                <a:cs typeface="Calibri"/>
              </a:rPr>
              <a:t>Retain both changes</a:t>
            </a:r>
          </a:p>
          <a:p>
            <a:endParaRPr lang="en-GB" sz="1600" dirty="0">
              <a:solidFill>
                <a:srgbClr val="404040"/>
              </a:solidFill>
              <a:ea typeface="Calibri"/>
              <a:cs typeface="Calibri"/>
            </a:endParaRPr>
          </a:p>
          <a:p>
            <a:endParaRPr lang="en-GB" sz="1600" dirty="0">
              <a:solidFill>
                <a:srgbClr val="404040"/>
              </a:solidFill>
              <a:ea typeface="Calibri"/>
              <a:cs typeface="Calibri"/>
            </a:endParaRPr>
          </a:p>
          <a:p>
            <a:endParaRPr lang="en-GB" sz="1600" dirty="0">
              <a:solidFill>
                <a:srgbClr val="404040"/>
              </a:solidFill>
              <a:ea typeface="Calibri"/>
              <a:cs typeface="Calibri"/>
            </a:endParaRPr>
          </a:p>
          <a:p>
            <a:endParaRPr lang="en-GB" sz="1600" dirty="0">
              <a:solidFill>
                <a:srgbClr val="404040"/>
              </a:solidFill>
              <a:ea typeface="Calibri"/>
              <a:cs typeface="Calibri"/>
            </a:endParaRPr>
          </a:p>
          <a:p>
            <a:pPr lvl="1"/>
            <a:endParaRPr lang="en-GB" sz="1200" dirty="0">
              <a:solidFill>
                <a:srgbClr val="404040"/>
              </a:solidFill>
              <a:ea typeface="Calibri"/>
              <a:cs typeface="Calibri"/>
            </a:endParaRPr>
          </a:p>
        </p:txBody>
      </p:sp>
      <p:pic>
        <p:nvPicPr>
          <p:cNvPr id="4" name="Picture 3" descr="A blue screen with green text&#10;&#10;Description automatically generated">
            <a:extLst>
              <a:ext uri="{FF2B5EF4-FFF2-40B4-BE49-F238E27FC236}">
                <a16:creationId xmlns:a16="http://schemas.microsoft.com/office/drawing/2014/main" id="{370B5F54-0371-B8BB-0836-CA6B975736DE}"/>
              </a:ext>
            </a:extLst>
          </p:cNvPr>
          <p:cNvPicPr>
            <a:picLocks noChangeAspect="1"/>
          </p:cNvPicPr>
          <p:nvPr/>
        </p:nvPicPr>
        <p:blipFill>
          <a:blip r:embed="rId2"/>
          <a:stretch>
            <a:fillRect/>
          </a:stretch>
        </p:blipFill>
        <p:spPr>
          <a:xfrm>
            <a:off x="7627786" y="3582806"/>
            <a:ext cx="5018074" cy="1333189"/>
          </a:xfrm>
          <a:prstGeom prst="rect">
            <a:avLst/>
          </a:prstGeom>
        </p:spPr>
      </p:pic>
      <p:sp>
        <p:nvSpPr>
          <p:cNvPr id="5" name="Arrow: Right 4">
            <a:extLst>
              <a:ext uri="{FF2B5EF4-FFF2-40B4-BE49-F238E27FC236}">
                <a16:creationId xmlns:a16="http://schemas.microsoft.com/office/drawing/2014/main" id="{7D5573CD-B9C7-9271-E033-BFE1706943F5}"/>
              </a:ext>
            </a:extLst>
          </p:cNvPr>
          <p:cNvSpPr/>
          <p:nvPr/>
        </p:nvSpPr>
        <p:spPr>
          <a:xfrm>
            <a:off x="6474218" y="4349518"/>
            <a:ext cx="978919" cy="211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56073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5F22-0769-6D73-A5E6-784E77648FBC}"/>
              </a:ext>
            </a:extLst>
          </p:cNvPr>
          <p:cNvSpPr>
            <a:spLocks noGrp="1"/>
          </p:cNvSpPr>
          <p:nvPr>
            <p:ph type="title"/>
          </p:nvPr>
        </p:nvSpPr>
        <p:spPr/>
        <p:txBody>
          <a:bodyPr/>
          <a:lstStyle/>
          <a:p>
            <a:r>
              <a:rPr lang="en-GB" b="1" dirty="0">
                <a:ea typeface="Calibri Light"/>
                <a:cs typeface="Calibri Light"/>
              </a:rPr>
              <a:t>Best Practices</a:t>
            </a:r>
            <a:endParaRPr lang="en-GB" b="1" dirty="0"/>
          </a:p>
        </p:txBody>
      </p:sp>
      <p:sp>
        <p:nvSpPr>
          <p:cNvPr id="3" name="Content Placeholder 2">
            <a:extLst>
              <a:ext uri="{FF2B5EF4-FFF2-40B4-BE49-F238E27FC236}">
                <a16:creationId xmlns:a16="http://schemas.microsoft.com/office/drawing/2014/main" id="{09673835-C847-2676-0129-7DDBCC330C6A}"/>
              </a:ext>
            </a:extLst>
          </p:cNvPr>
          <p:cNvSpPr>
            <a:spLocks noGrp="1"/>
          </p:cNvSpPr>
          <p:nvPr>
            <p:ph idx="1"/>
          </p:nvPr>
        </p:nvSpPr>
        <p:spPr/>
        <p:txBody>
          <a:bodyPr vert="horz" lIns="91440" tIns="45720" rIns="91440" bIns="45720" rtlCol="0" anchor="t">
            <a:normAutofit/>
          </a:bodyPr>
          <a:lstStyle/>
          <a:p>
            <a:r>
              <a:rPr lang="en-GB" b="1" dirty="0">
                <a:ea typeface="+mn-lt"/>
                <a:cs typeface="+mn-lt"/>
              </a:rPr>
              <a:t>Make incremental, small changes</a:t>
            </a:r>
            <a:r>
              <a:rPr lang="en-GB" dirty="0">
                <a:ea typeface="+mn-lt"/>
                <a:cs typeface="+mn-lt"/>
              </a:rPr>
              <a:t> – Less chances of conflicts</a:t>
            </a:r>
            <a:endParaRPr lang="en-GB" dirty="0">
              <a:ea typeface="Calibri" panose="020F0502020204030204"/>
              <a:cs typeface="Calibri" panose="020F0502020204030204"/>
            </a:endParaRPr>
          </a:p>
          <a:p>
            <a:r>
              <a:rPr lang="en-GB" b="1" dirty="0">
                <a:ea typeface="+mn-lt"/>
                <a:cs typeface="+mn-lt"/>
              </a:rPr>
              <a:t>Use Clear and Concise Commit Messages</a:t>
            </a:r>
            <a:r>
              <a:rPr lang="en-GB" dirty="0">
                <a:ea typeface="+mn-lt"/>
                <a:cs typeface="+mn-lt"/>
              </a:rPr>
              <a:t> – Easier to debug</a:t>
            </a:r>
            <a:endParaRPr lang="en-GB" dirty="0"/>
          </a:p>
          <a:p>
            <a:r>
              <a:rPr lang="en-GB" b="1" dirty="0">
                <a:ea typeface="+mn-lt"/>
                <a:cs typeface="+mn-lt"/>
              </a:rPr>
              <a:t>Branch Frequently to Isolate Changes</a:t>
            </a:r>
            <a:r>
              <a:rPr lang="en-GB" dirty="0">
                <a:ea typeface="+mn-lt"/>
                <a:cs typeface="+mn-lt"/>
              </a:rPr>
              <a:t> – Keep main code clean</a:t>
            </a:r>
            <a:endParaRPr lang="en-GB" dirty="0"/>
          </a:p>
          <a:p>
            <a:r>
              <a:rPr lang="en-GB" b="1" dirty="0">
                <a:ea typeface="+mn-lt"/>
                <a:cs typeface="+mn-lt"/>
              </a:rPr>
              <a:t>Use Pull Requests for Code Reviews</a:t>
            </a:r>
            <a:r>
              <a:rPr lang="en-GB" dirty="0">
                <a:ea typeface="+mn-lt"/>
                <a:cs typeface="+mn-lt"/>
              </a:rPr>
              <a:t> – Less chances of bugs</a:t>
            </a:r>
            <a:endParaRPr lang="en-GB" dirty="0"/>
          </a:p>
          <a:p>
            <a:r>
              <a:rPr lang="en-GB" b="1" dirty="0">
                <a:ea typeface="+mn-lt"/>
                <a:cs typeface="+mn-lt"/>
              </a:rPr>
              <a:t>Synchronize your branch with main branches</a:t>
            </a:r>
            <a:r>
              <a:rPr lang="en-GB" dirty="0">
                <a:ea typeface="+mn-lt"/>
                <a:cs typeface="+mn-lt"/>
              </a:rPr>
              <a:t> – Less chances of conflict. Keep up with the rest of the team.</a:t>
            </a:r>
            <a:endParaRPr lang="en-GB" dirty="0"/>
          </a:p>
        </p:txBody>
      </p:sp>
    </p:spTree>
    <p:extLst>
      <p:ext uri="{BB962C8B-B14F-4D97-AF65-F5344CB8AC3E}">
        <p14:creationId xmlns:p14="http://schemas.microsoft.com/office/powerpoint/2010/main" val="614975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13575-BF9A-DC44-88F5-13535C0241D9}"/>
              </a:ext>
            </a:extLst>
          </p:cNvPr>
          <p:cNvSpPr>
            <a:spLocks noGrp="1"/>
          </p:cNvSpPr>
          <p:nvPr>
            <p:ph type="title"/>
          </p:nvPr>
        </p:nvSpPr>
        <p:spPr/>
        <p:txBody>
          <a:bodyPr/>
          <a:lstStyle/>
          <a:p>
            <a:r>
              <a:rPr lang="en-GB" b="1" dirty="0">
                <a:ea typeface="Calibri Light"/>
                <a:cs typeface="Calibri Light"/>
              </a:rPr>
              <a:t>Learn More</a:t>
            </a:r>
            <a:endParaRPr lang="en-GB" b="1">
              <a:cs typeface="Calibri Light"/>
            </a:endParaRPr>
          </a:p>
        </p:txBody>
      </p:sp>
      <p:sp>
        <p:nvSpPr>
          <p:cNvPr id="3" name="Content Placeholder 2">
            <a:extLst>
              <a:ext uri="{FF2B5EF4-FFF2-40B4-BE49-F238E27FC236}">
                <a16:creationId xmlns:a16="http://schemas.microsoft.com/office/drawing/2014/main" id="{757B7497-D502-24B2-D677-57BF34099B03}"/>
              </a:ext>
            </a:extLst>
          </p:cNvPr>
          <p:cNvSpPr>
            <a:spLocks noGrp="1"/>
          </p:cNvSpPr>
          <p:nvPr>
            <p:ph idx="1"/>
          </p:nvPr>
        </p:nvSpPr>
        <p:spPr/>
        <p:txBody>
          <a:bodyPr vert="horz" lIns="91440" tIns="45720" rIns="91440" bIns="45720" rtlCol="0" anchor="t">
            <a:normAutofit/>
          </a:bodyPr>
          <a:lstStyle/>
          <a:p>
            <a:r>
              <a:rPr lang="en-GB" dirty="0">
                <a:ea typeface="+mn-lt"/>
                <a:cs typeface="+mn-lt"/>
                <a:hlinkClick r:id="rId2"/>
              </a:rPr>
              <a:t>https://www.freecodecamp.org/news/git-cheat-sheet/</a:t>
            </a:r>
            <a:endParaRPr lang="en-GB" dirty="0">
              <a:ea typeface="+mn-lt"/>
              <a:cs typeface="+mn-lt"/>
            </a:endParaRPr>
          </a:p>
          <a:p>
            <a:r>
              <a:rPr lang="en-GB" dirty="0">
                <a:ea typeface="+mn-lt"/>
                <a:cs typeface="+mn-lt"/>
                <a:hlinkClick r:id="rId3"/>
              </a:rPr>
              <a:t>https://www.atlassian.com/git/tutorials/what-is-version-control</a:t>
            </a:r>
            <a:endParaRPr lang="en-GB">
              <a:ea typeface="+mn-lt"/>
              <a:cs typeface="+mn-lt"/>
            </a:endParaRPr>
          </a:p>
          <a:p>
            <a:r>
              <a:rPr lang="en-GB" dirty="0">
                <a:ea typeface="+mn-lt"/>
                <a:cs typeface="+mn-lt"/>
                <a:hlinkClick r:id="rId4"/>
              </a:rPr>
              <a:t>https://www.atlassian.com/git/tutorials/setting-up-a-repository</a:t>
            </a:r>
            <a:endParaRPr lang="en-GB" dirty="0">
              <a:ea typeface="+mn-lt"/>
              <a:cs typeface="+mn-lt"/>
            </a:endParaRPr>
          </a:p>
          <a:p>
            <a:r>
              <a:rPr lang="en-GB" dirty="0">
                <a:ea typeface="+mn-lt"/>
                <a:cs typeface="+mn-lt"/>
                <a:hlinkClick r:id="rId5"/>
              </a:rPr>
              <a:t>https://git-scm.com/book/en/v2/Git-Basics-Getting-a-Git-Repository</a:t>
            </a:r>
            <a:endParaRPr lang="en-GB" dirty="0">
              <a:ea typeface="+mn-lt"/>
              <a:cs typeface="+mn-lt"/>
            </a:endParaRPr>
          </a:p>
          <a:p>
            <a:r>
              <a:rPr lang="en-GB" dirty="0">
                <a:ea typeface="+mn-lt"/>
                <a:cs typeface="+mn-lt"/>
                <a:hlinkClick r:id="rId6"/>
              </a:rPr>
              <a:t>https://www.freecodecamp.org/news/what-is-git-learn-git-version-control/</a:t>
            </a:r>
            <a:endParaRPr lang="en-GB" dirty="0">
              <a:ea typeface="+mn-lt"/>
              <a:cs typeface="+mn-lt"/>
            </a:endParaRPr>
          </a:p>
          <a:p>
            <a:endParaRPr lang="en-GB" dirty="0">
              <a:ea typeface="+mn-lt"/>
              <a:cs typeface="+mn-lt"/>
            </a:endParaRPr>
          </a:p>
        </p:txBody>
      </p:sp>
    </p:spTree>
    <p:extLst>
      <p:ext uri="{BB962C8B-B14F-4D97-AF65-F5344CB8AC3E}">
        <p14:creationId xmlns:p14="http://schemas.microsoft.com/office/powerpoint/2010/main" val="4066996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886ab1d-51ff-47ab-9e3e-b20b22f1c1b7}" enabled="1" method="Privileged" siteId="{2d65fea0-8478-44f2-ac0f-1a58b1382aa2}" removed="0"/>
</clbl:labelList>
</file>

<file path=docProps/app.xml><?xml version="1.0" encoding="utf-8"?>
<Properties xmlns="http://schemas.openxmlformats.org/officeDocument/2006/extended-properties" xmlns:vt="http://schemas.openxmlformats.org/officeDocument/2006/docPropsVTypes">
  <TotalTime>28</TotalTime>
  <Words>18</Words>
  <Application>Microsoft Office PowerPoint</Application>
  <PresentationFormat>Widescreen</PresentationFormat>
  <Paragraphs>8</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DevOps</vt:lpstr>
      <vt:lpstr>Topics</vt:lpstr>
      <vt:lpstr>Why are we doing this</vt:lpstr>
      <vt:lpstr>Introduction</vt:lpstr>
      <vt:lpstr>A Brief History</vt:lpstr>
      <vt:lpstr>GIT</vt:lpstr>
      <vt:lpstr>GIT Fundamentals</vt:lpstr>
      <vt:lpstr>GIT Fundamentals</vt:lpstr>
      <vt:lpstr>A typical workflow</vt:lpstr>
      <vt:lpstr>GIT Concepts</vt:lpstr>
      <vt:lpstr>GIT Concepts</vt:lpstr>
      <vt:lpstr>GIT Concepts</vt:lpstr>
      <vt:lpstr>GIT Concepts</vt:lpstr>
      <vt:lpstr>GIT Concepts</vt:lpstr>
      <vt:lpstr>GIT Concepts</vt:lpstr>
      <vt:lpstr>GIT Concepts</vt:lpstr>
      <vt:lpstr>GIT Concepts</vt:lpstr>
      <vt:lpstr>Branches</vt:lpstr>
      <vt:lpstr>GIT Concepts</vt:lpstr>
      <vt:lpstr>GIT Concepts</vt:lpstr>
      <vt:lpstr>Best Practices</vt:lpstr>
      <vt:lpstr>Learn More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Tecla  Kiplangat</dc:creator>
  <cp:lastModifiedBy>John Muli</cp:lastModifiedBy>
  <cp:revision>801</cp:revision>
  <dcterms:created xsi:type="dcterms:W3CDTF">2023-07-21T12:05:48Z</dcterms:created>
  <dcterms:modified xsi:type="dcterms:W3CDTF">2023-10-04T13:53:57Z</dcterms:modified>
</cp:coreProperties>
</file>